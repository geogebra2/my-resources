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8" r:id="rId2"/>
    <p:sldId id="342" r:id="rId3"/>
    <p:sldId id="350" r:id="rId4"/>
    <p:sldId id="351" r:id="rId5"/>
    <p:sldId id="353" r:id="rId6"/>
    <p:sldId id="354" r:id="rId7"/>
    <p:sldId id="355" r:id="rId8"/>
    <p:sldId id="356" r:id="rId9"/>
    <p:sldId id="259" r:id="rId10"/>
    <p:sldId id="357" r:id="rId11"/>
    <p:sldId id="445" r:id="rId12"/>
    <p:sldId id="446" r:id="rId13"/>
    <p:sldId id="447" r:id="rId14"/>
    <p:sldId id="448" r:id="rId15"/>
    <p:sldId id="449" r:id="rId16"/>
    <p:sldId id="450" r:id="rId17"/>
    <p:sldId id="451" r:id="rId18"/>
    <p:sldId id="452" r:id="rId19"/>
    <p:sldId id="33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4147F9-0EC7-164E-BF07-8B2E50A218B1}" v="17" dt="2023-12-12T01:05:23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28"/>
  </p:normalViewPr>
  <p:slideViewPr>
    <p:cSldViewPr snapToGrid="0">
      <p:cViewPr varScale="1">
        <p:scale>
          <a:sx n="114" d="100"/>
          <a:sy n="114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g Fan" userId="73b39abba4055029" providerId="LiveId" clId="{00570C69-DD5E-FC4C-9464-0C035B86F5F8}"/>
    <pc:docChg chg="custSel addSld modSld sldOrd">
      <pc:chgData name="Cheng Fan" userId="73b39abba4055029" providerId="LiveId" clId="{00570C69-DD5E-FC4C-9464-0C035B86F5F8}" dt="2020-11-30T13:48:58.188" v="1540"/>
      <pc:docMkLst>
        <pc:docMk/>
      </pc:docMkLst>
      <pc:sldChg chg="addSp modSp new mod">
        <pc:chgData name="Cheng Fan" userId="73b39abba4055029" providerId="LiveId" clId="{00570C69-DD5E-FC4C-9464-0C035B86F5F8}" dt="2020-11-20T06:48:10.660" v="473" actId="20577"/>
        <pc:sldMkLst>
          <pc:docMk/>
          <pc:sldMk cId="3411133533" sldId="277"/>
        </pc:sldMkLst>
        <pc:spChg chg="mod">
          <ac:chgData name="Cheng Fan" userId="73b39abba4055029" providerId="LiveId" clId="{00570C69-DD5E-FC4C-9464-0C035B86F5F8}" dt="2020-11-20T05:56:50.390" v="30" actId="20577"/>
          <ac:spMkLst>
            <pc:docMk/>
            <pc:sldMk cId="3411133533" sldId="277"/>
            <ac:spMk id="2" creationId="{BCC95159-B0AC-F944-BCDC-959E9CD39F73}"/>
          </ac:spMkLst>
        </pc:spChg>
        <pc:spChg chg="mod">
          <ac:chgData name="Cheng Fan" userId="73b39abba4055029" providerId="LiveId" clId="{00570C69-DD5E-FC4C-9464-0C035B86F5F8}" dt="2020-11-20T06:48:10.660" v="473" actId="20577"/>
          <ac:spMkLst>
            <pc:docMk/>
            <pc:sldMk cId="3411133533" sldId="277"/>
            <ac:spMk id="3" creationId="{FE153DF7-40BD-D541-ADE7-D63828B6DB07}"/>
          </ac:spMkLst>
        </pc:spChg>
        <pc:picChg chg="add mod">
          <ac:chgData name="Cheng Fan" userId="73b39abba4055029" providerId="LiveId" clId="{00570C69-DD5E-FC4C-9464-0C035B86F5F8}" dt="2020-11-20T06:45:46.679" v="288" actId="1076"/>
          <ac:picMkLst>
            <pc:docMk/>
            <pc:sldMk cId="3411133533" sldId="277"/>
            <ac:picMk id="4" creationId="{F850A5D0-EBEF-D74F-8B43-6C55A1784EF8}"/>
          </ac:picMkLst>
        </pc:picChg>
      </pc:sldChg>
      <pc:sldChg chg="modSp new mod">
        <pc:chgData name="Cheng Fan" userId="73b39abba4055029" providerId="LiveId" clId="{00570C69-DD5E-FC4C-9464-0C035B86F5F8}" dt="2020-11-20T09:56:25.155" v="767" actId="15"/>
        <pc:sldMkLst>
          <pc:docMk/>
          <pc:sldMk cId="3341017866" sldId="278"/>
        </pc:sldMkLst>
        <pc:spChg chg="mod">
          <ac:chgData name="Cheng Fan" userId="73b39abba4055029" providerId="LiveId" clId="{00570C69-DD5E-FC4C-9464-0C035B86F5F8}" dt="2020-11-20T09:53:11.502" v="503" actId="20577"/>
          <ac:spMkLst>
            <pc:docMk/>
            <pc:sldMk cId="3341017866" sldId="278"/>
            <ac:spMk id="2" creationId="{D0B4C105-E5F9-0D4E-B9A0-ED33D3B8E5FF}"/>
          </ac:spMkLst>
        </pc:spChg>
        <pc:spChg chg="mod">
          <ac:chgData name="Cheng Fan" userId="73b39abba4055029" providerId="LiveId" clId="{00570C69-DD5E-FC4C-9464-0C035B86F5F8}" dt="2020-11-20T09:56:25.155" v="767" actId="15"/>
          <ac:spMkLst>
            <pc:docMk/>
            <pc:sldMk cId="3341017866" sldId="278"/>
            <ac:spMk id="3" creationId="{DF5A7E2D-017A-BD45-BC64-CD62C020A65E}"/>
          </ac:spMkLst>
        </pc:spChg>
      </pc:sldChg>
      <pc:sldChg chg="modSp new mod">
        <pc:chgData name="Cheng Fan" userId="73b39abba4055029" providerId="LiveId" clId="{00570C69-DD5E-FC4C-9464-0C035B86F5F8}" dt="2020-11-21T05:39:21.338" v="824" actId="20577"/>
        <pc:sldMkLst>
          <pc:docMk/>
          <pc:sldMk cId="2824966220" sldId="279"/>
        </pc:sldMkLst>
        <pc:spChg chg="mod">
          <ac:chgData name="Cheng Fan" userId="73b39abba4055029" providerId="LiveId" clId="{00570C69-DD5E-FC4C-9464-0C035B86F5F8}" dt="2020-11-21T05:39:14.241" v="793" actId="20577"/>
          <ac:spMkLst>
            <pc:docMk/>
            <pc:sldMk cId="2824966220" sldId="279"/>
            <ac:spMk id="2" creationId="{E4908352-38D9-1A4F-B350-2F2A78CF1460}"/>
          </ac:spMkLst>
        </pc:spChg>
        <pc:spChg chg="mod">
          <ac:chgData name="Cheng Fan" userId="73b39abba4055029" providerId="LiveId" clId="{00570C69-DD5E-FC4C-9464-0C035B86F5F8}" dt="2020-11-21T05:39:21.338" v="824" actId="20577"/>
          <ac:spMkLst>
            <pc:docMk/>
            <pc:sldMk cId="2824966220" sldId="279"/>
            <ac:spMk id="3" creationId="{55D7826E-3CF5-F24B-9971-99DE954EB5D8}"/>
          </ac:spMkLst>
        </pc:spChg>
      </pc:sldChg>
      <pc:sldChg chg="modSp new ord">
        <pc:chgData name="Cheng Fan" userId="73b39abba4055029" providerId="LiveId" clId="{00570C69-DD5E-FC4C-9464-0C035B86F5F8}" dt="2020-11-21T06:26:31.836" v="827"/>
        <pc:sldMkLst>
          <pc:docMk/>
          <pc:sldMk cId="3346072863" sldId="280"/>
        </pc:sldMkLst>
        <pc:spChg chg="mod">
          <ac:chgData name="Cheng Fan" userId="73b39abba4055029" providerId="LiveId" clId="{00570C69-DD5E-FC4C-9464-0C035B86F5F8}" dt="2020-11-21T06:26:31.836" v="827"/>
          <ac:spMkLst>
            <pc:docMk/>
            <pc:sldMk cId="3346072863" sldId="280"/>
            <ac:spMk id="3" creationId="{DD9585DF-E3E3-E640-AA2C-E5E686A8EDEA}"/>
          </ac:spMkLst>
        </pc:spChg>
      </pc:sldChg>
      <pc:sldChg chg="modSp new mod">
        <pc:chgData name="Cheng Fan" userId="73b39abba4055029" providerId="LiveId" clId="{00570C69-DD5E-FC4C-9464-0C035B86F5F8}" dt="2020-11-27T06:19:54.283" v="835" actId="20577"/>
        <pc:sldMkLst>
          <pc:docMk/>
          <pc:sldMk cId="1758074401" sldId="316"/>
        </pc:sldMkLst>
        <pc:spChg chg="mod">
          <ac:chgData name="Cheng Fan" userId="73b39abba4055029" providerId="LiveId" clId="{00570C69-DD5E-FC4C-9464-0C035B86F5F8}" dt="2020-11-27T06:19:54.283" v="835" actId="20577"/>
          <ac:spMkLst>
            <pc:docMk/>
            <pc:sldMk cId="1758074401" sldId="316"/>
            <ac:spMk id="2" creationId="{757DC501-2629-DB49-99E6-4A20C2A05808}"/>
          </ac:spMkLst>
        </pc:spChg>
        <pc:spChg chg="mod">
          <ac:chgData name="Cheng Fan" userId="73b39abba4055029" providerId="LiveId" clId="{00570C69-DD5E-FC4C-9464-0C035B86F5F8}" dt="2020-11-27T06:19:51.077" v="829"/>
          <ac:spMkLst>
            <pc:docMk/>
            <pc:sldMk cId="1758074401" sldId="316"/>
            <ac:spMk id="3" creationId="{95288F91-D2BB-A34D-9F70-E16C4438FCC6}"/>
          </ac:spMkLst>
        </pc:spChg>
      </pc:sldChg>
      <pc:sldChg chg="modSp new mod">
        <pc:chgData name="Cheng Fan" userId="73b39abba4055029" providerId="LiveId" clId="{00570C69-DD5E-FC4C-9464-0C035B86F5F8}" dt="2020-11-27T06:20:06.616" v="861" actId="20577"/>
        <pc:sldMkLst>
          <pc:docMk/>
          <pc:sldMk cId="1485685793" sldId="317"/>
        </pc:sldMkLst>
        <pc:spChg chg="mod">
          <ac:chgData name="Cheng Fan" userId="73b39abba4055029" providerId="LiveId" clId="{00570C69-DD5E-FC4C-9464-0C035B86F5F8}" dt="2020-11-27T06:20:06.616" v="861" actId="20577"/>
          <ac:spMkLst>
            <pc:docMk/>
            <pc:sldMk cId="1485685793" sldId="317"/>
            <ac:spMk id="2" creationId="{5CC90BC2-E15C-F046-8937-86EE80905802}"/>
          </ac:spMkLst>
        </pc:spChg>
      </pc:sldChg>
      <pc:sldChg chg="modSp new mod">
        <pc:chgData name="Cheng Fan" userId="73b39abba4055029" providerId="LiveId" clId="{00570C69-DD5E-FC4C-9464-0C035B86F5F8}" dt="2020-11-27T06:46:54.744" v="891" actId="20577"/>
        <pc:sldMkLst>
          <pc:docMk/>
          <pc:sldMk cId="236904445" sldId="318"/>
        </pc:sldMkLst>
        <pc:spChg chg="mod">
          <ac:chgData name="Cheng Fan" userId="73b39abba4055029" providerId="LiveId" clId="{00570C69-DD5E-FC4C-9464-0C035B86F5F8}" dt="2020-11-27T06:46:54.744" v="891" actId="20577"/>
          <ac:spMkLst>
            <pc:docMk/>
            <pc:sldMk cId="236904445" sldId="318"/>
            <ac:spMk id="2" creationId="{F386858F-CFCD-2048-A5B7-BBC479D06F01}"/>
          </ac:spMkLst>
        </pc:spChg>
      </pc:sldChg>
      <pc:sldChg chg="modSp new mod">
        <pc:chgData name="Cheng Fan" userId="73b39abba4055029" providerId="LiveId" clId="{00570C69-DD5E-FC4C-9464-0C035B86F5F8}" dt="2020-11-28T04:02:18.062" v="920" actId="20577"/>
        <pc:sldMkLst>
          <pc:docMk/>
          <pc:sldMk cId="4157099961" sldId="325"/>
        </pc:sldMkLst>
        <pc:spChg chg="mod">
          <ac:chgData name="Cheng Fan" userId="73b39abba4055029" providerId="LiveId" clId="{00570C69-DD5E-FC4C-9464-0C035B86F5F8}" dt="2020-11-28T04:02:18.062" v="920" actId="20577"/>
          <ac:spMkLst>
            <pc:docMk/>
            <pc:sldMk cId="4157099961" sldId="325"/>
            <ac:spMk id="2" creationId="{31201C78-2E5E-AC40-BF8F-34F54E56F223}"/>
          </ac:spMkLst>
        </pc:spChg>
      </pc:sldChg>
      <pc:sldChg chg="modSp new mod">
        <pc:chgData name="Cheng Fan" userId="73b39abba4055029" providerId="LiveId" clId="{00570C69-DD5E-FC4C-9464-0C035B86F5F8}" dt="2020-11-28T04:09:58.905" v="925" actId="20577"/>
        <pc:sldMkLst>
          <pc:docMk/>
          <pc:sldMk cId="4176207561" sldId="326"/>
        </pc:sldMkLst>
        <pc:spChg chg="mod">
          <ac:chgData name="Cheng Fan" userId="73b39abba4055029" providerId="LiveId" clId="{00570C69-DD5E-FC4C-9464-0C035B86F5F8}" dt="2020-11-28T04:09:58.905" v="925" actId="20577"/>
          <ac:spMkLst>
            <pc:docMk/>
            <pc:sldMk cId="4176207561" sldId="326"/>
            <ac:spMk id="2" creationId="{F48355C4-44D1-7D47-A4BB-A1AD585D46FD}"/>
          </ac:spMkLst>
        </pc:spChg>
      </pc:sldChg>
      <pc:sldChg chg="modSp new mod">
        <pc:chgData name="Cheng Fan" userId="73b39abba4055029" providerId="LiveId" clId="{00570C69-DD5E-FC4C-9464-0C035B86F5F8}" dt="2020-11-28T08:38:40.050" v="938" actId="20577"/>
        <pc:sldMkLst>
          <pc:docMk/>
          <pc:sldMk cId="605396822" sldId="327"/>
        </pc:sldMkLst>
        <pc:spChg chg="mod">
          <ac:chgData name="Cheng Fan" userId="73b39abba4055029" providerId="LiveId" clId="{00570C69-DD5E-FC4C-9464-0C035B86F5F8}" dt="2020-11-28T08:38:30.165" v="934" actId="20577"/>
          <ac:spMkLst>
            <pc:docMk/>
            <pc:sldMk cId="605396822" sldId="327"/>
            <ac:spMk id="2" creationId="{CF54A103-5E35-9245-B8AD-2343886F03C9}"/>
          </ac:spMkLst>
        </pc:spChg>
        <pc:spChg chg="mod">
          <ac:chgData name="Cheng Fan" userId="73b39abba4055029" providerId="LiveId" clId="{00570C69-DD5E-FC4C-9464-0C035B86F5F8}" dt="2020-11-28T08:38:40.050" v="938" actId="20577"/>
          <ac:spMkLst>
            <pc:docMk/>
            <pc:sldMk cId="605396822" sldId="327"/>
            <ac:spMk id="3" creationId="{88349CE4-B923-AC4B-8D5C-B737BE69EB1A}"/>
          </ac:spMkLst>
        </pc:spChg>
      </pc:sldChg>
      <pc:sldChg chg="modSp new mod">
        <pc:chgData name="Cheng Fan" userId="73b39abba4055029" providerId="LiveId" clId="{00570C69-DD5E-FC4C-9464-0C035B86F5F8}" dt="2020-11-28T09:14:16.208" v="1004" actId="15"/>
        <pc:sldMkLst>
          <pc:docMk/>
          <pc:sldMk cId="3921606229" sldId="328"/>
        </pc:sldMkLst>
        <pc:spChg chg="mod">
          <ac:chgData name="Cheng Fan" userId="73b39abba4055029" providerId="LiveId" clId="{00570C69-DD5E-FC4C-9464-0C035B86F5F8}" dt="2020-11-28T09:09:52.656" v="955" actId="20577"/>
          <ac:spMkLst>
            <pc:docMk/>
            <pc:sldMk cId="3921606229" sldId="328"/>
            <ac:spMk id="2" creationId="{568998E1-E1B1-6846-B147-DE1A65E40F08}"/>
          </ac:spMkLst>
        </pc:spChg>
        <pc:spChg chg="mod">
          <ac:chgData name="Cheng Fan" userId="73b39abba4055029" providerId="LiveId" clId="{00570C69-DD5E-FC4C-9464-0C035B86F5F8}" dt="2020-11-28T09:14:16.208" v="1004" actId="15"/>
          <ac:spMkLst>
            <pc:docMk/>
            <pc:sldMk cId="3921606229" sldId="328"/>
            <ac:spMk id="3" creationId="{9BBB01C8-44CB-DF41-AFBD-93B4DDBF60F7}"/>
          </ac:spMkLst>
        </pc:spChg>
      </pc:sldChg>
      <pc:sldChg chg="modSp new mod">
        <pc:chgData name="Cheng Fan" userId="73b39abba4055029" providerId="LiveId" clId="{00570C69-DD5E-FC4C-9464-0C035B86F5F8}" dt="2020-11-28T09:17:18.536" v="1013" actId="20577"/>
        <pc:sldMkLst>
          <pc:docMk/>
          <pc:sldMk cId="2283240936" sldId="329"/>
        </pc:sldMkLst>
        <pc:spChg chg="mod">
          <ac:chgData name="Cheng Fan" userId="73b39abba4055029" providerId="LiveId" clId="{00570C69-DD5E-FC4C-9464-0C035B86F5F8}" dt="2020-11-28T09:17:18.536" v="1013" actId="20577"/>
          <ac:spMkLst>
            <pc:docMk/>
            <pc:sldMk cId="2283240936" sldId="329"/>
            <ac:spMk id="2" creationId="{F7A85923-8E7C-0F40-9D38-E93BA3B83397}"/>
          </ac:spMkLst>
        </pc:spChg>
      </pc:sldChg>
      <pc:sldChg chg="addSp modSp new mod">
        <pc:chgData name="Cheng Fan" userId="73b39abba4055029" providerId="LiveId" clId="{00570C69-DD5E-FC4C-9464-0C035B86F5F8}" dt="2020-11-28T09:33:59.945" v="1037" actId="1076"/>
        <pc:sldMkLst>
          <pc:docMk/>
          <pc:sldMk cId="1082787834" sldId="330"/>
        </pc:sldMkLst>
        <pc:spChg chg="mod">
          <ac:chgData name="Cheng Fan" userId="73b39abba4055029" providerId="LiveId" clId="{00570C69-DD5E-FC4C-9464-0C035B86F5F8}" dt="2020-11-28T09:33:25.339" v="1033" actId="20577"/>
          <ac:spMkLst>
            <pc:docMk/>
            <pc:sldMk cId="1082787834" sldId="330"/>
            <ac:spMk id="2" creationId="{4B767707-1C5A-6D4A-94CE-FDB258612304}"/>
          </ac:spMkLst>
        </pc:spChg>
        <pc:spChg chg="mod">
          <ac:chgData name="Cheng Fan" userId="73b39abba4055029" providerId="LiveId" clId="{00570C69-DD5E-FC4C-9464-0C035B86F5F8}" dt="2020-11-28T09:33:41.337" v="1035" actId="27636"/>
          <ac:spMkLst>
            <pc:docMk/>
            <pc:sldMk cId="1082787834" sldId="330"/>
            <ac:spMk id="3" creationId="{77FBEEA1-B601-E841-98FE-46206DA84C5C}"/>
          </ac:spMkLst>
        </pc:spChg>
        <pc:spChg chg="add mod">
          <ac:chgData name="Cheng Fan" userId="73b39abba4055029" providerId="LiveId" clId="{00570C69-DD5E-FC4C-9464-0C035B86F5F8}" dt="2020-11-28T09:33:59.945" v="1037" actId="1076"/>
          <ac:spMkLst>
            <pc:docMk/>
            <pc:sldMk cId="1082787834" sldId="330"/>
            <ac:spMk id="4" creationId="{190C43F9-DD99-6B40-BC7B-E6F416A7BA83}"/>
          </ac:spMkLst>
        </pc:spChg>
      </pc:sldChg>
      <pc:sldChg chg="modSp new mod">
        <pc:chgData name="Cheng Fan" userId="73b39abba4055029" providerId="LiveId" clId="{00570C69-DD5E-FC4C-9464-0C035B86F5F8}" dt="2020-11-29T10:49:53.201" v="1339" actId="20577"/>
        <pc:sldMkLst>
          <pc:docMk/>
          <pc:sldMk cId="3608023499" sldId="331"/>
        </pc:sldMkLst>
        <pc:spChg chg="mod">
          <ac:chgData name="Cheng Fan" userId="73b39abba4055029" providerId="LiveId" clId="{00570C69-DD5E-FC4C-9464-0C035B86F5F8}" dt="2020-11-29T06:49:46.371" v="1069" actId="20577"/>
          <ac:spMkLst>
            <pc:docMk/>
            <pc:sldMk cId="3608023499" sldId="331"/>
            <ac:spMk id="2" creationId="{C0B89C4B-886E-0040-B89E-4E4790600D26}"/>
          </ac:spMkLst>
        </pc:spChg>
        <pc:spChg chg="mod">
          <ac:chgData name="Cheng Fan" userId="73b39abba4055029" providerId="LiveId" clId="{00570C69-DD5E-FC4C-9464-0C035B86F5F8}" dt="2020-11-29T10:49:53.201" v="1339" actId="20577"/>
          <ac:spMkLst>
            <pc:docMk/>
            <pc:sldMk cId="3608023499" sldId="331"/>
            <ac:spMk id="3" creationId="{58649D5A-E1A8-9944-B7AF-0AECD51F0141}"/>
          </ac:spMkLst>
        </pc:spChg>
      </pc:sldChg>
      <pc:sldChg chg="modSp new mod">
        <pc:chgData name="Cheng Fan" userId="73b39abba4055029" providerId="LiveId" clId="{00570C69-DD5E-FC4C-9464-0C035B86F5F8}" dt="2020-11-29T06:58:23.867" v="1222" actId="20577"/>
        <pc:sldMkLst>
          <pc:docMk/>
          <pc:sldMk cId="4294682130" sldId="332"/>
        </pc:sldMkLst>
        <pc:spChg chg="mod">
          <ac:chgData name="Cheng Fan" userId="73b39abba4055029" providerId="LiveId" clId="{00570C69-DD5E-FC4C-9464-0C035B86F5F8}" dt="2020-11-29T06:58:23.867" v="1222" actId="20577"/>
          <ac:spMkLst>
            <pc:docMk/>
            <pc:sldMk cId="4294682130" sldId="332"/>
            <ac:spMk id="2" creationId="{079E55B3-ECF6-084C-979E-F991EB8F420A}"/>
          </ac:spMkLst>
        </pc:spChg>
      </pc:sldChg>
      <pc:sldChg chg="modSp new mod">
        <pc:chgData name="Cheng Fan" userId="73b39abba4055029" providerId="LiveId" clId="{00570C69-DD5E-FC4C-9464-0C035B86F5F8}" dt="2020-11-29T10:52:09.357" v="1351" actId="20577"/>
        <pc:sldMkLst>
          <pc:docMk/>
          <pc:sldMk cId="3779507214" sldId="333"/>
        </pc:sldMkLst>
        <pc:spChg chg="mod">
          <ac:chgData name="Cheng Fan" userId="73b39abba4055029" providerId="LiveId" clId="{00570C69-DD5E-FC4C-9464-0C035B86F5F8}" dt="2020-11-29T10:52:09.357" v="1351" actId="20577"/>
          <ac:spMkLst>
            <pc:docMk/>
            <pc:sldMk cId="3779507214" sldId="333"/>
            <ac:spMk id="2" creationId="{D5E1671D-4155-7844-BE8D-DF73B0BB20D0}"/>
          </ac:spMkLst>
        </pc:spChg>
      </pc:sldChg>
      <pc:sldChg chg="modSp new mod">
        <pc:chgData name="Cheng Fan" userId="73b39abba4055029" providerId="LiveId" clId="{00570C69-DD5E-FC4C-9464-0C035B86F5F8}" dt="2020-11-29T10:52:21.721" v="1372" actId="20577"/>
        <pc:sldMkLst>
          <pc:docMk/>
          <pc:sldMk cId="2052634035" sldId="334"/>
        </pc:sldMkLst>
        <pc:spChg chg="mod">
          <ac:chgData name="Cheng Fan" userId="73b39abba4055029" providerId="LiveId" clId="{00570C69-DD5E-FC4C-9464-0C035B86F5F8}" dt="2020-11-29T10:52:21.721" v="1372" actId="20577"/>
          <ac:spMkLst>
            <pc:docMk/>
            <pc:sldMk cId="2052634035" sldId="334"/>
            <ac:spMk id="2" creationId="{7E293BE6-B0C2-5249-9A6D-C922E6E690FD}"/>
          </ac:spMkLst>
        </pc:spChg>
      </pc:sldChg>
      <pc:sldChg chg="modSp new mod ord">
        <pc:chgData name="Cheng Fan" userId="73b39abba4055029" providerId="LiveId" clId="{00570C69-DD5E-FC4C-9464-0C035B86F5F8}" dt="2020-11-29T11:14:32.896" v="1398"/>
        <pc:sldMkLst>
          <pc:docMk/>
          <pc:sldMk cId="3650312968" sldId="335"/>
        </pc:sldMkLst>
        <pc:spChg chg="mod">
          <ac:chgData name="Cheng Fan" userId="73b39abba4055029" providerId="LiveId" clId="{00570C69-DD5E-FC4C-9464-0C035B86F5F8}" dt="2020-11-29T11:12:25.192" v="1393" actId="20577"/>
          <ac:spMkLst>
            <pc:docMk/>
            <pc:sldMk cId="3650312968" sldId="335"/>
            <ac:spMk id="2" creationId="{4F8B5E5B-DEAE-F348-B408-B7A98AFE5C2F}"/>
          </ac:spMkLst>
        </pc:spChg>
        <pc:spChg chg="mod">
          <ac:chgData name="Cheng Fan" userId="73b39abba4055029" providerId="LiveId" clId="{00570C69-DD5E-FC4C-9464-0C035B86F5F8}" dt="2020-11-29T11:14:32.896" v="1398"/>
          <ac:spMkLst>
            <pc:docMk/>
            <pc:sldMk cId="3650312968" sldId="335"/>
            <ac:spMk id="3" creationId="{EAA84641-6F5E-6D44-8534-7B7B3139B746}"/>
          </ac:spMkLst>
        </pc:spChg>
      </pc:sldChg>
      <pc:sldChg chg="modSp new mod">
        <pc:chgData name="Cheng Fan" userId="73b39abba4055029" providerId="LiveId" clId="{00570C69-DD5E-FC4C-9464-0C035B86F5F8}" dt="2020-11-30T13:39:30.658" v="1516" actId="20577"/>
        <pc:sldMkLst>
          <pc:docMk/>
          <pc:sldMk cId="3477130446" sldId="336"/>
        </pc:sldMkLst>
        <pc:spChg chg="mod">
          <ac:chgData name="Cheng Fan" userId="73b39abba4055029" providerId="LiveId" clId="{00570C69-DD5E-FC4C-9464-0C035B86F5F8}" dt="2020-11-30T13:38:54.376" v="1432" actId="20577"/>
          <ac:spMkLst>
            <pc:docMk/>
            <pc:sldMk cId="3477130446" sldId="336"/>
            <ac:spMk id="2" creationId="{539583D5-15A0-1144-A7D9-935811CCCCB9}"/>
          </ac:spMkLst>
        </pc:spChg>
        <pc:spChg chg="mod">
          <ac:chgData name="Cheng Fan" userId="73b39abba4055029" providerId="LiveId" clId="{00570C69-DD5E-FC4C-9464-0C035B86F5F8}" dt="2020-11-30T13:39:30.658" v="1516" actId="20577"/>
          <ac:spMkLst>
            <pc:docMk/>
            <pc:sldMk cId="3477130446" sldId="336"/>
            <ac:spMk id="3" creationId="{B9BEF1C5-284E-C541-B069-20BA975EE355}"/>
          </ac:spMkLst>
        </pc:spChg>
      </pc:sldChg>
      <pc:sldChg chg="modSp new mod">
        <pc:chgData name="Cheng Fan" userId="73b39abba4055029" providerId="LiveId" clId="{00570C69-DD5E-FC4C-9464-0C035B86F5F8}" dt="2020-11-30T13:48:58.188" v="1540"/>
        <pc:sldMkLst>
          <pc:docMk/>
          <pc:sldMk cId="3288410561" sldId="337"/>
        </pc:sldMkLst>
        <pc:spChg chg="mod">
          <ac:chgData name="Cheng Fan" userId="73b39abba4055029" providerId="LiveId" clId="{00570C69-DD5E-FC4C-9464-0C035B86F5F8}" dt="2020-11-30T13:48:56.264" v="1539" actId="20577"/>
          <ac:spMkLst>
            <pc:docMk/>
            <pc:sldMk cId="3288410561" sldId="337"/>
            <ac:spMk id="2" creationId="{88714424-4B65-A948-BB80-9FE48D986A4E}"/>
          </ac:spMkLst>
        </pc:spChg>
        <pc:spChg chg="mod">
          <ac:chgData name="Cheng Fan" userId="73b39abba4055029" providerId="LiveId" clId="{00570C69-DD5E-FC4C-9464-0C035B86F5F8}" dt="2020-11-30T13:48:58.188" v="1540"/>
          <ac:spMkLst>
            <pc:docMk/>
            <pc:sldMk cId="3288410561" sldId="337"/>
            <ac:spMk id="3" creationId="{3417FCFC-2CFF-FF42-BAD7-D0BFA05FE384}"/>
          </ac:spMkLst>
        </pc:spChg>
      </pc:sldChg>
    </pc:docChg>
  </pc:docChgLst>
  <pc:docChgLst>
    <pc:chgData name="Cheng Fan" userId="73b39abba4055029" providerId="LiveId" clId="{4A97D86B-F209-459D-A766-2E32B4329C91}"/>
    <pc:docChg chg="undo custSel addSld modSld sldOrd">
      <pc:chgData name="Cheng Fan" userId="73b39abba4055029" providerId="LiveId" clId="{4A97D86B-F209-459D-A766-2E32B4329C91}" dt="2020-11-11T01:57:33.600" v="6462"/>
      <pc:docMkLst>
        <pc:docMk/>
      </pc:docMkLst>
      <pc:sldChg chg="delSp modSp new mod">
        <pc:chgData name="Cheng Fan" userId="73b39abba4055029" providerId="LiveId" clId="{4A97D86B-F209-459D-A766-2E32B4329C91}" dt="2020-10-08T11:33:37.468" v="2569" actId="478"/>
        <pc:sldMkLst>
          <pc:docMk/>
          <pc:sldMk cId="1812367509" sldId="256"/>
        </pc:sldMkLst>
        <pc:spChg chg="mod">
          <ac:chgData name="Cheng Fan" userId="73b39abba4055029" providerId="LiveId" clId="{4A97D86B-F209-459D-A766-2E32B4329C91}" dt="2020-10-07T08:03:30.657" v="29"/>
          <ac:spMkLst>
            <pc:docMk/>
            <pc:sldMk cId="1812367509" sldId="256"/>
            <ac:spMk id="2" creationId="{DE54B7B3-A728-4C10-B828-BD859E493C6B}"/>
          </ac:spMkLst>
        </pc:spChg>
        <pc:spChg chg="del mod">
          <ac:chgData name="Cheng Fan" userId="73b39abba4055029" providerId="LiveId" clId="{4A97D86B-F209-459D-A766-2E32B4329C91}" dt="2020-10-08T11:33:37.468" v="2569" actId="478"/>
          <ac:spMkLst>
            <pc:docMk/>
            <pc:sldMk cId="1812367509" sldId="256"/>
            <ac:spMk id="3" creationId="{68333C58-F022-48DC-807F-103AC92DC1B6}"/>
          </ac:spMkLst>
        </pc:spChg>
      </pc:sldChg>
      <pc:sldChg chg="addSp modSp new mod">
        <pc:chgData name="Cheng Fan" userId="73b39abba4055029" providerId="LiveId" clId="{4A97D86B-F209-459D-A766-2E32B4329C91}" dt="2020-10-20T11:25:33.741" v="6135" actId="1076"/>
        <pc:sldMkLst>
          <pc:docMk/>
          <pc:sldMk cId="1347311207" sldId="257"/>
        </pc:sldMkLst>
        <pc:spChg chg="mod">
          <ac:chgData name="Cheng Fan" userId="73b39abba4055029" providerId="LiveId" clId="{4A97D86B-F209-459D-A766-2E32B4329C91}" dt="2020-10-07T08:15:46.786" v="468"/>
          <ac:spMkLst>
            <pc:docMk/>
            <pc:sldMk cId="1347311207" sldId="257"/>
            <ac:spMk id="2" creationId="{B0C58DB1-7E2E-4A3A-A2B4-31F1AD12F009}"/>
          </ac:spMkLst>
        </pc:spChg>
        <pc:spChg chg="mod">
          <ac:chgData name="Cheng Fan" userId="73b39abba4055029" providerId="LiveId" clId="{4A97D86B-F209-459D-A766-2E32B4329C91}" dt="2020-10-07T09:14:42.828" v="2472"/>
          <ac:spMkLst>
            <pc:docMk/>
            <pc:sldMk cId="1347311207" sldId="257"/>
            <ac:spMk id="3" creationId="{CEEF59DB-EE03-460C-82F1-6CE1DC668044}"/>
          </ac:spMkLst>
        </pc:spChg>
        <pc:spChg chg="add mod">
          <ac:chgData name="Cheng Fan" userId="73b39abba4055029" providerId="LiveId" clId="{4A97D86B-F209-459D-A766-2E32B4329C91}" dt="2020-10-20T11:25:29.338" v="6134" actId="1076"/>
          <ac:spMkLst>
            <pc:docMk/>
            <pc:sldMk cId="1347311207" sldId="257"/>
            <ac:spMk id="4" creationId="{627EE932-94EA-40F5-88DA-EBBB3917C8E9}"/>
          </ac:spMkLst>
        </pc:spChg>
        <pc:spChg chg="add mod">
          <ac:chgData name="Cheng Fan" userId="73b39abba4055029" providerId="LiveId" clId="{4A97D86B-F209-459D-A766-2E32B4329C91}" dt="2020-10-20T11:25:33.741" v="6135" actId="1076"/>
          <ac:spMkLst>
            <pc:docMk/>
            <pc:sldMk cId="1347311207" sldId="257"/>
            <ac:spMk id="6" creationId="{0BCF096A-77E6-413D-BB24-41803DCF0B52}"/>
          </ac:spMkLst>
        </pc:spChg>
        <pc:spChg chg="add mod">
          <ac:chgData name="Cheng Fan" userId="73b39abba4055029" providerId="LiveId" clId="{4A97D86B-F209-459D-A766-2E32B4329C91}" dt="2020-10-20T11:25:21.671" v="6133" actId="20577"/>
          <ac:spMkLst>
            <pc:docMk/>
            <pc:sldMk cId="1347311207" sldId="257"/>
            <ac:spMk id="8" creationId="{C329C273-4BA4-4654-AC81-B35A1959BC2F}"/>
          </ac:spMkLst>
        </pc:spChg>
      </pc:sldChg>
      <pc:sldChg chg="modSp new mod">
        <pc:chgData name="Cheng Fan" userId="73b39abba4055029" providerId="LiveId" clId="{4A97D86B-F209-459D-A766-2E32B4329C91}" dt="2020-10-07T08:50:18.471" v="1593"/>
        <pc:sldMkLst>
          <pc:docMk/>
          <pc:sldMk cId="3450346053" sldId="258"/>
        </pc:sldMkLst>
        <pc:spChg chg="mod">
          <ac:chgData name="Cheng Fan" userId="73b39abba4055029" providerId="LiveId" clId="{4A97D86B-F209-459D-A766-2E32B4329C91}" dt="2020-10-07T08:06:17.962" v="379"/>
          <ac:spMkLst>
            <pc:docMk/>
            <pc:sldMk cId="3450346053" sldId="258"/>
            <ac:spMk id="2" creationId="{3264BA8E-4927-43FF-AABC-7A4C38F021D2}"/>
          </ac:spMkLst>
        </pc:spChg>
        <pc:spChg chg="mod">
          <ac:chgData name="Cheng Fan" userId="73b39abba4055029" providerId="LiveId" clId="{4A97D86B-F209-459D-A766-2E32B4329C91}" dt="2020-10-07T08:50:18.471" v="1593"/>
          <ac:spMkLst>
            <pc:docMk/>
            <pc:sldMk cId="3450346053" sldId="258"/>
            <ac:spMk id="3" creationId="{5154D62C-D761-446D-A727-51AC4E5FBBED}"/>
          </ac:spMkLst>
        </pc:spChg>
      </pc:sldChg>
      <pc:sldChg chg="modSp new mod">
        <pc:chgData name="Cheng Fan" userId="73b39abba4055029" providerId="LiveId" clId="{4A97D86B-F209-459D-A766-2E32B4329C91}" dt="2020-10-08T12:43:48.111" v="3624" actId="20577"/>
        <pc:sldMkLst>
          <pc:docMk/>
          <pc:sldMk cId="462148349" sldId="259"/>
        </pc:sldMkLst>
        <pc:spChg chg="mod">
          <ac:chgData name="Cheng Fan" userId="73b39abba4055029" providerId="LiveId" clId="{4A97D86B-F209-459D-A766-2E32B4329C91}" dt="2020-10-07T08:16:51.494" v="657"/>
          <ac:spMkLst>
            <pc:docMk/>
            <pc:sldMk cId="462148349" sldId="259"/>
            <ac:spMk id="2" creationId="{4A75799A-8E8A-4C3C-AF72-13251A0CF751}"/>
          </ac:spMkLst>
        </pc:spChg>
        <pc:spChg chg="mod">
          <ac:chgData name="Cheng Fan" userId="73b39abba4055029" providerId="LiveId" clId="{4A97D86B-F209-459D-A766-2E32B4329C91}" dt="2020-10-08T12:43:48.111" v="3624" actId="20577"/>
          <ac:spMkLst>
            <pc:docMk/>
            <pc:sldMk cId="462148349" sldId="259"/>
            <ac:spMk id="3" creationId="{D5FACB8C-E4C4-4BB3-8A2F-9B15218F5CAD}"/>
          </ac:spMkLst>
        </pc:spChg>
      </pc:sldChg>
      <pc:sldChg chg="modSp new mod">
        <pc:chgData name="Cheng Fan" userId="73b39abba4055029" providerId="LiveId" clId="{4A97D86B-F209-459D-A766-2E32B4329C91}" dt="2020-10-08T13:00:17.409" v="4286"/>
        <pc:sldMkLst>
          <pc:docMk/>
          <pc:sldMk cId="3186018531" sldId="260"/>
        </pc:sldMkLst>
        <pc:spChg chg="mod">
          <ac:chgData name="Cheng Fan" userId="73b39abba4055029" providerId="LiveId" clId="{4A97D86B-F209-459D-A766-2E32B4329C91}" dt="2020-10-07T09:06:17.119" v="1708"/>
          <ac:spMkLst>
            <pc:docMk/>
            <pc:sldMk cId="3186018531" sldId="260"/>
            <ac:spMk id="2" creationId="{BEB70188-3C46-48DA-8170-BFD30A44F0EB}"/>
          </ac:spMkLst>
        </pc:spChg>
        <pc:spChg chg="mod">
          <ac:chgData name="Cheng Fan" userId="73b39abba4055029" providerId="LiveId" clId="{4A97D86B-F209-459D-A766-2E32B4329C91}" dt="2020-10-08T13:00:17.409" v="4286"/>
          <ac:spMkLst>
            <pc:docMk/>
            <pc:sldMk cId="3186018531" sldId="260"/>
            <ac:spMk id="3" creationId="{4844D03D-1751-4F96-93E4-F5F998E03DED}"/>
          </ac:spMkLst>
        </pc:spChg>
      </pc:sldChg>
      <pc:sldChg chg="modSp new mod">
        <pc:chgData name="Cheng Fan" userId="73b39abba4055029" providerId="LiveId" clId="{4A97D86B-F209-459D-A766-2E32B4329C91}" dt="2020-10-07T09:28:34.042" v="2568"/>
        <pc:sldMkLst>
          <pc:docMk/>
          <pc:sldMk cId="796514507" sldId="261"/>
        </pc:sldMkLst>
        <pc:spChg chg="mod">
          <ac:chgData name="Cheng Fan" userId="73b39abba4055029" providerId="LiveId" clId="{4A97D86B-F209-459D-A766-2E32B4329C91}" dt="2020-10-07T09:24:15.837" v="2528"/>
          <ac:spMkLst>
            <pc:docMk/>
            <pc:sldMk cId="796514507" sldId="261"/>
            <ac:spMk id="2" creationId="{AF2030A2-AC80-4E12-BFD0-720E80358192}"/>
          </ac:spMkLst>
        </pc:spChg>
        <pc:spChg chg="mod">
          <ac:chgData name="Cheng Fan" userId="73b39abba4055029" providerId="LiveId" clId="{4A97D86B-F209-459D-A766-2E32B4329C91}" dt="2020-10-07T09:28:34.042" v="2568"/>
          <ac:spMkLst>
            <pc:docMk/>
            <pc:sldMk cId="796514507" sldId="261"/>
            <ac:spMk id="3" creationId="{E014C913-EAC7-41CF-B5F0-CC9D1C3C2C6D}"/>
          </ac:spMkLst>
        </pc:spChg>
      </pc:sldChg>
      <pc:sldChg chg="addSp delSp modSp new mod">
        <pc:chgData name="Cheng Fan" userId="73b39abba4055029" providerId="LiveId" clId="{4A97D86B-F209-459D-A766-2E32B4329C91}" dt="2020-10-09T08:11:26.508" v="4613"/>
        <pc:sldMkLst>
          <pc:docMk/>
          <pc:sldMk cId="2973897989" sldId="262"/>
        </pc:sldMkLst>
        <pc:spChg chg="mod">
          <ac:chgData name="Cheng Fan" userId="73b39abba4055029" providerId="LiveId" clId="{4A97D86B-F209-459D-A766-2E32B4329C91}" dt="2020-10-08T11:41:44.659" v="2778" actId="20577"/>
          <ac:spMkLst>
            <pc:docMk/>
            <pc:sldMk cId="2973897989" sldId="262"/>
            <ac:spMk id="2" creationId="{29A45749-56A9-430A-9FD2-78C5D7C5F01A}"/>
          </ac:spMkLst>
        </pc:spChg>
        <pc:spChg chg="mod">
          <ac:chgData name="Cheng Fan" userId="73b39abba4055029" providerId="LiveId" clId="{4A97D86B-F209-459D-A766-2E32B4329C91}" dt="2020-10-09T08:11:26.508" v="4613"/>
          <ac:spMkLst>
            <pc:docMk/>
            <pc:sldMk cId="2973897989" sldId="262"/>
            <ac:spMk id="3" creationId="{A9772AA1-6C0D-423E-ABDC-37B96539624F}"/>
          </ac:spMkLst>
        </pc:spChg>
        <pc:picChg chg="add del mod">
          <ac:chgData name="Cheng Fan" userId="73b39abba4055029" providerId="LiveId" clId="{4A97D86B-F209-459D-A766-2E32B4329C91}" dt="2020-10-08T12:43:57.731" v="3625" actId="478"/>
          <ac:picMkLst>
            <pc:docMk/>
            <pc:sldMk cId="2973897989" sldId="262"/>
            <ac:picMk id="5" creationId="{A0309F31-D183-47C4-A568-A57E37EC6E0B}"/>
          </ac:picMkLst>
        </pc:picChg>
        <pc:picChg chg="add mod">
          <ac:chgData name="Cheng Fan" userId="73b39abba4055029" providerId="LiveId" clId="{4A97D86B-F209-459D-A766-2E32B4329C91}" dt="2020-10-08T12:44:48.403" v="3630" actId="1076"/>
          <ac:picMkLst>
            <pc:docMk/>
            <pc:sldMk cId="2973897989" sldId="262"/>
            <ac:picMk id="7" creationId="{2B4D2F64-3912-41BF-8BDC-45CBDC19722F}"/>
          </ac:picMkLst>
        </pc:picChg>
      </pc:sldChg>
      <pc:sldChg chg="modSp new mod">
        <pc:chgData name="Cheng Fan" userId="73b39abba4055029" providerId="LiveId" clId="{4A97D86B-F209-459D-A766-2E32B4329C91}" dt="2020-10-08T12:58:39.655" v="4166" actId="20577"/>
        <pc:sldMkLst>
          <pc:docMk/>
          <pc:sldMk cId="2426146451" sldId="263"/>
        </pc:sldMkLst>
        <pc:spChg chg="mod">
          <ac:chgData name="Cheng Fan" userId="73b39abba4055029" providerId="LiveId" clId="{4A97D86B-F209-459D-A766-2E32B4329C91}" dt="2020-10-08T12:51:17.694" v="3665"/>
          <ac:spMkLst>
            <pc:docMk/>
            <pc:sldMk cId="2426146451" sldId="263"/>
            <ac:spMk id="2" creationId="{C04F1D68-5A4B-42EF-9F8D-128E4F844A97}"/>
          </ac:spMkLst>
        </pc:spChg>
        <pc:spChg chg="mod">
          <ac:chgData name="Cheng Fan" userId="73b39abba4055029" providerId="LiveId" clId="{4A97D86B-F209-459D-A766-2E32B4329C91}" dt="2020-10-08T12:58:39.655" v="4166" actId="20577"/>
          <ac:spMkLst>
            <pc:docMk/>
            <pc:sldMk cId="2426146451" sldId="263"/>
            <ac:spMk id="3" creationId="{1FD4A4E8-201A-4179-96ED-0FBC0A1A2EA3}"/>
          </ac:spMkLst>
        </pc:spChg>
      </pc:sldChg>
      <pc:sldChg chg="modSp new mod">
        <pc:chgData name="Cheng Fan" userId="73b39abba4055029" providerId="LiveId" clId="{4A97D86B-F209-459D-A766-2E32B4329C91}" dt="2020-10-20T11:13:45.251" v="4758" actId="20577"/>
        <pc:sldMkLst>
          <pc:docMk/>
          <pc:sldMk cId="349468007" sldId="264"/>
        </pc:sldMkLst>
        <pc:spChg chg="mod">
          <ac:chgData name="Cheng Fan" userId="73b39abba4055029" providerId="LiveId" clId="{4A97D86B-F209-459D-A766-2E32B4329C91}" dt="2020-10-08T13:00:51.334" v="4303"/>
          <ac:spMkLst>
            <pc:docMk/>
            <pc:sldMk cId="349468007" sldId="264"/>
            <ac:spMk id="2" creationId="{DD92896E-6B96-4D3D-B72A-E5A2623F9F2F}"/>
          </ac:spMkLst>
        </pc:spChg>
        <pc:spChg chg="mod">
          <ac:chgData name="Cheng Fan" userId="73b39abba4055029" providerId="LiveId" clId="{4A97D86B-F209-459D-A766-2E32B4329C91}" dt="2020-10-20T11:13:45.251" v="4758" actId="20577"/>
          <ac:spMkLst>
            <pc:docMk/>
            <pc:sldMk cId="349468007" sldId="264"/>
            <ac:spMk id="3" creationId="{DAA9EAC0-D6CE-4D6E-9067-CA05EA0E278C}"/>
          </ac:spMkLst>
        </pc:spChg>
      </pc:sldChg>
      <pc:sldChg chg="modSp mod">
        <pc:chgData name="Cheng Fan" userId="73b39abba4055029" providerId="LiveId" clId="{4A97D86B-F209-459D-A766-2E32B4329C91}" dt="2020-10-17T05:57:57.505" v="4662" actId="20577"/>
        <pc:sldMkLst>
          <pc:docMk/>
          <pc:sldMk cId="2538560678" sldId="269"/>
        </pc:sldMkLst>
        <pc:spChg chg="mod">
          <ac:chgData name="Cheng Fan" userId="73b39abba4055029" providerId="LiveId" clId="{4A97D86B-F209-459D-A766-2E32B4329C91}" dt="2020-10-17T05:57:57.505" v="4662" actId="20577"/>
          <ac:spMkLst>
            <pc:docMk/>
            <pc:sldMk cId="2538560678" sldId="269"/>
            <ac:spMk id="3" creationId="{82ABC62E-BDD7-4AD9-8A2E-A64832F78511}"/>
          </ac:spMkLst>
        </pc:spChg>
      </pc:sldChg>
      <pc:sldChg chg="modSp mod">
        <pc:chgData name="Cheng Fan" userId="73b39abba4055029" providerId="LiveId" clId="{4A97D86B-F209-459D-A766-2E32B4329C91}" dt="2020-10-29T05:40:51.721" v="6170" actId="20577"/>
        <pc:sldMkLst>
          <pc:docMk/>
          <pc:sldMk cId="3583741131" sldId="270"/>
        </pc:sldMkLst>
        <pc:spChg chg="mod">
          <ac:chgData name="Cheng Fan" userId="73b39abba4055029" providerId="LiveId" clId="{4A97D86B-F209-459D-A766-2E32B4329C91}" dt="2020-10-29T05:40:51.721" v="6170" actId="20577"/>
          <ac:spMkLst>
            <pc:docMk/>
            <pc:sldMk cId="3583741131" sldId="270"/>
            <ac:spMk id="3" creationId="{05EBCBA5-F28E-4264-B777-F4EC8E8B70DF}"/>
          </ac:spMkLst>
        </pc:spChg>
      </pc:sldChg>
      <pc:sldChg chg="modSp mod">
        <pc:chgData name="Cheng Fan" userId="73b39abba4055029" providerId="LiveId" clId="{4A97D86B-F209-459D-A766-2E32B4329C91}" dt="2020-11-01T07:55:38.706" v="6393" actId="20577"/>
        <pc:sldMkLst>
          <pc:docMk/>
          <pc:sldMk cId="2193162572" sldId="271"/>
        </pc:sldMkLst>
        <pc:spChg chg="mod">
          <ac:chgData name="Cheng Fan" userId="73b39abba4055029" providerId="LiveId" clId="{4A97D86B-F209-459D-A766-2E32B4329C91}" dt="2020-11-01T07:55:38.706" v="6393" actId="20577"/>
          <ac:spMkLst>
            <pc:docMk/>
            <pc:sldMk cId="2193162572" sldId="271"/>
            <ac:spMk id="3" creationId="{7941DF77-31BB-40E2-BF95-0B0BE30F0E6B}"/>
          </ac:spMkLst>
        </pc:spChg>
      </pc:sldChg>
      <pc:sldChg chg="modSp mod">
        <pc:chgData name="Cheng Fan" userId="73b39abba4055029" providerId="LiveId" clId="{4A97D86B-F209-459D-A766-2E32B4329C91}" dt="2020-11-04T23:37:59.485" v="6425" actId="20577"/>
        <pc:sldMkLst>
          <pc:docMk/>
          <pc:sldMk cId="2077494113" sldId="272"/>
        </pc:sldMkLst>
        <pc:spChg chg="mod">
          <ac:chgData name="Cheng Fan" userId="73b39abba4055029" providerId="LiveId" clId="{4A97D86B-F209-459D-A766-2E32B4329C91}" dt="2020-11-01T07:56:03.774" v="6399" actId="20577"/>
          <ac:spMkLst>
            <pc:docMk/>
            <pc:sldMk cId="2077494113" sldId="272"/>
            <ac:spMk id="2" creationId="{DB1BFCE0-8EEF-425E-9A85-477D84771F43}"/>
          </ac:spMkLst>
        </pc:spChg>
        <pc:spChg chg="mod">
          <ac:chgData name="Cheng Fan" userId="73b39abba4055029" providerId="LiveId" clId="{4A97D86B-F209-459D-A766-2E32B4329C91}" dt="2020-11-04T23:37:59.485" v="6425" actId="20577"/>
          <ac:spMkLst>
            <pc:docMk/>
            <pc:sldMk cId="2077494113" sldId="272"/>
            <ac:spMk id="3" creationId="{311B890E-DC3E-4F07-8099-A7ACA84EB75B}"/>
          </ac:spMkLst>
        </pc:spChg>
      </pc:sldChg>
      <pc:sldChg chg="addSp modSp new mod ord">
        <pc:chgData name="Cheng Fan" userId="73b39abba4055029" providerId="LiveId" clId="{4A97D86B-F209-459D-A766-2E32B4329C91}" dt="2020-11-09T23:04:25.993" v="6442" actId="1076"/>
        <pc:sldMkLst>
          <pc:docMk/>
          <pc:sldMk cId="3779383661" sldId="273"/>
        </pc:sldMkLst>
        <pc:spChg chg="mod">
          <ac:chgData name="Cheng Fan" userId="73b39abba4055029" providerId="LiveId" clId="{4A97D86B-F209-459D-A766-2E32B4329C91}" dt="2020-11-09T12:20:39.221" v="6432" actId="20577"/>
          <ac:spMkLst>
            <pc:docMk/>
            <pc:sldMk cId="3779383661" sldId="273"/>
            <ac:spMk id="3" creationId="{594B0D3A-1B64-4EEC-83AB-735E8BA793F3}"/>
          </ac:spMkLst>
        </pc:spChg>
        <pc:spChg chg="add">
          <ac:chgData name="Cheng Fan" userId="73b39abba4055029" providerId="LiveId" clId="{4A97D86B-F209-459D-A766-2E32B4329C91}" dt="2020-11-09T12:34:33.285" v="6440" actId="22"/>
          <ac:spMkLst>
            <pc:docMk/>
            <pc:sldMk cId="3779383661" sldId="273"/>
            <ac:spMk id="5" creationId="{A65499D5-DD1E-4059-97CB-DDD7D009316F}"/>
          </ac:spMkLst>
        </pc:spChg>
        <pc:spChg chg="add mod">
          <ac:chgData name="Cheng Fan" userId="73b39abba4055029" providerId="LiveId" clId="{4A97D86B-F209-459D-A766-2E32B4329C91}" dt="2020-11-09T23:04:25.993" v="6442" actId="1076"/>
          <ac:spMkLst>
            <pc:docMk/>
            <pc:sldMk cId="3779383661" sldId="273"/>
            <ac:spMk id="6" creationId="{7A970549-41E1-434F-94D3-45DD04F9A036}"/>
          </ac:spMkLst>
        </pc:spChg>
      </pc:sldChg>
      <pc:sldChg chg="addSp delSp modSp new mod">
        <pc:chgData name="Cheng Fan" userId="73b39abba4055029" providerId="LiveId" clId="{4A97D86B-F209-459D-A766-2E32B4329C91}" dt="2020-11-09T12:21:36.593" v="6439"/>
        <pc:sldMkLst>
          <pc:docMk/>
          <pc:sldMk cId="874288385" sldId="274"/>
        </pc:sldMkLst>
        <pc:spChg chg="mod">
          <ac:chgData name="Cheng Fan" userId="73b39abba4055029" providerId="LiveId" clId="{4A97D86B-F209-459D-A766-2E32B4329C91}" dt="2020-11-09T12:21:36.593" v="6439"/>
          <ac:spMkLst>
            <pc:docMk/>
            <pc:sldMk cId="874288385" sldId="274"/>
            <ac:spMk id="2" creationId="{DE79C823-C1D3-4053-917B-AE2B46C07F2B}"/>
          </ac:spMkLst>
        </pc:spChg>
        <pc:spChg chg="add del mod">
          <ac:chgData name="Cheng Fan" userId="73b39abba4055029" providerId="LiveId" clId="{4A97D86B-F209-459D-A766-2E32B4329C91}" dt="2020-11-09T12:21:27.327" v="6438" actId="27636"/>
          <ac:spMkLst>
            <pc:docMk/>
            <pc:sldMk cId="874288385" sldId="274"/>
            <ac:spMk id="3" creationId="{E45C4176-3110-4219-AE9F-EF238F564DBD}"/>
          </ac:spMkLst>
        </pc:spChg>
        <pc:spChg chg="add del mod">
          <ac:chgData name="Cheng Fan" userId="73b39abba4055029" providerId="LiveId" clId="{4A97D86B-F209-459D-A766-2E32B4329C91}" dt="2020-11-09T12:21:24.222" v="6435"/>
          <ac:spMkLst>
            <pc:docMk/>
            <pc:sldMk cId="874288385" sldId="274"/>
            <ac:spMk id="4" creationId="{5C41D7D9-377E-4292-948F-D9BBC9AF6F38}"/>
          </ac:spMkLst>
        </pc:spChg>
      </pc:sldChg>
      <pc:sldChg chg="modSp new mod">
        <pc:chgData name="Cheng Fan" userId="73b39abba4055029" providerId="LiveId" clId="{4A97D86B-F209-459D-A766-2E32B4329C91}" dt="2020-11-11T01:57:33.600" v="6462"/>
        <pc:sldMkLst>
          <pc:docMk/>
          <pc:sldMk cId="4130052198" sldId="275"/>
        </pc:sldMkLst>
        <pc:spChg chg="mod">
          <ac:chgData name="Cheng Fan" userId="73b39abba4055029" providerId="LiveId" clId="{4A97D86B-F209-459D-A766-2E32B4329C91}" dt="2020-11-11T01:57:04.057" v="6461" actId="20577"/>
          <ac:spMkLst>
            <pc:docMk/>
            <pc:sldMk cId="4130052198" sldId="275"/>
            <ac:spMk id="2" creationId="{6E0077A0-99C1-459A-A36F-02050D989137}"/>
          </ac:spMkLst>
        </pc:spChg>
        <pc:spChg chg="mod">
          <ac:chgData name="Cheng Fan" userId="73b39abba4055029" providerId="LiveId" clId="{4A97D86B-F209-459D-A766-2E32B4329C91}" dt="2020-11-11T01:57:33.600" v="6462"/>
          <ac:spMkLst>
            <pc:docMk/>
            <pc:sldMk cId="4130052198" sldId="275"/>
            <ac:spMk id="3" creationId="{C6E071DA-C96C-4B32-B03E-A8B590F87B50}"/>
          </ac:spMkLst>
        </pc:spChg>
      </pc:sldChg>
    </pc:docChg>
  </pc:docChgLst>
  <pc:docChgLst>
    <pc:chgData name="Fan" userId="73b39abba4055029" providerId="LiveId" clId="{1FB6B254-23A8-45A6-88EC-D1515BF50C7C}"/>
    <pc:docChg chg="custSel addSld modSld">
      <pc:chgData name="Fan" userId="73b39abba4055029" providerId="LiveId" clId="{1FB6B254-23A8-45A6-88EC-D1515BF50C7C}" dt="2023-09-13T07:26:39.549" v="43" actId="20577"/>
      <pc:docMkLst>
        <pc:docMk/>
      </pc:docMkLst>
      <pc:sldChg chg="addSp modSp add mod">
        <pc:chgData name="Fan" userId="73b39abba4055029" providerId="LiveId" clId="{1FB6B254-23A8-45A6-88EC-D1515BF50C7C}" dt="2023-09-13T07:26:39.549" v="43" actId="20577"/>
        <pc:sldMkLst>
          <pc:docMk/>
          <pc:sldMk cId="2228870984" sldId="341"/>
        </pc:sldMkLst>
        <pc:spChg chg="add mod">
          <ac:chgData name="Fan" userId="73b39abba4055029" providerId="LiveId" clId="{1FB6B254-23A8-45A6-88EC-D1515BF50C7C}" dt="2023-09-13T07:26:39.549" v="43" actId="20577"/>
          <ac:spMkLst>
            <pc:docMk/>
            <pc:sldMk cId="2228870984" sldId="341"/>
            <ac:spMk id="2" creationId="{D0B61CD7-6D23-76FB-1B52-70DAE6183C02}"/>
          </ac:spMkLst>
        </pc:spChg>
        <pc:spChg chg="mod">
          <ac:chgData name="Fan" userId="73b39abba4055029" providerId="LiveId" clId="{1FB6B254-23A8-45A6-88EC-D1515BF50C7C}" dt="2023-09-13T07:25:58.232" v="2" actId="207"/>
          <ac:spMkLst>
            <pc:docMk/>
            <pc:sldMk cId="2228870984" sldId="341"/>
            <ac:spMk id="20" creationId="{2CBB1B8C-5B2A-013A-FBFE-EC6B2BEDDF35}"/>
          </ac:spMkLst>
        </pc:spChg>
      </pc:sldChg>
    </pc:docChg>
  </pc:docChgLst>
  <pc:docChgLst>
    <pc:chgData name="Fan Cheng" userId="73b39abba4055029" providerId="LiveId" clId="{374147F9-0EC7-164E-BF07-8B2E50A218B1}"/>
    <pc:docChg chg="undo custSel addSld delSld modSld">
      <pc:chgData name="Fan Cheng" userId="73b39abba4055029" providerId="LiveId" clId="{374147F9-0EC7-164E-BF07-8B2E50A218B1}" dt="2023-12-12T01:14:23.701" v="1333" actId="2696"/>
      <pc:docMkLst>
        <pc:docMk/>
      </pc:docMkLst>
      <pc:sldChg chg="modSp new del mod">
        <pc:chgData name="Fan Cheng" userId="73b39abba4055029" providerId="LiveId" clId="{374147F9-0EC7-164E-BF07-8B2E50A218B1}" dt="2023-11-21T01:49:10.677" v="9" actId="2696"/>
        <pc:sldMkLst>
          <pc:docMk/>
          <pc:sldMk cId="634367338" sldId="448"/>
        </pc:sldMkLst>
        <pc:spChg chg="mod">
          <ac:chgData name="Fan Cheng" userId="73b39abba4055029" providerId="LiveId" clId="{374147F9-0EC7-164E-BF07-8B2E50A218B1}" dt="2023-11-21T01:49:07.814" v="8" actId="20577"/>
          <ac:spMkLst>
            <pc:docMk/>
            <pc:sldMk cId="634367338" sldId="448"/>
            <ac:spMk id="2" creationId="{FFAB9DC8-BD0D-2C5A-679E-845A8AE591DF}"/>
          </ac:spMkLst>
        </pc:spChg>
      </pc:sldChg>
      <pc:sldChg chg="modSp add mod">
        <pc:chgData name="Fan Cheng" userId="73b39abba4055029" providerId="LiveId" clId="{374147F9-0EC7-164E-BF07-8B2E50A218B1}" dt="2023-11-21T01:54:44.802" v="95" actId="207"/>
        <pc:sldMkLst>
          <pc:docMk/>
          <pc:sldMk cId="1045297944" sldId="448"/>
        </pc:sldMkLst>
        <pc:spChg chg="mod">
          <ac:chgData name="Fan Cheng" userId="73b39abba4055029" providerId="LiveId" clId="{374147F9-0EC7-164E-BF07-8B2E50A218B1}" dt="2023-11-21T01:49:19.131" v="20" actId="20577"/>
          <ac:spMkLst>
            <pc:docMk/>
            <pc:sldMk cId="1045297944" sldId="448"/>
            <ac:spMk id="2" creationId="{09E7D337-D189-D34C-11F4-6C08C8B1C27A}"/>
          </ac:spMkLst>
        </pc:spChg>
        <pc:spChg chg="mod">
          <ac:chgData name="Fan Cheng" userId="73b39abba4055029" providerId="LiveId" clId="{374147F9-0EC7-164E-BF07-8B2E50A218B1}" dt="2023-11-21T01:54:44.802" v="95" actId="207"/>
          <ac:spMkLst>
            <pc:docMk/>
            <pc:sldMk cId="1045297944" sldId="448"/>
            <ac:spMk id="3" creationId="{96781756-640C-947E-F5A2-B618303ABCF7}"/>
          </ac:spMkLst>
        </pc:spChg>
      </pc:sldChg>
      <pc:sldChg chg="modSp new mod">
        <pc:chgData name="Fan Cheng" userId="73b39abba4055029" providerId="LiveId" clId="{374147F9-0EC7-164E-BF07-8B2E50A218B1}" dt="2023-11-28T01:55:38.027" v="187" actId="14100"/>
        <pc:sldMkLst>
          <pc:docMk/>
          <pc:sldMk cId="814612442" sldId="449"/>
        </pc:sldMkLst>
        <pc:spChg chg="mod">
          <ac:chgData name="Fan Cheng" userId="73b39abba4055029" providerId="LiveId" clId="{374147F9-0EC7-164E-BF07-8B2E50A218B1}" dt="2023-11-28T01:54:02.378" v="117" actId="20577"/>
          <ac:spMkLst>
            <pc:docMk/>
            <pc:sldMk cId="814612442" sldId="449"/>
            <ac:spMk id="2" creationId="{E490BE06-D0FC-7173-C1B9-B58E8810ACF1}"/>
          </ac:spMkLst>
        </pc:spChg>
        <pc:spChg chg="mod">
          <ac:chgData name="Fan Cheng" userId="73b39abba4055029" providerId="LiveId" clId="{374147F9-0EC7-164E-BF07-8B2E50A218B1}" dt="2023-11-28T01:55:38.027" v="187" actId="14100"/>
          <ac:spMkLst>
            <pc:docMk/>
            <pc:sldMk cId="814612442" sldId="449"/>
            <ac:spMk id="3" creationId="{049297CF-666F-2FB2-EF76-7F5175B6E20B}"/>
          </ac:spMkLst>
        </pc:spChg>
      </pc:sldChg>
      <pc:sldChg chg="modSp new mod">
        <pc:chgData name="Fan Cheng" userId="73b39abba4055029" providerId="LiveId" clId="{374147F9-0EC7-164E-BF07-8B2E50A218B1}" dt="2023-11-28T01:57:01.622" v="232" actId="20577"/>
        <pc:sldMkLst>
          <pc:docMk/>
          <pc:sldMk cId="4066085605" sldId="450"/>
        </pc:sldMkLst>
        <pc:spChg chg="mod">
          <ac:chgData name="Fan Cheng" userId="73b39abba4055029" providerId="LiveId" clId="{374147F9-0EC7-164E-BF07-8B2E50A218B1}" dt="2023-11-28T01:57:01.622" v="232" actId="20577"/>
          <ac:spMkLst>
            <pc:docMk/>
            <pc:sldMk cId="4066085605" sldId="450"/>
            <ac:spMk id="2" creationId="{B5DAA6B9-7C6C-BF52-A2B6-06D648EA9064}"/>
          </ac:spMkLst>
        </pc:spChg>
        <pc:spChg chg="mod">
          <ac:chgData name="Fan Cheng" userId="73b39abba4055029" providerId="LiveId" clId="{374147F9-0EC7-164E-BF07-8B2E50A218B1}" dt="2023-11-28T01:56:49.422" v="191" actId="5793"/>
          <ac:spMkLst>
            <pc:docMk/>
            <pc:sldMk cId="4066085605" sldId="450"/>
            <ac:spMk id="3" creationId="{FD0F3AC8-3A6D-956D-3AE1-E9C3FFFA4834}"/>
          </ac:spMkLst>
        </pc:spChg>
      </pc:sldChg>
      <pc:sldChg chg="addSp modSp new mod">
        <pc:chgData name="Fan Cheng" userId="73b39abba4055029" providerId="LiveId" clId="{374147F9-0EC7-164E-BF07-8B2E50A218B1}" dt="2023-12-05T00:38:17.109" v="290" actId="1076"/>
        <pc:sldMkLst>
          <pc:docMk/>
          <pc:sldMk cId="4003638382" sldId="451"/>
        </pc:sldMkLst>
        <pc:spChg chg="mod">
          <ac:chgData name="Fan Cheng" userId="73b39abba4055029" providerId="LiveId" clId="{374147F9-0EC7-164E-BF07-8B2E50A218B1}" dt="2023-12-05T00:36:28.343" v="239" actId="20577"/>
          <ac:spMkLst>
            <pc:docMk/>
            <pc:sldMk cId="4003638382" sldId="451"/>
            <ac:spMk id="2" creationId="{ED47791D-5FB1-5412-A6A9-B42ED5A0D17F}"/>
          </ac:spMkLst>
        </pc:spChg>
        <pc:spChg chg="mod">
          <ac:chgData name="Fan Cheng" userId="73b39abba4055029" providerId="LiveId" clId="{374147F9-0EC7-164E-BF07-8B2E50A218B1}" dt="2023-12-05T00:38:01.844" v="287" actId="14100"/>
          <ac:spMkLst>
            <pc:docMk/>
            <pc:sldMk cId="4003638382" sldId="451"/>
            <ac:spMk id="3" creationId="{47CCEBF1-54CA-CF9F-DC49-487BF4E7D992}"/>
          </ac:spMkLst>
        </pc:spChg>
        <pc:picChg chg="add mod">
          <ac:chgData name="Fan Cheng" userId="73b39abba4055029" providerId="LiveId" clId="{374147F9-0EC7-164E-BF07-8B2E50A218B1}" dt="2023-12-05T00:38:17.109" v="290" actId="1076"/>
          <ac:picMkLst>
            <pc:docMk/>
            <pc:sldMk cId="4003638382" sldId="451"/>
            <ac:picMk id="4" creationId="{9E56D7B5-718F-6184-4255-6C975E93CF91}"/>
          </ac:picMkLst>
        </pc:picChg>
      </pc:sldChg>
      <pc:sldChg chg="addSp delSp modSp add mod">
        <pc:chgData name="Fan Cheng" userId="73b39abba4055029" providerId="LiveId" clId="{374147F9-0EC7-164E-BF07-8B2E50A218B1}" dt="2023-12-12T01:13:08.477" v="1332" actId="20577"/>
        <pc:sldMkLst>
          <pc:docMk/>
          <pc:sldMk cId="1730908098" sldId="452"/>
        </pc:sldMkLst>
        <pc:spChg chg="mod">
          <ac:chgData name="Fan Cheng" userId="73b39abba4055029" providerId="LiveId" clId="{374147F9-0EC7-164E-BF07-8B2E50A218B1}" dt="2023-12-12T00:44:12.808" v="313" actId="20577"/>
          <ac:spMkLst>
            <pc:docMk/>
            <pc:sldMk cId="1730908098" sldId="452"/>
            <ac:spMk id="2" creationId="{ED47791D-5FB1-5412-A6A9-B42ED5A0D17F}"/>
          </ac:spMkLst>
        </pc:spChg>
        <pc:spChg chg="del">
          <ac:chgData name="Fan Cheng" userId="73b39abba4055029" providerId="LiveId" clId="{374147F9-0EC7-164E-BF07-8B2E50A218B1}" dt="2023-12-12T00:44:26.800" v="314" actId="478"/>
          <ac:spMkLst>
            <pc:docMk/>
            <pc:sldMk cId="1730908098" sldId="452"/>
            <ac:spMk id="3" creationId="{47CCEBF1-54CA-CF9F-DC49-487BF4E7D992}"/>
          </ac:spMkLst>
        </pc:spChg>
        <pc:spChg chg="add del mod">
          <ac:chgData name="Fan Cheng" userId="73b39abba4055029" providerId="LiveId" clId="{374147F9-0EC7-164E-BF07-8B2E50A218B1}" dt="2023-12-12T00:44:31.208" v="316" actId="478"/>
          <ac:spMkLst>
            <pc:docMk/>
            <pc:sldMk cId="1730908098" sldId="452"/>
            <ac:spMk id="6" creationId="{54060E86-F4C8-754E-41A2-A81A43BF6BD2}"/>
          </ac:spMkLst>
        </pc:spChg>
        <pc:spChg chg="add mod">
          <ac:chgData name="Fan Cheng" userId="73b39abba4055029" providerId="LiveId" clId="{374147F9-0EC7-164E-BF07-8B2E50A218B1}" dt="2023-12-12T01:13:08.477" v="1332" actId="20577"/>
          <ac:spMkLst>
            <pc:docMk/>
            <pc:sldMk cId="1730908098" sldId="452"/>
            <ac:spMk id="7" creationId="{051A8DAD-64D6-5A50-A33B-CFC7DF7B4231}"/>
          </ac:spMkLst>
        </pc:spChg>
        <pc:spChg chg="add del mod">
          <ac:chgData name="Fan Cheng" userId="73b39abba4055029" providerId="LiveId" clId="{374147F9-0EC7-164E-BF07-8B2E50A218B1}" dt="2023-12-12T01:05:34.747" v="604" actId="478"/>
          <ac:spMkLst>
            <pc:docMk/>
            <pc:sldMk cId="1730908098" sldId="452"/>
            <ac:spMk id="8" creationId="{26118959-B63E-5B4D-C1BD-1F9451EFCB96}"/>
          </ac:spMkLst>
        </pc:spChg>
        <pc:picChg chg="del">
          <ac:chgData name="Fan Cheng" userId="73b39abba4055029" providerId="LiveId" clId="{374147F9-0EC7-164E-BF07-8B2E50A218B1}" dt="2023-12-12T00:44:07.281" v="297" actId="478"/>
          <ac:picMkLst>
            <pc:docMk/>
            <pc:sldMk cId="1730908098" sldId="452"/>
            <ac:picMk id="4" creationId="{9E56D7B5-718F-6184-4255-6C975E93CF91}"/>
          </ac:picMkLst>
        </pc:picChg>
      </pc:sldChg>
      <pc:sldChg chg="modSp new del mod">
        <pc:chgData name="Fan Cheng" userId="73b39abba4055029" providerId="LiveId" clId="{374147F9-0EC7-164E-BF07-8B2E50A218B1}" dt="2023-12-12T01:14:23.701" v="1333" actId="2696"/>
        <pc:sldMkLst>
          <pc:docMk/>
          <pc:sldMk cId="4064515441" sldId="453"/>
        </pc:sldMkLst>
        <pc:spChg chg="mod">
          <ac:chgData name="Fan Cheng" userId="73b39abba4055029" providerId="LiveId" clId="{374147F9-0EC7-164E-BF07-8B2E50A218B1}" dt="2023-12-12T01:08:16.085" v="886" actId="20577"/>
          <ac:spMkLst>
            <pc:docMk/>
            <pc:sldMk cId="4064515441" sldId="453"/>
            <ac:spMk id="2" creationId="{79D4BF3F-513D-DE00-911F-BDEA9FB82798}"/>
          </ac:spMkLst>
        </pc:spChg>
        <pc:spChg chg="mod">
          <ac:chgData name="Fan Cheng" userId="73b39abba4055029" providerId="LiveId" clId="{374147F9-0EC7-164E-BF07-8B2E50A218B1}" dt="2023-12-12T01:12:05.747" v="1272" actId="207"/>
          <ac:spMkLst>
            <pc:docMk/>
            <pc:sldMk cId="4064515441" sldId="453"/>
            <ac:spMk id="3" creationId="{CD5E0848-D659-884A-071E-3AE330AFA4F9}"/>
          </ac:spMkLst>
        </pc:spChg>
      </pc:sldChg>
    </pc:docChg>
  </pc:docChgLst>
  <pc:docChgLst>
    <pc:chgData name="Fan Cheng" userId="73b39abba4055029" providerId="LiveId" clId="{D96C3FCA-066A-7B4F-AE6E-F41BBC70AA51}"/>
    <pc:docChg chg="modSld">
      <pc:chgData name="Fan Cheng" userId="73b39abba4055029" providerId="LiveId" clId="{D96C3FCA-066A-7B4F-AE6E-F41BBC70AA51}" dt="2023-11-06T23:30:11.035" v="288" actId="20577"/>
      <pc:docMkLst>
        <pc:docMk/>
      </pc:docMkLst>
      <pc:sldChg chg="modSp mod">
        <pc:chgData name="Fan Cheng" userId="73b39abba4055029" providerId="LiveId" clId="{D96C3FCA-066A-7B4F-AE6E-F41BBC70AA51}" dt="2023-11-06T23:30:11.035" v="288" actId="20577"/>
        <pc:sldMkLst>
          <pc:docMk/>
          <pc:sldMk cId="614666815" sldId="446"/>
        </pc:sldMkLst>
        <pc:spChg chg="mod">
          <ac:chgData name="Fan Cheng" userId="73b39abba4055029" providerId="LiveId" clId="{D96C3FCA-066A-7B4F-AE6E-F41BBC70AA51}" dt="2023-11-06T23:30:11.035" v="288" actId="20577"/>
          <ac:spMkLst>
            <pc:docMk/>
            <pc:sldMk cId="614666815" sldId="446"/>
            <ac:spMk id="3" creationId="{7CFCC60D-087C-B186-C00E-DFF11C185CEA}"/>
          </ac:spMkLst>
        </pc:spChg>
      </pc:sldChg>
    </pc:docChg>
  </pc:docChgLst>
  <pc:docChgLst>
    <pc:chgData name="Fan Cheng" userId="73b39abba4055029" providerId="LiveId" clId="{B8DBD1B7-D400-4FB1-9C86-914198D84575}"/>
    <pc:docChg chg="undo custSel addSld modSld sldOrd">
      <pc:chgData name="Fan Cheng" userId="73b39abba4055029" providerId="LiveId" clId="{B8DBD1B7-D400-4FB1-9C86-914198D84575}" dt="2023-11-13T03:35:11.702" v="3066" actId="20577"/>
      <pc:docMkLst>
        <pc:docMk/>
      </pc:docMkLst>
      <pc:sldChg chg="modSp add mod">
        <pc:chgData name="Fan Cheng" userId="73b39abba4055029" providerId="LiveId" clId="{B8DBD1B7-D400-4FB1-9C86-914198D84575}" dt="2023-10-23T10:27:23.429" v="2436" actId="14734"/>
        <pc:sldMkLst>
          <pc:docMk/>
          <pc:sldMk cId="3705105923" sldId="259"/>
        </pc:sldMkLst>
        <pc:graphicFrameChg chg="mod modGraphic">
          <ac:chgData name="Fan Cheng" userId="73b39abba4055029" providerId="LiveId" clId="{B8DBD1B7-D400-4FB1-9C86-914198D84575}" dt="2023-10-23T10:27:23.429" v="2436" actId="14734"/>
          <ac:graphicFrameMkLst>
            <pc:docMk/>
            <pc:sldMk cId="3705105923" sldId="259"/>
            <ac:graphicFrameMk id="6" creationId="{CEA09D90-ABB8-4269-AC7D-ABA62B2A9108}"/>
          </ac:graphicFrameMkLst>
        </pc:graphicFrameChg>
      </pc:sldChg>
      <pc:sldChg chg="add">
        <pc:chgData name="Fan Cheng" userId="73b39abba4055029" providerId="LiveId" clId="{B8DBD1B7-D400-4FB1-9C86-914198D84575}" dt="2023-09-20T09:19:28.375" v="0"/>
        <pc:sldMkLst>
          <pc:docMk/>
          <pc:sldMk cId="1859918878" sldId="332"/>
        </pc:sldMkLst>
      </pc:sldChg>
      <pc:sldChg chg="modSp mod">
        <pc:chgData name="Fan Cheng" userId="73b39abba4055029" providerId="LiveId" clId="{B8DBD1B7-D400-4FB1-9C86-914198D84575}" dt="2023-09-25T12:33:54.732" v="43" actId="255"/>
        <pc:sldMkLst>
          <pc:docMk/>
          <pc:sldMk cId="3545738712" sldId="350"/>
        </pc:sldMkLst>
        <pc:spChg chg="mod">
          <ac:chgData name="Fan Cheng" userId="73b39abba4055029" providerId="LiveId" clId="{B8DBD1B7-D400-4FB1-9C86-914198D84575}" dt="2023-09-25T12:33:54.732" v="43" actId="255"/>
          <ac:spMkLst>
            <pc:docMk/>
            <pc:sldMk cId="3545738712" sldId="350"/>
            <ac:spMk id="3" creationId="{009A183C-0B44-429A-931F-1DB509BCCCA0}"/>
          </ac:spMkLst>
        </pc:spChg>
      </pc:sldChg>
      <pc:sldChg chg="addSp modSp add mod">
        <pc:chgData name="Fan Cheng" userId="73b39abba4055029" providerId="LiveId" clId="{B8DBD1B7-D400-4FB1-9C86-914198D84575}" dt="2023-09-30T10:22:55.470" v="207"/>
        <pc:sldMkLst>
          <pc:docMk/>
          <pc:sldMk cId="978635810" sldId="351"/>
        </pc:sldMkLst>
        <pc:spChg chg="mod">
          <ac:chgData name="Fan Cheng" userId="73b39abba4055029" providerId="LiveId" clId="{B8DBD1B7-D400-4FB1-9C86-914198D84575}" dt="2023-09-30T10:18:11.261" v="49"/>
          <ac:spMkLst>
            <pc:docMk/>
            <pc:sldMk cId="978635810" sldId="351"/>
            <ac:spMk id="2" creationId="{F8720F0A-4584-7A7C-38A9-707BBBA46954}"/>
          </ac:spMkLst>
        </pc:spChg>
        <pc:spChg chg="mod">
          <ac:chgData name="Fan Cheng" userId="73b39abba4055029" providerId="LiveId" clId="{B8DBD1B7-D400-4FB1-9C86-914198D84575}" dt="2023-09-30T10:22:55.470" v="207"/>
          <ac:spMkLst>
            <pc:docMk/>
            <pc:sldMk cId="978635810" sldId="351"/>
            <ac:spMk id="3" creationId="{009A183C-0B44-429A-931F-1DB509BCCCA0}"/>
          </ac:spMkLst>
        </pc:spChg>
        <pc:spChg chg="add mod">
          <ac:chgData name="Fan Cheng" userId="73b39abba4055029" providerId="LiveId" clId="{B8DBD1B7-D400-4FB1-9C86-914198D84575}" dt="2023-09-30T10:22:44.906" v="204" actId="1076"/>
          <ac:spMkLst>
            <pc:docMk/>
            <pc:sldMk cId="978635810" sldId="351"/>
            <ac:spMk id="5" creationId="{71D8AB5B-859F-B6D7-2484-AD84F72D5808}"/>
          </ac:spMkLst>
        </pc:spChg>
      </pc:sldChg>
      <pc:sldChg chg="modSp mod">
        <pc:chgData name="Fan Cheng" userId="73b39abba4055029" providerId="LiveId" clId="{B8DBD1B7-D400-4FB1-9C86-914198D84575}" dt="2023-10-12T01:33:50.477" v="307" actId="207"/>
        <pc:sldMkLst>
          <pc:docMk/>
          <pc:sldMk cId="3743138926" sldId="353"/>
        </pc:sldMkLst>
        <pc:spChg chg="mod">
          <ac:chgData name="Fan Cheng" userId="73b39abba4055029" providerId="LiveId" clId="{B8DBD1B7-D400-4FB1-9C86-914198D84575}" dt="2023-10-12T01:33:50.477" v="307" actId="207"/>
          <ac:spMkLst>
            <pc:docMk/>
            <pc:sldMk cId="3743138926" sldId="353"/>
            <ac:spMk id="3" creationId="{009A183C-0B44-429A-931F-1DB509BCCCA0}"/>
          </ac:spMkLst>
        </pc:spChg>
      </pc:sldChg>
      <pc:sldChg chg="addSp delSp modSp new mod">
        <pc:chgData name="Fan Cheng" userId="73b39abba4055029" providerId="LiveId" clId="{B8DBD1B7-D400-4FB1-9C86-914198D84575}" dt="2023-10-12T03:17:36.714" v="1617" actId="2711"/>
        <pc:sldMkLst>
          <pc:docMk/>
          <pc:sldMk cId="3184138145" sldId="354"/>
        </pc:sldMkLst>
        <pc:spChg chg="mod">
          <ac:chgData name="Fan Cheng" userId="73b39abba4055029" providerId="LiveId" clId="{B8DBD1B7-D400-4FB1-9C86-914198D84575}" dt="2023-10-12T03:17:36.714" v="1617" actId="2711"/>
          <ac:spMkLst>
            <pc:docMk/>
            <pc:sldMk cId="3184138145" sldId="354"/>
            <ac:spMk id="2" creationId="{0042AFBC-44F2-BCEB-2397-95F40EEC2021}"/>
          </ac:spMkLst>
        </pc:spChg>
        <pc:spChg chg="del">
          <ac:chgData name="Fan Cheng" userId="73b39abba4055029" providerId="LiveId" clId="{B8DBD1B7-D400-4FB1-9C86-914198D84575}" dt="2023-10-12T01:36:06.720" v="338" actId="478"/>
          <ac:spMkLst>
            <pc:docMk/>
            <pc:sldMk cId="3184138145" sldId="354"/>
            <ac:spMk id="3" creationId="{A2E2D909-E0D3-FF68-DDC0-2C37F4C4AD95}"/>
          </ac:spMkLst>
        </pc:spChg>
        <pc:spChg chg="add mod">
          <ac:chgData name="Fan Cheng" userId="73b39abba4055029" providerId="LiveId" clId="{B8DBD1B7-D400-4FB1-9C86-914198D84575}" dt="2023-10-12T03:17:28.962" v="1616" actId="2711"/>
          <ac:spMkLst>
            <pc:docMk/>
            <pc:sldMk cId="3184138145" sldId="354"/>
            <ac:spMk id="6" creationId="{6415CD75-A3A7-8825-E15D-BFBA390A1516}"/>
          </ac:spMkLst>
        </pc:spChg>
        <pc:picChg chg="add mod">
          <ac:chgData name="Fan Cheng" userId="73b39abba4055029" providerId="LiveId" clId="{B8DBD1B7-D400-4FB1-9C86-914198D84575}" dt="2023-10-12T02:15:47.076" v="1604" actId="1076"/>
          <ac:picMkLst>
            <pc:docMk/>
            <pc:sldMk cId="3184138145" sldId="354"/>
            <ac:picMk id="4" creationId="{525660AE-47ED-A69D-2771-BB6D67072D0F}"/>
          </ac:picMkLst>
        </pc:picChg>
        <pc:picChg chg="add mod">
          <ac:chgData name="Fan Cheng" userId="73b39abba4055029" providerId="LiveId" clId="{B8DBD1B7-D400-4FB1-9C86-914198D84575}" dt="2023-10-12T02:15:44.719" v="1603" actId="1076"/>
          <ac:picMkLst>
            <pc:docMk/>
            <pc:sldMk cId="3184138145" sldId="354"/>
            <ac:picMk id="5" creationId="{E3A8CC50-23A9-9035-E6A6-C6389C6FA7DF}"/>
          </ac:picMkLst>
        </pc:picChg>
        <pc:picChg chg="add mod">
          <ac:chgData name="Fan Cheng" userId="73b39abba4055029" providerId="LiveId" clId="{B8DBD1B7-D400-4FB1-9C86-914198D84575}" dt="2023-10-12T02:42:19.020" v="1609" actId="14100"/>
          <ac:picMkLst>
            <pc:docMk/>
            <pc:sldMk cId="3184138145" sldId="354"/>
            <ac:picMk id="7" creationId="{B217051C-022B-0FDA-C612-398AD86464BD}"/>
          </ac:picMkLst>
        </pc:picChg>
      </pc:sldChg>
      <pc:sldChg chg="addSp delSp modSp new mod">
        <pc:chgData name="Fan Cheng" userId="73b39abba4055029" providerId="LiveId" clId="{B8DBD1B7-D400-4FB1-9C86-914198D84575}" dt="2023-10-12T01:50:16.418" v="1590" actId="20577"/>
        <pc:sldMkLst>
          <pc:docMk/>
          <pc:sldMk cId="627805290" sldId="355"/>
        </pc:sldMkLst>
        <pc:spChg chg="del">
          <ac:chgData name="Fan Cheng" userId="73b39abba4055029" providerId="LiveId" clId="{B8DBD1B7-D400-4FB1-9C86-914198D84575}" dt="2023-10-12T01:46:50.752" v="1416" actId="478"/>
          <ac:spMkLst>
            <pc:docMk/>
            <pc:sldMk cId="627805290" sldId="355"/>
            <ac:spMk id="2" creationId="{005F2AB5-6DED-4407-5A42-8CEB8A376427}"/>
          </ac:spMkLst>
        </pc:spChg>
        <pc:spChg chg="del">
          <ac:chgData name="Fan Cheng" userId="73b39abba4055029" providerId="LiveId" clId="{B8DBD1B7-D400-4FB1-9C86-914198D84575}" dt="2023-10-12T01:46:50.752" v="1416" actId="478"/>
          <ac:spMkLst>
            <pc:docMk/>
            <pc:sldMk cId="627805290" sldId="355"/>
            <ac:spMk id="3" creationId="{B33ED895-82B0-7AB1-1349-F59F0147B32C}"/>
          </ac:spMkLst>
        </pc:spChg>
        <pc:spChg chg="add mod">
          <ac:chgData name="Fan Cheng" userId="73b39abba4055029" providerId="LiveId" clId="{B8DBD1B7-D400-4FB1-9C86-914198D84575}" dt="2023-10-12T01:50:16.418" v="1590" actId="20577"/>
          <ac:spMkLst>
            <pc:docMk/>
            <pc:sldMk cId="627805290" sldId="355"/>
            <ac:spMk id="6" creationId="{5B4E67DF-0A00-702A-D594-4587AAC64084}"/>
          </ac:spMkLst>
        </pc:spChg>
        <pc:picChg chg="add mod">
          <ac:chgData name="Fan Cheng" userId="73b39abba4055029" providerId="LiveId" clId="{B8DBD1B7-D400-4FB1-9C86-914198D84575}" dt="2023-10-12T01:47:11.392" v="1419" actId="1076"/>
          <ac:picMkLst>
            <pc:docMk/>
            <pc:sldMk cId="627805290" sldId="355"/>
            <ac:picMk id="5" creationId="{5E3C257B-1E71-4699-F939-10DEE7A964B7}"/>
          </ac:picMkLst>
        </pc:picChg>
      </pc:sldChg>
      <pc:sldChg chg="modSp mod ord">
        <pc:chgData name="Fan Cheng" userId="73b39abba4055029" providerId="LiveId" clId="{B8DBD1B7-D400-4FB1-9C86-914198D84575}" dt="2023-10-23T10:21:55.852" v="2411" actId="20577"/>
        <pc:sldMkLst>
          <pc:docMk/>
          <pc:sldMk cId="3433443101" sldId="356"/>
        </pc:sldMkLst>
        <pc:spChg chg="mod">
          <ac:chgData name="Fan Cheng" userId="73b39abba4055029" providerId="LiveId" clId="{B8DBD1B7-D400-4FB1-9C86-914198D84575}" dt="2023-10-23T10:21:55.852" v="2411" actId="20577"/>
          <ac:spMkLst>
            <pc:docMk/>
            <pc:sldMk cId="3433443101" sldId="356"/>
            <ac:spMk id="3" creationId="{009A183C-0B44-429A-931F-1DB509BCCCA0}"/>
          </ac:spMkLst>
        </pc:spChg>
      </pc:sldChg>
      <pc:sldChg chg="modSp new mod">
        <pc:chgData name="Fan Cheng" userId="73b39abba4055029" providerId="LiveId" clId="{B8DBD1B7-D400-4FB1-9C86-914198D84575}" dt="2023-10-28T03:05:39.645" v="2803"/>
        <pc:sldMkLst>
          <pc:docMk/>
          <pc:sldMk cId="628143326" sldId="357"/>
        </pc:sldMkLst>
        <pc:spChg chg="mod">
          <ac:chgData name="Fan Cheng" userId="73b39abba4055029" providerId="LiveId" clId="{B8DBD1B7-D400-4FB1-9C86-914198D84575}" dt="2023-10-28T02:46:50.887" v="2439"/>
          <ac:spMkLst>
            <pc:docMk/>
            <pc:sldMk cId="628143326" sldId="357"/>
            <ac:spMk id="2" creationId="{63241EC9-5816-8CDF-C128-2683866E5503}"/>
          </ac:spMkLst>
        </pc:spChg>
        <pc:spChg chg="mod">
          <ac:chgData name="Fan Cheng" userId="73b39abba4055029" providerId="LiveId" clId="{B8DBD1B7-D400-4FB1-9C86-914198D84575}" dt="2023-10-28T03:05:39.645" v="2803"/>
          <ac:spMkLst>
            <pc:docMk/>
            <pc:sldMk cId="628143326" sldId="357"/>
            <ac:spMk id="3" creationId="{7CFCC60D-087C-B186-C00E-DFF11C185CEA}"/>
          </ac:spMkLst>
        </pc:spChg>
      </pc:sldChg>
      <pc:sldChg chg="modSp add mod">
        <pc:chgData name="Fan Cheng" userId="73b39abba4055029" providerId="LiveId" clId="{B8DBD1B7-D400-4FB1-9C86-914198D84575}" dt="2023-10-28T03:30:20.968" v="2807" actId="207"/>
        <pc:sldMkLst>
          <pc:docMk/>
          <pc:sldMk cId="3383034426" sldId="445"/>
        </pc:sldMkLst>
        <pc:spChg chg="mod">
          <ac:chgData name="Fan Cheng" userId="73b39abba4055029" providerId="LiveId" clId="{B8DBD1B7-D400-4FB1-9C86-914198D84575}" dt="2023-10-28T03:30:14.788" v="2806" actId="27636"/>
          <ac:spMkLst>
            <pc:docMk/>
            <pc:sldMk cId="3383034426" sldId="445"/>
            <ac:spMk id="2" creationId="{0530ED01-CCD5-F789-11FF-85CFADA2625A}"/>
          </ac:spMkLst>
        </pc:spChg>
        <pc:spChg chg="mod">
          <ac:chgData name="Fan Cheng" userId="73b39abba4055029" providerId="LiveId" clId="{B8DBD1B7-D400-4FB1-9C86-914198D84575}" dt="2023-10-28T03:30:20.968" v="2807" actId="207"/>
          <ac:spMkLst>
            <pc:docMk/>
            <pc:sldMk cId="3383034426" sldId="445"/>
            <ac:spMk id="3" creationId="{7A82C483-33DB-93F6-681C-1CF4667BFBA6}"/>
          </ac:spMkLst>
        </pc:spChg>
      </pc:sldChg>
      <pc:sldChg chg="modSp add mod">
        <pc:chgData name="Fan Cheng" userId="73b39abba4055029" providerId="LiveId" clId="{B8DBD1B7-D400-4FB1-9C86-914198D84575}" dt="2023-11-06T12:34:25.462" v="2862" actId="20577"/>
        <pc:sldMkLst>
          <pc:docMk/>
          <pc:sldMk cId="614666815" sldId="446"/>
        </pc:sldMkLst>
        <pc:spChg chg="mod">
          <ac:chgData name="Fan Cheng" userId="73b39abba4055029" providerId="LiveId" clId="{B8DBD1B7-D400-4FB1-9C86-914198D84575}" dt="2023-11-06T12:32:32.051" v="2811" actId="20577"/>
          <ac:spMkLst>
            <pc:docMk/>
            <pc:sldMk cId="614666815" sldId="446"/>
            <ac:spMk id="2" creationId="{63241EC9-5816-8CDF-C128-2683866E5503}"/>
          </ac:spMkLst>
        </pc:spChg>
        <pc:spChg chg="mod">
          <ac:chgData name="Fan Cheng" userId="73b39abba4055029" providerId="LiveId" clId="{B8DBD1B7-D400-4FB1-9C86-914198D84575}" dt="2023-11-06T12:34:25.462" v="2862" actId="20577"/>
          <ac:spMkLst>
            <pc:docMk/>
            <pc:sldMk cId="614666815" sldId="446"/>
            <ac:spMk id="3" creationId="{7CFCC60D-087C-B186-C00E-DFF11C185CEA}"/>
          </ac:spMkLst>
        </pc:spChg>
      </pc:sldChg>
      <pc:sldChg chg="modSp new mod">
        <pc:chgData name="Fan Cheng" userId="73b39abba4055029" providerId="LiveId" clId="{B8DBD1B7-D400-4FB1-9C86-914198D84575}" dt="2023-11-13T03:35:11.702" v="3066" actId="20577"/>
        <pc:sldMkLst>
          <pc:docMk/>
          <pc:sldMk cId="173263321" sldId="447"/>
        </pc:sldMkLst>
        <pc:spChg chg="mod">
          <ac:chgData name="Fan Cheng" userId="73b39abba4055029" providerId="LiveId" clId="{B8DBD1B7-D400-4FB1-9C86-914198D84575}" dt="2023-11-13T03:26:09.972" v="2865"/>
          <ac:spMkLst>
            <pc:docMk/>
            <pc:sldMk cId="173263321" sldId="447"/>
            <ac:spMk id="2" creationId="{09E7D337-D189-D34C-11F4-6C08C8B1C27A}"/>
          </ac:spMkLst>
        </pc:spChg>
        <pc:spChg chg="mod">
          <ac:chgData name="Fan Cheng" userId="73b39abba4055029" providerId="LiveId" clId="{B8DBD1B7-D400-4FB1-9C86-914198D84575}" dt="2023-11-13T03:35:11.702" v="3066" actId="20577"/>
          <ac:spMkLst>
            <pc:docMk/>
            <pc:sldMk cId="173263321" sldId="447"/>
            <ac:spMk id="3" creationId="{96781756-640C-947E-F5A2-B618303ABCF7}"/>
          </ac:spMkLst>
        </pc:spChg>
      </pc:sldChg>
    </pc:docChg>
  </pc:docChgLst>
  <pc:docChgLst>
    <pc:chgData name="Fan Cheng" userId="73b39abba4055029" providerId="LiveId" clId="{F58AB2CA-7945-472E-80EB-9AC3D7E6A57B}"/>
    <pc:docChg chg="undo custSel modSld">
      <pc:chgData name="Fan Cheng" userId="73b39abba4055029" providerId="LiveId" clId="{F58AB2CA-7945-472E-80EB-9AC3D7E6A57B}" dt="2023-10-17T01:07:18.765" v="293" actId="20577"/>
      <pc:docMkLst>
        <pc:docMk/>
      </pc:docMkLst>
      <pc:sldChg chg="modSp mod">
        <pc:chgData name="Fan Cheng" userId="73b39abba4055029" providerId="LiveId" clId="{F58AB2CA-7945-472E-80EB-9AC3D7E6A57B}" dt="2023-10-17T01:03:45.666" v="224" actId="207"/>
        <pc:sldMkLst>
          <pc:docMk/>
          <pc:sldMk cId="3743138926" sldId="353"/>
        </pc:sldMkLst>
        <pc:spChg chg="mod">
          <ac:chgData name="Fan Cheng" userId="73b39abba4055029" providerId="LiveId" clId="{F58AB2CA-7945-472E-80EB-9AC3D7E6A57B}" dt="2023-10-17T01:03:45.666" v="224" actId="207"/>
          <ac:spMkLst>
            <pc:docMk/>
            <pc:sldMk cId="3743138926" sldId="353"/>
            <ac:spMk id="3" creationId="{009A183C-0B44-429A-931F-1DB509BCCCA0}"/>
          </ac:spMkLst>
        </pc:spChg>
      </pc:sldChg>
      <pc:sldChg chg="modSp mod">
        <pc:chgData name="Fan Cheng" userId="73b39abba4055029" providerId="LiveId" clId="{F58AB2CA-7945-472E-80EB-9AC3D7E6A57B}" dt="2023-10-17T01:07:18.765" v="293" actId="20577"/>
        <pc:sldMkLst>
          <pc:docMk/>
          <pc:sldMk cId="627805290" sldId="355"/>
        </pc:sldMkLst>
        <pc:spChg chg="mod">
          <ac:chgData name="Fan Cheng" userId="73b39abba4055029" providerId="LiveId" clId="{F58AB2CA-7945-472E-80EB-9AC3D7E6A57B}" dt="2023-10-17T01:07:18.765" v="293" actId="20577"/>
          <ac:spMkLst>
            <pc:docMk/>
            <pc:sldMk cId="627805290" sldId="355"/>
            <ac:spMk id="6" creationId="{5B4E67DF-0A00-702A-D594-4587AAC64084}"/>
          </ac:spMkLst>
        </pc:spChg>
        <pc:picChg chg="mod">
          <ac:chgData name="Fan Cheng" userId="73b39abba4055029" providerId="LiveId" clId="{F58AB2CA-7945-472E-80EB-9AC3D7E6A57B}" dt="2023-10-17T01:02:54.507" v="218" actId="1076"/>
          <ac:picMkLst>
            <pc:docMk/>
            <pc:sldMk cId="627805290" sldId="355"/>
            <ac:picMk id="5" creationId="{5E3C257B-1E71-4699-F939-10DEE7A964B7}"/>
          </ac:picMkLst>
        </pc:picChg>
      </pc:sldChg>
    </pc:docChg>
  </pc:docChgLst>
  <pc:docChgLst>
    <pc:chgData name="Fan Cheng" userId="73b39abba4055029" providerId="LiveId" clId="{9FBE813B-ABCD-BB49-B022-884EF451610C}"/>
    <pc:docChg chg="undo custSel addSld delSld modSld sldOrd">
      <pc:chgData name="Fan Cheng" userId="73b39abba4055029" providerId="LiveId" clId="{9FBE813B-ABCD-BB49-B022-884EF451610C}" dt="2023-09-19T01:03:02.258" v="496" actId="2696"/>
      <pc:docMkLst>
        <pc:docMk/>
      </pc:docMkLst>
      <pc:sldChg chg="del">
        <pc:chgData name="Fan Cheng" userId="73b39abba4055029" providerId="LiveId" clId="{9FBE813B-ABCD-BB49-B022-884EF451610C}" dt="2023-09-19T01:03:02.258" v="496" actId="2696"/>
        <pc:sldMkLst>
          <pc:docMk/>
          <pc:sldMk cId="1812367509" sldId="256"/>
        </pc:sldMkLst>
      </pc:sldChg>
      <pc:sldChg chg="delSp modSp mod">
        <pc:chgData name="Fan Cheng" userId="73b39abba4055029" providerId="LiveId" clId="{9FBE813B-ABCD-BB49-B022-884EF451610C}" dt="2023-09-19T00:45:51.458" v="20" actId="478"/>
        <pc:sldMkLst>
          <pc:docMk/>
          <pc:sldMk cId="2228870984" sldId="341"/>
        </pc:sldMkLst>
        <pc:spChg chg="del mod">
          <ac:chgData name="Fan Cheng" userId="73b39abba4055029" providerId="LiveId" clId="{9FBE813B-ABCD-BB49-B022-884EF451610C}" dt="2023-09-19T00:45:51.458" v="20" actId="478"/>
          <ac:spMkLst>
            <pc:docMk/>
            <pc:sldMk cId="2228870984" sldId="341"/>
            <ac:spMk id="20" creationId="{2CBB1B8C-5B2A-013A-FBFE-EC6B2BEDDF35}"/>
          </ac:spMkLst>
        </pc:spChg>
      </pc:sldChg>
      <pc:sldChg chg="modSp new mod">
        <pc:chgData name="Fan Cheng" userId="73b39abba4055029" providerId="LiveId" clId="{9FBE813B-ABCD-BB49-B022-884EF451610C}" dt="2023-09-19T01:01:05.547" v="478" actId="207"/>
        <pc:sldMkLst>
          <pc:docMk/>
          <pc:sldMk cId="3027562436" sldId="342"/>
        </pc:sldMkLst>
        <pc:spChg chg="mod">
          <ac:chgData name="Fan Cheng" userId="73b39abba4055029" providerId="LiveId" clId="{9FBE813B-ABCD-BB49-B022-884EF451610C}" dt="2023-09-19T00:52:57.300" v="251" actId="20577"/>
          <ac:spMkLst>
            <pc:docMk/>
            <pc:sldMk cId="3027562436" sldId="342"/>
            <ac:spMk id="2" creationId="{F8720F0A-4584-7A7C-38A9-707BBBA46954}"/>
          </ac:spMkLst>
        </pc:spChg>
        <pc:spChg chg="mod">
          <ac:chgData name="Fan Cheng" userId="73b39abba4055029" providerId="LiveId" clId="{9FBE813B-ABCD-BB49-B022-884EF451610C}" dt="2023-09-19T01:01:05.547" v="478" actId="207"/>
          <ac:spMkLst>
            <pc:docMk/>
            <pc:sldMk cId="3027562436" sldId="342"/>
            <ac:spMk id="3" creationId="{009A183C-0B44-429A-931F-1DB509BCCCA0}"/>
          </ac:spMkLst>
        </pc:spChg>
      </pc:sldChg>
      <pc:sldChg chg="new">
        <pc:chgData name="Fan Cheng" userId="73b39abba4055029" providerId="LiveId" clId="{9FBE813B-ABCD-BB49-B022-884EF451610C}" dt="2023-09-19T00:53:03.764" v="252" actId="680"/>
        <pc:sldMkLst>
          <pc:docMk/>
          <pc:sldMk cId="139270499" sldId="343"/>
        </pc:sldMkLst>
      </pc:sldChg>
      <pc:sldChg chg="new">
        <pc:chgData name="Fan Cheng" userId="73b39abba4055029" providerId="LiveId" clId="{9FBE813B-ABCD-BB49-B022-884EF451610C}" dt="2023-09-19T00:53:03.990" v="253" actId="680"/>
        <pc:sldMkLst>
          <pc:docMk/>
          <pc:sldMk cId="1985025622" sldId="344"/>
        </pc:sldMkLst>
      </pc:sldChg>
      <pc:sldChg chg="new">
        <pc:chgData name="Fan Cheng" userId="73b39abba4055029" providerId="LiveId" clId="{9FBE813B-ABCD-BB49-B022-884EF451610C}" dt="2023-09-19T00:53:04.165" v="254" actId="680"/>
        <pc:sldMkLst>
          <pc:docMk/>
          <pc:sldMk cId="3624517481" sldId="345"/>
        </pc:sldMkLst>
      </pc:sldChg>
      <pc:sldChg chg="new">
        <pc:chgData name="Fan Cheng" userId="73b39abba4055029" providerId="LiveId" clId="{9FBE813B-ABCD-BB49-B022-884EF451610C}" dt="2023-09-19T00:53:04.323" v="255" actId="680"/>
        <pc:sldMkLst>
          <pc:docMk/>
          <pc:sldMk cId="1617727651" sldId="346"/>
        </pc:sldMkLst>
      </pc:sldChg>
      <pc:sldChg chg="new">
        <pc:chgData name="Fan Cheng" userId="73b39abba4055029" providerId="LiveId" clId="{9FBE813B-ABCD-BB49-B022-884EF451610C}" dt="2023-09-19T00:53:04.476" v="256" actId="680"/>
        <pc:sldMkLst>
          <pc:docMk/>
          <pc:sldMk cId="1727902826" sldId="347"/>
        </pc:sldMkLst>
      </pc:sldChg>
      <pc:sldChg chg="modSp new mod ord">
        <pc:chgData name="Fan Cheng" userId="73b39abba4055029" providerId="LiveId" clId="{9FBE813B-ABCD-BB49-B022-884EF451610C}" dt="2023-09-19T01:02:59.101" v="495" actId="20577"/>
        <pc:sldMkLst>
          <pc:docMk/>
          <pc:sldMk cId="2698027997" sldId="348"/>
        </pc:sldMkLst>
        <pc:spChg chg="mod">
          <ac:chgData name="Fan Cheng" userId="73b39abba4055029" providerId="LiveId" clId="{9FBE813B-ABCD-BB49-B022-884EF451610C}" dt="2023-09-19T01:02:53.150" v="484" actId="2711"/>
          <ac:spMkLst>
            <pc:docMk/>
            <pc:sldMk cId="2698027997" sldId="348"/>
            <ac:spMk id="2" creationId="{D1F31D1E-9158-B812-B11A-2034C857275B}"/>
          </ac:spMkLst>
        </pc:spChg>
        <pc:spChg chg="mod">
          <ac:chgData name="Fan Cheng" userId="73b39abba4055029" providerId="LiveId" clId="{9FBE813B-ABCD-BB49-B022-884EF451610C}" dt="2023-09-19T01:02:59.101" v="495" actId="20577"/>
          <ac:spMkLst>
            <pc:docMk/>
            <pc:sldMk cId="2698027997" sldId="348"/>
            <ac:spMk id="3" creationId="{A39C52F4-AD6F-1AC3-8A10-9D5FA28D8473}"/>
          </ac:spMkLst>
        </pc:spChg>
      </pc:sldChg>
      <pc:sldChg chg="new del">
        <pc:chgData name="Fan Cheng" userId="73b39abba4055029" providerId="LiveId" clId="{9FBE813B-ABCD-BB49-B022-884EF451610C}" dt="2023-09-19T01:02:35.670" v="480" actId="2696"/>
        <pc:sldMkLst>
          <pc:docMk/>
          <pc:sldMk cId="2906415874" sldId="348"/>
        </pc:sldMkLst>
      </pc:sldChg>
    </pc:docChg>
  </pc:docChgLst>
  <pc:docChgLst>
    <pc:chgData name="Cheng Fan" userId="73b39abba4055029" providerId="LiveId" clId="{9A3D038B-0727-4DF0-92D8-0AF77F5E8565}"/>
    <pc:docChg chg="custSel addSld delSld modSld">
      <pc:chgData name="Cheng Fan" userId="73b39abba4055029" providerId="LiveId" clId="{9A3D038B-0727-4DF0-92D8-0AF77F5E8565}" dt="2020-11-27T09:23:48.645" v="1107" actId="20577"/>
      <pc:docMkLst>
        <pc:docMk/>
      </pc:docMkLst>
      <pc:sldChg chg="addSp modSp mod">
        <pc:chgData name="Cheng Fan" userId="73b39abba4055029" providerId="LiveId" clId="{9A3D038B-0727-4DF0-92D8-0AF77F5E8565}" dt="2020-11-24T01:48:52.660" v="587" actId="14100"/>
        <pc:sldMkLst>
          <pc:docMk/>
          <pc:sldMk cId="3779383661" sldId="273"/>
        </pc:sldMkLst>
        <pc:spChg chg="add mod">
          <ac:chgData name="Cheng Fan" userId="73b39abba4055029" providerId="LiveId" clId="{9A3D038B-0727-4DF0-92D8-0AF77F5E8565}" dt="2020-11-10T06:53:44.710" v="1" actId="1076"/>
          <ac:spMkLst>
            <pc:docMk/>
            <pc:sldMk cId="3779383661" sldId="273"/>
            <ac:spMk id="8" creationId="{08EDFD89-2898-427B-A590-B2D910FC2BFE}"/>
          </ac:spMkLst>
        </pc:spChg>
        <pc:spChg chg="add mod">
          <ac:chgData name="Cheng Fan" userId="73b39abba4055029" providerId="LiveId" clId="{9A3D038B-0727-4DF0-92D8-0AF77F5E8565}" dt="2020-11-10T08:05:04.664" v="3" actId="1076"/>
          <ac:spMkLst>
            <pc:docMk/>
            <pc:sldMk cId="3779383661" sldId="273"/>
            <ac:spMk id="9" creationId="{A2275DB6-C5DA-4EED-8AC9-263003AC904E}"/>
          </ac:spMkLst>
        </pc:spChg>
        <pc:spChg chg="add mod">
          <ac:chgData name="Cheng Fan" userId="73b39abba4055029" providerId="LiveId" clId="{9A3D038B-0727-4DF0-92D8-0AF77F5E8565}" dt="2020-11-24T01:48:52.660" v="587" actId="14100"/>
          <ac:spMkLst>
            <pc:docMk/>
            <pc:sldMk cId="3779383661" sldId="273"/>
            <ac:spMk id="10" creationId="{C2F95E19-4123-4E6F-BBC0-1F3EBAE820B0}"/>
          </ac:spMkLst>
        </pc:spChg>
      </pc:sldChg>
      <pc:sldChg chg="modSp new mod">
        <pc:chgData name="Cheng Fan" userId="73b39abba4055029" providerId="LiveId" clId="{9A3D038B-0727-4DF0-92D8-0AF77F5E8565}" dt="2020-11-20T04:28:20.308" v="584" actId="20577"/>
        <pc:sldMkLst>
          <pc:docMk/>
          <pc:sldMk cId="927384705" sldId="276"/>
        </pc:sldMkLst>
        <pc:spChg chg="mod">
          <ac:chgData name="Cheng Fan" userId="73b39abba4055029" providerId="LiveId" clId="{9A3D038B-0727-4DF0-92D8-0AF77F5E8565}" dt="2020-11-20T04:28:20.308" v="584" actId="20577"/>
          <ac:spMkLst>
            <pc:docMk/>
            <pc:sldMk cId="927384705" sldId="276"/>
            <ac:spMk id="3" creationId="{722D50C1-269C-47C2-BA2E-CD35EBC77E1B}"/>
          </ac:spMkLst>
        </pc:spChg>
      </pc:sldChg>
      <pc:sldChg chg="add del">
        <pc:chgData name="Cheng Fan" userId="73b39abba4055029" providerId="LiveId" clId="{9A3D038B-0727-4DF0-92D8-0AF77F5E8565}" dt="2020-11-20T04:25:49.298" v="5"/>
        <pc:sldMkLst>
          <pc:docMk/>
          <pc:sldMk cId="1828966631" sldId="276"/>
        </pc:sldMkLst>
      </pc:sldChg>
      <pc:sldChg chg="modSp new mod">
        <pc:chgData name="Cheng Fan" userId="73b39abba4055029" providerId="LiveId" clId="{9A3D038B-0727-4DF0-92D8-0AF77F5E8565}" dt="2020-11-24T02:21:21.587" v="946" actId="20577"/>
        <pc:sldMkLst>
          <pc:docMk/>
          <pc:sldMk cId="1456008991" sldId="281"/>
        </pc:sldMkLst>
        <pc:spChg chg="mod">
          <ac:chgData name="Cheng Fan" userId="73b39abba4055029" providerId="LiveId" clId="{9A3D038B-0727-4DF0-92D8-0AF77F5E8565}" dt="2020-11-24T02:03:42.145" v="630"/>
          <ac:spMkLst>
            <pc:docMk/>
            <pc:sldMk cId="1456008991" sldId="281"/>
            <ac:spMk id="2" creationId="{CC978992-D80F-42B1-8C89-BF3ECCCE6007}"/>
          </ac:spMkLst>
        </pc:spChg>
        <pc:spChg chg="mod">
          <ac:chgData name="Cheng Fan" userId="73b39abba4055029" providerId="LiveId" clId="{9A3D038B-0727-4DF0-92D8-0AF77F5E8565}" dt="2020-11-24T02:21:21.587" v="946" actId="20577"/>
          <ac:spMkLst>
            <pc:docMk/>
            <pc:sldMk cId="1456008991" sldId="281"/>
            <ac:spMk id="3" creationId="{F84A2651-D257-4AFD-A8C7-04F83CF25B95}"/>
          </ac:spMkLst>
        </pc:spChg>
      </pc:sldChg>
      <pc:sldChg chg="modSp mod">
        <pc:chgData name="Cheng Fan" userId="73b39abba4055029" providerId="LiveId" clId="{9A3D038B-0727-4DF0-92D8-0AF77F5E8565}" dt="2020-11-27T09:19:37.694" v="1056"/>
        <pc:sldMkLst>
          <pc:docMk/>
          <pc:sldMk cId="1127065332" sldId="300"/>
        </pc:sldMkLst>
        <pc:spChg chg="mod">
          <ac:chgData name="Cheng Fan" userId="73b39abba4055029" providerId="LiveId" clId="{9A3D038B-0727-4DF0-92D8-0AF77F5E8565}" dt="2020-11-27T09:19:37.694" v="1056"/>
          <ac:spMkLst>
            <pc:docMk/>
            <pc:sldMk cId="1127065332" sldId="300"/>
            <ac:spMk id="3" creationId="{6A47C7D4-3809-4D2C-ADFD-A30136CDFBA0}"/>
          </ac:spMkLst>
        </pc:spChg>
      </pc:sldChg>
      <pc:sldChg chg="modSp mod">
        <pc:chgData name="Cheng Fan" userId="73b39abba4055029" providerId="LiveId" clId="{9A3D038B-0727-4DF0-92D8-0AF77F5E8565}" dt="2020-11-27T09:23:48.645" v="1107" actId="20577"/>
        <pc:sldMkLst>
          <pc:docMk/>
          <pc:sldMk cId="3444213355" sldId="310"/>
        </pc:sldMkLst>
        <pc:spChg chg="mod">
          <ac:chgData name="Cheng Fan" userId="73b39abba4055029" providerId="LiveId" clId="{9A3D038B-0727-4DF0-92D8-0AF77F5E8565}" dt="2020-11-27T09:23:20.415" v="1083" actId="20577"/>
          <ac:spMkLst>
            <pc:docMk/>
            <pc:sldMk cId="3444213355" sldId="310"/>
            <ac:spMk id="2" creationId="{D38020F6-BF2B-4682-9F16-C77F07521B85}"/>
          </ac:spMkLst>
        </pc:spChg>
        <pc:spChg chg="mod">
          <ac:chgData name="Cheng Fan" userId="73b39abba4055029" providerId="LiveId" clId="{9A3D038B-0727-4DF0-92D8-0AF77F5E8565}" dt="2020-11-27T09:23:48.645" v="1107" actId="20577"/>
          <ac:spMkLst>
            <pc:docMk/>
            <pc:sldMk cId="3444213355" sldId="310"/>
            <ac:spMk id="3" creationId="{CBD253DC-AB9B-42CC-8BBA-F68F38A0F5EB}"/>
          </ac:spMkLst>
        </pc:spChg>
      </pc:sldChg>
      <pc:sldChg chg="modSp new mod">
        <pc:chgData name="Cheng Fan" userId="73b39abba4055029" providerId="LiveId" clId="{9A3D038B-0727-4DF0-92D8-0AF77F5E8565}" dt="2020-11-27T09:04:14.450" v="964"/>
        <pc:sldMkLst>
          <pc:docMk/>
          <pc:sldMk cId="2731090790" sldId="319"/>
        </pc:sldMkLst>
        <pc:spChg chg="mod">
          <ac:chgData name="Cheng Fan" userId="73b39abba4055029" providerId="LiveId" clId="{9A3D038B-0727-4DF0-92D8-0AF77F5E8565}" dt="2020-11-27T09:04:14.450" v="964"/>
          <ac:spMkLst>
            <pc:docMk/>
            <pc:sldMk cId="2731090790" sldId="319"/>
            <ac:spMk id="2" creationId="{1D56C607-F97C-484C-A4CE-465997C8143D}"/>
          </ac:spMkLst>
        </pc:spChg>
      </pc:sldChg>
      <pc:sldChg chg="modSp new mod">
        <pc:chgData name="Cheng Fan" userId="73b39abba4055029" providerId="LiveId" clId="{9A3D038B-0727-4DF0-92D8-0AF77F5E8565}" dt="2020-11-27T09:04:20.991" v="977" actId="20577"/>
        <pc:sldMkLst>
          <pc:docMk/>
          <pc:sldMk cId="1349975408" sldId="320"/>
        </pc:sldMkLst>
        <pc:spChg chg="mod">
          <ac:chgData name="Cheng Fan" userId="73b39abba4055029" providerId="LiveId" clId="{9A3D038B-0727-4DF0-92D8-0AF77F5E8565}" dt="2020-11-27T09:04:20.991" v="977" actId="20577"/>
          <ac:spMkLst>
            <pc:docMk/>
            <pc:sldMk cId="1349975408" sldId="320"/>
            <ac:spMk id="2" creationId="{18B3FC9A-E82B-4C86-8F39-CEDFA53E1163}"/>
          </ac:spMkLst>
        </pc:spChg>
      </pc:sldChg>
      <pc:sldChg chg="modSp new mod">
        <pc:chgData name="Cheng Fan" userId="73b39abba4055029" providerId="LiveId" clId="{9A3D038B-0727-4DF0-92D8-0AF77F5E8565}" dt="2020-11-27T09:06:06.876" v="991" actId="20577"/>
        <pc:sldMkLst>
          <pc:docMk/>
          <pc:sldMk cId="3654023962" sldId="321"/>
        </pc:sldMkLst>
        <pc:spChg chg="mod">
          <ac:chgData name="Cheng Fan" userId="73b39abba4055029" providerId="LiveId" clId="{9A3D038B-0727-4DF0-92D8-0AF77F5E8565}" dt="2020-11-27T09:06:06.876" v="991" actId="20577"/>
          <ac:spMkLst>
            <pc:docMk/>
            <pc:sldMk cId="3654023962" sldId="321"/>
            <ac:spMk id="2" creationId="{F3EE4F70-935F-4223-A660-4A6A3AF3761F}"/>
          </ac:spMkLst>
        </pc:spChg>
      </pc:sldChg>
      <pc:sldChg chg="modSp new mod">
        <pc:chgData name="Cheng Fan" userId="73b39abba4055029" providerId="LiveId" clId="{9A3D038B-0727-4DF0-92D8-0AF77F5E8565}" dt="2020-11-27T09:09:45.330" v="998" actId="20577"/>
        <pc:sldMkLst>
          <pc:docMk/>
          <pc:sldMk cId="1294894889" sldId="322"/>
        </pc:sldMkLst>
        <pc:spChg chg="mod">
          <ac:chgData name="Cheng Fan" userId="73b39abba4055029" providerId="LiveId" clId="{9A3D038B-0727-4DF0-92D8-0AF77F5E8565}" dt="2020-11-27T09:09:45.330" v="998" actId="20577"/>
          <ac:spMkLst>
            <pc:docMk/>
            <pc:sldMk cId="1294894889" sldId="322"/>
            <ac:spMk id="2" creationId="{965109A0-F19A-4156-AF77-DA7D05CBE937}"/>
          </ac:spMkLst>
        </pc:spChg>
      </pc:sldChg>
      <pc:sldChg chg="modSp new mod">
        <pc:chgData name="Cheng Fan" userId="73b39abba4055029" providerId="LiveId" clId="{9A3D038B-0727-4DF0-92D8-0AF77F5E8565}" dt="2020-11-27T09:18:19.503" v="1053"/>
        <pc:sldMkLst>
          <pc:docMk/>
          <pc:sldMk cId="2682345209" sldId="323"/>
        </pc:sldMkLst>
        <pc:spChg chg="mod">
          <ac:chgData name="Cheng Fan" userId="73b39abba4055029" providerId="LiveId" clId="{9A3D038B-0727-4DF0-92D8-0AF77F5E8565}" dt="2020-11-27T09:14:28.344" v="1052" actId="20577"/>
          <ac:spMkLst>
            <pc:docMk/>
            <pc:sldMk cId="2682345209" sldId="323"/>
            <ac:spMk id="2" creationId="{5AA3C5FE-EE42-4C4F-A052-8979EDEBC92D}"/>
          </ac:spMkLst>
        </pc:spChg>
        <pc:spChg chg="mod">
          <ac:chgData name="Cheng Fan" userId="73b39abba4055029" providerId="LiveId" clId="{9A3D038B-0727-4DF0-92D8-0AF77F5E8565}" dt="2020-11-27T09:18:19.503" v="1053"/>
          <ac:spMkLst>
            <pc:docMk/>
            <pc:sldMk cId="2682345209" sldId="323"/>
            <ac:spMk id="3" creationId="{F19A5139-4F92-4E6E-BB9A-295EBEEEAC31}"/>
          </ac:spMkLst>
        </pc:spChg>
      </pc:sldChg>
      <pc:sldChg chg="modSp new mod">
        <pc:chgData name="Cheng Fan" userId="73b39abba4055029" providerId="LiveId" clId="{9A3D038B-0727-4DF0-92D8-0AF77F5E8565}" dt="2020-11-27T09:21:52.994" v="1068"/>
        <pc:sldMkLst>
          <pc:docMk/>
          <pc:sldMk cId="2938848618" sldId="324"/>
        </pc:sldMkLst>
        <pc:spChg chg="mod">
          <ac:chgData name="Cheng Fan" userId="73b39abba4055029" providerId="LiveId" clId="{9A3D038B-0727-4DF0-92D8-0AF77F5E8565}" dt="2020-11-27T09:20:56.644" v="1065" actId="20577"/>
          <ac:spMkLst>
            <pc:docMk/>
            <pc:sldMk cId="2938848618" sldId="324"/>
            <ac:spMk id="2" creationId="{9A9A59AE-D2B5-4D0A-BDFD-28FAA8DB9269}"/>
          </ac:spMkLst>
        </pc:spChg>
        <pc:spChg chg="mod">
          <ac:chgData name="Cheng Fan" userId="73b39abba4055029" providerId="LiveId" clId="{9A3D038B-0727-4DF0-92D8-0AF77F5E8565}" dt="2020-11-27T09:21:52.994" v="1068"/>
          <ac:spMkLst>
            <pc:docMk/>
            <pc:sldMk cId="2938848618" sldId="324"/>
            <ac:spMk id="3" creationId="{3DFD4910-EF32-445C-BD61-199C7E5F9869}"/>
          </ac:spMkLst>
        </pc:spChg>
      </pc:sldChg>
    </pc:docChg>
  </pc:docChgLst>
  <pc:docChgLst>
    <pc:chgData name="Fan Cheng" userId="73b39abba4055029" providerId="LiveId" clId="{74B9A451-1FAB-3843-A94B-61B025F7DDD9}"/>
    <pc:docChg chg="custSel addSld delSld modSld">
      <pc:chgData name="Fan Cheng" userId="73b39abba4055029" providerId="LiveId" clId="{74B9A451-1FAB-3843-A94B-61B025F7DDD9}" dt="2023-10-30T06:31:28.755" v="1473" actId="20577"/>
      <pc:docMkLst>
        <pc:docMk/>
      </pc:docMkLst>
      <pc:sldChg chg="del">
        <pc:chgData name="Fan Cheng" userId="73b39abba4055029" providerId="LiveId" clId="{74B9A451-1FAB-3843-A94B-61B025F7DDD9}" dt="2023-09-19T01:11:32.165" v="78" actId="2696"/>
        <pc:sldMkLst>
          <pc:docMk/>
          <pc:sldMk cId="1347311207" sldId="257"/>
        </pc:sldMkLst>
      </pc:sldChg>
      <pc:sldChg chg="del">
        <pc:chgData name="Fan Cheng" userId="73b39abba4055029" providerId="LiveId" clId="{74B9A451-1FAB-3843-A94B-61B025F7DDD9}" dt="2023-09-19T01:11:32.206" v="83" actId="2696"/>
        <pc:sldMkLst>
          <pc:docMk/>
          <pc:sldMk cId="3450346053" sldId="258"/>
        </pc:sldMkLst>
      </pc:sldChg>
      <pc:sldChg chg="del">
        <pc:chgData name="Fan Cheng" userId="73b39abba4055029" providerId="LiveId" clId="{74B9A451-1FAB-3843-A94B-61B025F7DDD9}" dt="2023-09-19T01:11:32.182" v="80" actId="2696"/>
        <pc:sldMkLst>
          <pc:docMk/>
          <pc:sldMk cId="462148349" sldId="259"/>
        </pc:sldMkLst>
      </pc:sldChg>
      <pc:sldChg chg="del">
        <pc:chgData name="Fan Cheng" userId="73b39abba4055029" providerId="LiveId" clId="{74B9A451-1FAB-3843-A94B-61B025F7DDD9}" dt="2023-09-19T01:11:32.174" v="79" actId="2696"/>
        <pc:sldMkLst>
          <pc:docMk/>
          <pc:sldMk cId="3186018531" sldId="260"/>
        </pc:sldMkLst>
      </pc:sldChg>
      <pc:sldChg chg="del">
        <pc:chgData name="Fan Cheng" userId="73b39abba4055029" providerId="LiveId" clId="{74B9A451-1FAB-3843-A94B-61B025F7DDD9}" dt="2023-09-19T01:11:32.244" v="88" actId="2696"/>
        <pc:sldMkLst>
          <pc:docMk/>
          <pc:sldMk cId="796514507" sldId="261"/>
        </pc:sldMkLst>
      </pc:sldChg>
      <pc:sldChg chg="del">
        <pc:chgData name="Fan Cheng" userId="73b39abba4055029" providerId="LiveId" clId="{74B9A451-1FAB-3843-A94B-61B025F7DDD9}" dt="2023-09-19T01:11:32.211" v="84" actId="2696"/>
        <pc:sldMkLst>
          <pc:docMk/>
          <pc:sldMk cId="2973897989" sldId="262"/>
        </pc:sldMkLst>
      </pc:sldChg>
      <pc:sldChg chg="del">
        <pc:chgData name="Fan Cheng" userId="73b39abba4055029" providerId="LiveId" clId="{74B9A451-1FAB-3843-A94B-61B025F7DDD9}" dt="2023-09-19T01:11:32.220" v="86" actId="2696"/>
        <pc:sldMkLst>
          <pc:docMk/>
          <pc:sldMk cId="2426146451" sldId="263"/>
        </pc:sldMkLst>
      </pc:sldChg>
      <pc:sldChg chg="del">
        <pc:chgData name="Fan Cheng" userId="73b39abba4055029" providerId="LiveId" clId="{74B9A451-1FAB-3843-A94B-61B025F7DDD9}" dt="2023-09-19T01:11:32.183" v="81" actId="2696"/>
        <pc:sldMkLst>
          <pc:docMk/>
          <pc:sldMk cId="349468007" sldId="264"/>
        </pc:sldMkLst>
      </pc:sldChg>
      <pc:sldChg chg="del">
        <pc:chgData name="Fan Cheng" userId="73b39abba4055029" providerId="LiveId" clId="{74B9A451-1FAB-3843-A94B-61B025F7DDD9}" dt="2023-09-19T01:11:32.218" v="85" actId="2696"/>
        <pc:sldMkLst>
          <pc:docMk/>
          <pc:sldMk cId="172343707" sldId="265"/>
        </pc:sldMkLst>
      </pc:sldChg>
      <pc:sldChg chg="del">
        <pc:chgData name="Fan Cheng" userId="73b39abba4055029" providerId="LiveId" clId="{74B9A451-1FAB-3843-A94B-61B025F7DDD9}" dt="2023-09-19T01:11:32.116" v="76" actId="2696"/>
        <pc:sldMkLst>
          <pc:docMk/>
          <pc:sldMk cId="171191502" sldId="266"/>
        </pc:sldMkLst>
      </pc:sldChg>
      <pc:sldChg chg="del">
        <pc:chgData name="Fan Cheng" userId="73b39abba4055029" providerId="LiveId" clId="{74B9A451-1FAB-3843-A94B-61B025F7DDD9}" dt="2023-09-19T01:11:32.192" v="82" actId="2696"/>
        <pc:sldMkLst>
          <pc:docMk/>
          <pc:sldMk cId="1641738178" sldId="267"/>
        </pc:sldMkLst>
      </pc:sldChg>
      <pc:sldChg chg="del">
        <pc:chgData name="Fan Cheng" userId="73b39abba4055029" providerId="LiveId" clId="{74B9A451-1FAB-3843-A94B-61B025F7DDD9}" dt="2023-09-19T01:11:32.223" v="87" actId="2696"/>
        <pc:sldMkLst>
          <pc:docMk/>
          <pc:sldMk cId="3736030795" sldId="268"/>
        </pc:sldMkLst>
      </pc:sldChg>
      <pc:sldChg chg="del">
        <pc:chgData name="Fan Cheng" userId="73b39abba4055029" providerId="LiveId" clId="{74B9A451-1FAB-3843-A94B-61B025F7DDD9}" dt="2023-09-19T01:11:32.153" v="77" actId="2696"/>
        <pc:sldMkLst>
          <pc:docMk/>
          <pc:sldMk cId="2538560678" sldId="269"/>
        </pc:sldMkLst>
      </pc:sldChg>
      <pc:sldChg chg="del">
        <pc:chgData name="Fan Cheng" userId="73b39abba4055029" providerId="LiveId" clId="{74B9A451-1FAB-3843-A94B-61B025F7DDD9}" dt="2023-09-19T01:11:32.107" v="75" actId="2696"/>
        <pc:sldMkLst>
          <pc:docMk/>
          <pc:sldMk cId="3583741131" sldId="270"/>
        </pc:sldMkLst>
      </pc:sldChg>
      <pc:sldChg chg="del">
        <pc:chgData name="Fan Cheng" userId="73b39abba4055029" providerId="LiveId" clId="{74B9A451-1FAB-3843-A94B-61B025F7DDD9}" dt="2023-09-19T01:11:32.105" v="74" actId="2696"/>
        <pc:sldMkLst>
          <pc:docMk/>
          <pc:sldMk cId="2193162572" sldId="271"/>
        </pc:sldMkLst>
      </pc:sldChg>
      <pc:sldChg chg="del">
        <pc:chgData name="Fan Cheng" userId="73b39abba4055029" providerId="LiveId" clId="{74B9A451-1FAB-3843-A94B-61B025F7DDD9}" dt="2023-09-19T01:11:32.089" v="73" actId="2696"/>
        <pc:sldMkLst>
          <pc:docMk/>
          <pc:sldMk cId="2077494113" sldId="272"/>
        </pc:sldMkLst>
      </pc:sldChg>
      <pc:sldChg chg="del">
        <pc:chgData name="Fan Cheng" userId="73b39abba4055029" providerId="LiveId" clId="{74B9A451-1FAB-3843-A94B-61B025F7DDD9}" dt="2023-09-19T01:11:32.065" v="70" actId="2696"/>
        <pc:sldMkLst>
          <pc:docMk/>
          <pc:sldMk cId="3779383661" sldId="273"/>
        </pc:sldMkLst>
      </pc:sldChg>
      <pc:sldChg chg="del">
        <pc:chgData name="Fan Cheng" userId="73b39abba4055029" providerId="LiveId" clId="{74B9A451-1FAB-3843-A94B-61B025F7DDD9}" dt="2023-09-19T01:11:32.076" v="72" actId="2696"/>
        <pc:sldMkLst>
          <pc:docMk/>
          <pc:sldMk cId="874288385" sldId="274"/>
        </pc:sldMkLst>
      </pc:sldChg>
      <pc:sldChg chg="del">
        <pc:chgData name="Fan Cheng" userId="73b39abba4055029" providerId="LiveId" clId="{74B9A451-1FAB-3843-A94B-61B025F7DDD9}" dt="2023-09-19T01:11:32.071" v="71" actId="2696"/>
        <pc:sldMkLst>
          <pc:docMk/>
          <pc:sldMk cId="4130052198" sldId="275"/>
        </pc:sldMkLst>
      </pc:sldChg>
      <pc:sldChg chg="del">
        <pc:chgData name="Fan Cheng" userId="73b39abba4055029" providerId="LiveId" clId="{74B9A451-1FAB-3843-A94B-61B025F7DDD9}" dt="2023-09-19T01:11:32.063" v="69" actId="2696"/>
        <pc:sldMkLst>
          <pc:docMk/>
          <pc:sldMk cId="927384705" sldId="276"/>
        </pc:sldMkLst>
      </pc:sldChg>
      <pc:sldChg chg="del">
        <pc:chgData name="Fan Cheng" userId="73b39abba4055029" providerId="LiveId" clId="{74B9A451-1FAB-3843-A94B-61B025F7DDD9}" dt="2023-09-19T01:11:32.057" v="68" actId="2696"/>
        <pc:sldMkLst>
          <pc:docMk/>
          <pc:sldMk cId="3411133533" sldId="277"/>
        </pc:sldMkLst>
      </pc:sldChg>
      <pc:sldChg chg="del">
        <pc:chgData name="Fan Cheng" userId="73b39abba4055029" providerId="LiveId" clId="{74B9A451-1FAB-3843-A94B-61B025F7DDD9}" dt="2023-09-19T01:11:32.049" v="67" actId="2696"/>
        <pc:sldMkLst>
          <pc:docMk/>
          <pc:sldMk cId="3341017866" sldId="278"/>
        </pc:sldMkLst>
      </pc:sldChg>
      <pc:sldChg chg="del">
        <pc:chgData name="Fan Cheng" userId="73b39abba4055029" providerId="LiveId" clId="{74B9A451-1FAB-3843-A94B-61B025F7DDD9}" dt="2023-09-19T01:11:32.039" v="66" actId="2696"/>
        <pc:sldMkLst>
          <pc:docMk/>
          <pc:sldMk cId="2824966220" sldId="279"/>
        </pc:sldMkLst>
      </pc:sldChg>
      <pc:sldChg chg="del">
        <pc:chgData name="Fan Cheng" userId="73b39abba4055029" providerId="LiveId" clId="{74B9A451-1FAB-3843-A94B-61B025F7DDD9}" dt="2023-09-19T01:11:32.027" v="64" actId="2696"/>
        <pc:sldMkLst>
          <pc:docMk/>
          <pc:sldMk cId="3346072863" sldId="280"/>
        </pc:sldMkLst>
      </pc:sldChg>
      <pc:sldChg chg="del">
        <pc:chgData name="Fan Cheng" userId="73b39abba4055029" providerId="LiveId" clId="{74B9A451-1FAB-3843-A94B-61B025F7DDD9}" dt="2023-09-19T01:11:32.031" v="65" actId="2696"/>
        <pc:sldMkLst>
          <pc:docMk/>
          <pc:sldMk cId="1456008991" sldId="281"/>
        </pc:sldMkLst>
      </pc:sldChg>
      <pc:sldChg chg="del">
        <pc:chgData name="Fan Cheng" userId="73b39abba4055029" providerId="LiveId" clId="{74B9A451-1FAB-3843-A94B-61B025F7DDD9}" dt="2023-09-19T01:11:32.018" v="62" actId="2696"/>
        <pc:sldMkLst>
          <pc:docMk/>
          <pc:sldMk cId="2752174254" sldId="282"/>
        </pc:sldMkLst>
      </pc:sldChg>
      <pc:sldChg chg="del">
        <pc:chgData name="Fan Cheng" userId="73b39abba4055029" providerId="LiveId" clId="{74B9A451-1FAB-3843-A94B-61B025F7DDD9}" dt="2023-09-19T01:11:32.010" v="60" actId="2696"/>
        <pc:sldMkLst>
          <pc:docMk/>
          <pc:sldMk cId="2472428999" sldId="283"/>
        </pc:sldMkLst>
      </pc:sldChg>
      <pc:sldChg chg="del">
        <pc:chgData name="Fan Cheng" userId="73b39abba4055029" providerId="LiveId" clId="{74B9A451-1FAB-3843-A94B-61B025F7DDD9}" dt="2023-09-19T01:11:32.016" v="61" actId="2696"/>
        <pc:sldMkLst>
          <pc:docMk/>
          <pc:sldMk cId="1249321143" sldId="284"/>
        </pc:sldMkLst>
      </pc:sldChg>
      <pc:sldChg chg="del">
        <pc:chgData name="Fan Cheng" userId="73b39abba4055029" providerId="LiveId" clId="{74B9A451-1FAB-3843-A94B-61B025F7DDD9}" dt="2023-09-19T01:11:32.021" v="63" actId="2696"/>
        <pc:sldMkLst>
          <pc:docMk/>
          <pc:sldMk cId="1553598780" sldId="285"/>
        </pc:sldMkLst>
      </pc:sldChg>
      <pc:sldChg chg="del">
        <pc:chgData name="Fan Cheng" userId="73b39abba4055029" providerId="LiveId" clId="{74B9A451-1FAB-3843-A94B-61B025F7DDD9}" dt="2023-09-19T01:11:32.008" v="59" actId="2696"/>
        <pc:sldMkLst>
          <pc:docMk/>
          <pc:sldMk cId="891559458" sldId="286"/>
        </pc:sldMkLst>
      </pc:sldChg>
      <pc:sldChg chg="del">
        <pc:chgData name="Fan Cheng" userId="73b39abba4055029" providerId="LiveId" clId="{74B9A451-1FAB-3843-A94B-61B025F7DDD9}" dt="2023-09-19T01:11:32.004" v="58" actId="2696"/>
        <pc:sldMkLst>
          <pc:docMk/>
          <pc:sldMk cId="1050872057" sldId="287"/>
        </pc:sldMkLst>
      </pc:sldChg>
      <pc:sldChg chg="del">
        <pc:chgData name="Fan Cheng" userId="73b39abba4055029" providerId="LiveId" clId="{74B9A451-1FAB-3843-A94B-61B025F7DDD9}" dt="2023-09-19T01:11:32.001" v="57" actId="2696"/>
        <pc:sldMkLst>
          <pc:docMk/>
          <pc:sldMk cId="3787568192" sldId="288"/>
        </pc:sldMkLst>
      </pc:sldChg>
      <pc:sldChg chg="del">
        <pc:chgData name="Fan Cheng" userId="73b39abba4055029" providerId="LiveId" clId="{74B9A451-1FAB-3843-A94B-61B025F7DDD9}" dt="2023-09-19T01:11:31.996" v="55" actId="2696"/>
        <pc:sldMkLst>
          <pc:docMk/>
          <pc:sldMk cId="1415909046" sldId="289"/>
        </pc:sldMkLst>
      </pc:sldChg>
      <pc:sldChg chg="del">
        <pc:chgData name="Fan Cheng" userId="73b39abba4055029" providerId="LiveId" clId="{74B9A451-1FAB-3843-A94B-61B025F7DDD9}" dt="2023-09-19T01:11:31.999" v="56" actId="2696"/>
        <pc:sldMkLst>
          <pc:docMk/>
          <pc:sldMk cId="404940043" sldId="290"/>
        </pc:sldMkLst>
      </pc:sldChg>
      <pc:sldChg chg="del">
        <pc:chgData name="Fan Cheng" userId="73b39abba4055029" providerId="LiveId" clId="{74B9A451-1FAB-3843-A94B-61B025F7DDD9}" dt="2023-09-19T01:11:31.983" v="54" actId="2696"/>
        <pc:sldMkLst>
          <pc:docMk/>
          <pc:sldMk cId="142638140" sldId="291"/>
        </pc:sldMkLst>
      </pc:sldChg>
      <pc:sldChg chg="del">
        <pc:chgData name="Fan Cheng" userId="73b39abba4055029" providerId="LiveId" clId="{74B9A451-1FAB-3843-A94B-61B025F7DDD9}" dt="2023-09-19T01:11:31.975" v="50" actId="2696"/>
        <pc:sldMkLst>
          <pc:docMk/>
          <pc:sldMk cId="203692110" sldId="294"/>
        </pc:sldMkLst>
      </pc:sldChg>
      <pc:sldChg chg="del">
        <pc:chgData name="Fan Cheng" userId="73b39abba4055029" providerId="LiveId" clId="{74B9A451-1FAB-3843-A94B-61B025F7DDD9}" dt="2023-09-19T01:11:31.979" v="52" actId="2696"/>
        <pc:sldMkLst>
          <pc:docMk/>
          <pc:sldMk cId="1251195897" sldId="295"/>
        </pc:sldMkLst>
      </pc:sldChg>
      <pc:sldChg chg="del">
        <pc:chgData name="Fan Cheng" userId="73b39abba4055029" providerId="LiveId" clId="{74B9A451-1FAB-3843-A94B-61B025F7DDD9}" dt="2023-09-19T01:11:31.981" v="53" actId="2696"/>
        <pc:sldMkLst>
          <pc:docMk/>
          <pc:sldMk cId="1117253492" sldId="296"/>
        </pc:sldMkLst>
      </pc:sldChg>
      <pc:sldChg chg="del">
        <pc:chgData name="Fan Cheng" userId="73b39abba4055029" providerId="LiveId" clId="{74B9A451-1FAB-3843-A94B-61B025F7DDD9}" dt="2023-09-19T01:11:31.977" v="51" actId="2696"/>
        <pc:sldMkLst>
          <pc:docMk/>
          <pc:sldMk cId="1740359150" sldId="297"/>
        </pc:sldMkLst>
      </pc:sldChg>
      <pc:sldChg chg="del">
        <pc:chgData name="Fan Cheng" userId="73b39abba4055029" providerId="LiveId" clId="{74B9A451-1FAB-3843-A94B-61B025F7DDD9}" dt="2023-09-19T01:11:31.960" v="47" actId="2696"/>
        <pc:sldMkLst>
          <pc:docMk/>
          <pc:sldMk cId="2929629462" sldId="298"/>
        </pc:sldMkLst>
      </pc:sldChg>
      <pc:sldChg chg="del">
        <pc:chgData name="Fan Cheng" userId="73b39abba4055029" providerId="LiveId" clId="{74B9A451-1FAB-3843-A94B-61B025F7DDD9}" dt="2023-09-19T01:11:31.957" v="46" actId="2696"/>
        <pc:sldMkLst>
          <pc:docMk/>
          <pc:sldMk cId="1753131205" sldId="299"/>
        </pc:sldMkLst>
      </pc:sldChg>
      <pc:sldChg chg="del">
        <pc:chgData name="Fan Cheng" userId="73b39abba4055029" providerId="LiveId" clId="{74B9A451-1FAB-3843-A94B-61B025F7DDD9}" dt="2023-09-19T01:11:31.931" v="40" actId="2696"/>
        <pc:sldMkLst>
          <pc:docMk/>
          <pc:sldMk cId="1127065332" sldId="300"/>
        </pc:sldMkLst>
      </pc:sldChg>
      <pc:sldChg chg="del">
        <pc:chgData name="Fan Cheng" userId="73b39abba4055029" providerId="LiveId" clId="{74B9A451-1FAB-3843-A94B-61B025F7DDD9}" dt="2023-09-19T01:11:31.920" v="39" actId="2696"/>
        <pc:sldMkLst>
          <pc:docMk/>
          <pc:sldMk cId="3816216008" sldId="301"/>
        </pc:sldMkLst>
      </pc:sldChg>
      <pc:sldChg chg="del">
        <pc:chgData name="Fan Cheng" userId="73b39abba4055029" providerId="LiveId" clId="{74B9A451-1FAB-3843-A94B-61B025F7DDD9}" dt="2023-09-19T01:11:31.934" v="41" actId="2696"/>
        <pc:sldMkLst>
          <pc:docMk/>
          <pc:sldMk cId="1999513303" sldId="302"/>
        </pc:sldMkLst>
      </pc:sldChg>
      <pc:sldChg chg="del">
        <pc:chgData name="Fan Cheng" userId="73b39abba4055029" providerId="LiveId" clId="{74B9A451-1FAB-3843-A94B-61B025F7DDD9}" dt="2023-09-19T01:11:31.964" v="48" actId="2696"/>
        <pc:sldMkLst>
          <pc:docMk/>
          <pc:sldMk cId="411386964" sldId="303"/>
        </pc:sldMkLst>
      </pc:sldChg>
      <pc:sldChg chg="del">
        <pc:chgData name="Fan Cheng" userId="73b39abba4055029" providerId="LiveId" clId="{74B9A451-1FAB-3843-A94B-61B025F7DDD9}" dt="2023-09-19T01:11:31.968" v="49" actId="2696"/>
        <pc:sldMkLst>
          <pc:docMk/>
          <pc:sldMk cId="3113392619" sldId="304"/>
        </pc:sldMkLst>
      </pc:sldChg>
      <pc:sldChg chg="del">
        <pc:chgData name="Fan Cheng" userId="73b39abba4055029" providerId="LiveId" clId="{74B9A451-1FAB-3843-A94B-61B025F7DDD9}" dt="2023-09-19T01:11:31.937" v="42" actId="2696"/>
        <pc:sldMkLst>
          <pc:docMk/>
          <pc:sldMk cId="1882700524" sldId="305"/>
        </pc:sldMkLst>
      </pc:sldChg>
      <pc:sldChg chg="del">
        <pc:chgData name="Fan Cheng" userId="73b39abba4055029" providerId="LiveId" clId="{74B9A451-1FAB-3843-A94B-61B025F7DDD9}" dt="2023-09-19T01:11:31.943" v="43" actId="2696"/>
        <pc:sldMkLst>
          <pc:docMk/>
          <pc:sldMk cId="2244903660" sldId="306"/>
        </pc:sldMkLst>
      </pc:sldChg>
      <pc:sldChg chg="del">
        <pc:chgData name="Fan Cheng" userId="73b39abba4055029" providerId="LiveId" clId="{74B9A451-1FAB-3843-A94B-61B025F7DDD9}" dt="2023-09-19T01:11:31.946" v="44" actId="2696"/>
        <pc:sldMkLst>
          <pc:docMk/>
          <pc:sldMk cId="3834774948" sldId="307"/>
        </pc:sldMkLst>
      </pc:sldChg>
      <pc:sldChg chg="del">
        <pc:chgData name="Fan Cheng" userId="73b39abba4055029" providerId="LiveId" clId="{74B9A451-1FAB-3843-A94B-61B025F7DDD9}" dt="2023-09-19T01:11:31.954" v="45" actId="2696"/>
        <pc:sldMkLst>
          <pc:docMk/>
          <pc:sldMk cId="1374420069" sldId="308"/>
        </pc:sldMkLst>
      </pc:sldChg>
      <pc:sldChg chg="del">
        <pc:chgData name="Fan Cheng" userId="73b39abba4055029" providerId="LiveId" clId="{74B9A451-1FAB-3843-A94B-61B025F7DDD9}" dt="2023-09-19T01:11:31.917" v="38" actId="2696"/>
        <pc:sldMkLst>
          <pc:docMk/>
          <pc:sldMk cId="3296829735" sldId="309"/>
        </pc:sldMkLst>
      </pc:sldChg>
      <pc:sldChg chg="del">
        <pc:chgData name="Fan Cheng" userId="73b39abba4055029" providerId="LiveId" clId="{74B9A451-1FAB-3843-A94B-61B025F7DDD9}" dt="2023-09-19T01:11:31.914" v="37" actId="2696"/>
        <pc:sldMkLst>
          <pc:docMk/>
          <pc:sldMk cId="3444213355" sldId="310"/>
        </pc:sldMkLst>
      </pc:sldChg>
      <pc:sldChg chg="del">
        <pc:chgData name="Fan Cheng" userId="73b39abba4055029" providerId="LiveId" clId="{74B9A451-1FAB-3843-A94B-61B025F7DDD9}" dt="2023-09-19T01:11:31.910" v="36" actId="2696"/>
        <pc:sldMkLst>
          <pc:docMk/>
          <pc:sldMk cId="2262797678" sldId="311"/>
        </pc:sldMkLst>
      </pc:sldChg>
      <pc:sldChg chg="del">
        <pc:chgData name="Fan Cheng" userId="73b39abba4055029" providerId="LiveId" clId="{74B9A451-1FAB-3843-A94B-61B025F7DDD9}" dt="2023-09-19T01:11:31.905" v="35" actId="2696"/>
        <pc:sldMkLst>
          <pc:docMk/>
          <pc:sldMk cId="3119357028" sldId="312"/>
        </pc:sldMkLst>
      </pc:sldChg>
      <pc:sldChg chg="del">
        <pc:chgData name="Fan Cheng" userId="73b39abba4055029" providerId="LiveId" clId="{74B9A451-1FAB-3843-A94B-61B025F7DDD9}" dt="2023-09-19T01:11:31.903" v="34" actId="2696"/>
        <pc:sldMkLst>
          <pc:docMk/>
          <pc:sldMk cId="547757495" sldId="313"/>
        </pc:sldMkLst>
      </pc:sldChg>
      <pc:sldChg chg="del">
        <pc:chgData name="Fan Cheng" userId="73b39abba4055029" providerId="LiveId" clId="{74B9A451-1FAB-3843-A94B-61B025F7DDD9}" dt="2023-09-19T01:11:31.900" v="33" actId="2696"/>
        <pc:sldMkLst>
          <pc:docMk/>
          <pc:sldMk cId="3583896903" sldId="314"/>
        </pc:sldMkLst>
      </pc:sldChg>
      <pc:sldChg chg="del">
        <pc:chgData name="Fan Cheng" userId="73b39abba4055029" providerId="LiveId" clId="{74B9A451-1FAB-3843-A94B-61B025F7DDD9}" dt="2023-09-19T01:11:31.894" v="32" actId="2696"/>
        <pc:sldMkLst>
          <pc:docMk/>
          <pc:sldMk cId="1715801729" sldId="315"/>
        </pc:sldMkLst>
      </pc:sldChg>
      <pc:sldChg chg="del">
        <pc:chgData name="Fan Cheng" userId="73b39abba4055029" providerId="LiveId" clId="{74B9A451-1FAB-3843-A94B-61B025F7DDD9}" dt="2023-09-19T01:11:31.890" v="31" actId="2696"/>
        <pc:sldMkLst>
          <pc:docMk/>
          <pc:sldMk cId="1758074401" sldId="316"/>
        </pc:sldMkLst>
      </pc:sldChg>
      <pc:sldChg chg="del">
        <pc:chgData name="Fan Cheng" userId="73b39abba4055029" providerId="LiveId" clId="{74B9A451-1FAB-3843-A94B-61B025F7DDD9}" dt="2023-09-19T01:11:31.886" v="30" actId="2696"/>
        <pc:sldMkLst>
          <pc:docMk/>
          <pc:sldMk cId="1485685793" sldId="317"/>
        </pc:sldMkLst>
      </pc:sldChg>
      <pc:sldChg chg="del">
        <pc:chgData name="Fan Cheng" userId="73b39abba4055029" providerId="LiveId" clId="{74B9A451-1FAB-3843-A94B-61B025F7DDD9}" dt="2023-09-19T01:11:31.882" v="29" actId="2696"/>
        <pc:sldMkLst>
          <pc:docMk/>
          <pc:sldMk cId="236904445" sldId="318"/>
        </pc:sldMkLst>
      </pc:sldChg>
      <pc:sldChg chg="del">
        <pc:chgData name="Fan Cheng" userId="73b39abba4055029" providerId="LiveId" clId="{74B9A451-1FAB-3843-A94B-61B025F7DDD9}" dt="2023-09-19T01:11:31.876" v="27" actId="2696"/>
        <pc:sldMkLst>
          <pc:docMk/>
          <pc:sldMk cId="2731090790" sldId="319"/>
        </pc:sldMkLst>
      </pc:sldChg>
      <pc:sldChg chg="del">
        <pc:chgData name="Fan Cheng" userId="73b39abba4055029" providerId="LiveId" clId="{74B9A451-1FAB-3843-A94B-61B025F7DDD9}" dt="2023-09-19T01:11:31.879" v="28" actId="2696"/>
        <pc:sldMkLst>
          <pc:docMk/>
          <pc:sldMk cId="1349975408" sldId="320"/>
        </pc:sldMkLst>
      </pc:sldChg>
      <pc:sldChg chg="del">
        <pc:chgData name="Fan Cheng" userId="73b39abba4055029" providerId="LiveId" clId="{74B9A451-1FAB-3843-A94B-61B025F7DDD9}" dt="2023-09-19T01:11:31.873" v="26" actId="2696"/>
        <pc:sldMkLst>
          <pc:docMk/>
          <pc:sldMk cId="3654023962" sldId="321"/>
        </pc:sldMkLst>
      </pc:sldChg>
      <pc:sldChg chg="del">
        <pc:chgData name="Fan Cheng" userId="73b39abba4055029" providerId="LiveId" clId="{74B9A451-1FAB-3843-A94B-61B025F7DDD9}" dt="2023-09-19T01:11:31.870" v="25" actId="2696"/>
        <pc:sldMkLst>
          <pc:docMk/>
          <pc:sldMk cId="1294894889" sldId="322"/>
        </pc:sldMkLst>
      </pc:sldChg>
      <pc:sldChg chg="del">
        <pc:chgData name="Fan Cheng" userId="73b39abba4055029" providerId="LiveId" clId="{74B9A451-1FAB-3843-A94B-61B025F7DDD9}" dt="2023-09-19T01:11:31.868" v="24" actId="2696"/>
        <pc:sldMkLst>
          <pc:docMk/>
          <pc:sldMk cId="2682345209" sldId="323"/>
        </pc:sldMkLst>
      </pc:sldChg>
      <pc:sldChg chg="del">
        <pc:chgData name="Fan Cheng" userId="73b39abba4055029" providerId="LiveId" clId="{74B9A451-1FAB-3843-A94B-61B025F7DDD9}" dt="2023-09-19T01:11:31.865" v="23" actId="2696"/>
        <pc:sldMkLst>
          <pc:docMk/>
          <pc:sldMk cId="2938848618" sldId="324"/>
        </pc:sldMkLst>
      </pc:sldChg>
      <pc:sldChg chg="del">
        <pc:chgData name="Fan Cheng" userId="73b39abba4055029" providerId="LiveId" clId="{74B9A451-1FAB-3843-A94B-61B025F7DDD9}" dt="2023-09-19T01:11:31.860" v="21" actId="2696"/>
        <pc:sldMkLst>
          <pc:docMk/>
          <pc:sldMk cId="4157099961" sldId="325"/>
        </pc:sldMkLst>
      </pc:sldChg>
      <pc:sldChg chg="del">
        <pc:chgData name="Fan Cheng" userId="73b39abba4055029" providerId="LiveId" clId="{74B9A451-1FAB-3843-A94B-61B025F7DDD9}" dt="2023-09-19T01:11:31.863" v="22" actId="2696"/>
        <pc:sldMkLst>
          <pc:docMk/>
          <pc:sldMk cId="4176207561" sldId="326"/>
        </pc:sldMkLst>
      </pc:sldChg>
      <pc:sldChg chg="del">
        <pc:chgData name="Fan Cheng" userId="73b39abba4055029" providerId="LiveId" clId="{74B9A451-1FAB-3843-A94B-61B025F7DDD9}" dt="2023-09-19T01:11:31.857" v="20" actId="2696"/>
        <pc:sldMkLst>
          <pc:docMk/>
          <pc:sldMk cId="605396822" sldId="327"/>
        </pc:sldMkLst>
      </pc:sldChg>
      <pc:sldChg chg="del">
        <pc:chgData name="Fan Cheng" userId="73b39abba4055029" providerId="LiveId" clId="{74B9A451-1FAB-3843-A94B-61B025F7DDD9}" dt="2023-09-19T01:11:31.847" v="18" actId="2696"/>
        <pc:sldMkLst>
          <pc:docMk/>
          <pc:sldMk cId="3921606229" sldId="328"/>
        </pc:sldMkLst>
      </pc:sldChg>
      <pc:sldChg chg="del">
        <pc:chgData name="Fan Cheng" userId="73b39abba4055029" providerId="LiveId" clId="{74B9A451-1FAB-3843-A94B-61B025F7DDD9}" dt="2023-09-19T01:11:31.854" v="19" actId="2696"/>
        <pc:sldMkLst>
          <pc:docMk/>
          <pc:sldMk cId="2283240936" sldId="329"/>
        </pc:sldMkLst>
      </pc:sldChg>
      <pc:sldChg chg="del">
        <pc:chgData name="Fan Cheng" userId="73b39abba4055029" providerId="LiveId" clId="{74B9A451-1FAB-3843-A94B-61B025F7DDD9}" dt="2023-09-19T01:11:31.844" v="17" actId="2696"/>
        <pc:sldMkLst>
          <pc:docMk/>
          <pc:sldMk cId="1082787834" sldId="330"/>
        </pc:sldMkLst>
      </pc:sldChg>
      <pc:sldChg chg="del">
        <pc:chgData name="Fan Cheng" userId="73b39abba4055029" providerId="LiveId" clId="{74B9A451-1FAB-3843-A94B-61B025F7DDD9}" dt="2023-09-19T01:11:31.839" v="16" actId="2696"/>
        <pc:sldMkLst>
          <pc:docMk/>
          <pc:sldMk cId="3608023499" sldId="331"/>
        </pc:sldMkLst>
      </pc:sldChg>
      <pc:sldChg chg="del">
        <pc:chgData name="Fan Cheng" userId="73b39abba4055029" providerId="LiveId" clId="{74B9A451-1FAB-3843-A94B-61B025F7DDD9}" dt="2023-09-19T01:11:31.827" v="15" actId="2696"/>
        <pc:sldMkLst>
          <pc:docMk/>
          <pc:sldMk cId="4294682130" sldId="332"/>
        </pc:sldMkLst>
      </pc:sldChg>
      <pc:sldChg chg="del">
        <pc:chgData name="Fan Cheng" userId="73b39abba4055029" providerId="LiveId" clId="{74B9A451-1FAB-3843-A94B-61B025F7DDD9}" dt="2023-09-19T01:11:31.820" v="14" actId="2696"/>
        <pc:sldMkLst>
          <pc:docMk/>
          <pc:sldMk cId="3779507214" sldId="333"/>
        </pc:sldMkLst>
      </pc:sldChg>
      <pc:sldChg chg="del">
        <pc:chgData name="Fan Cheng" userId="73b39abba4055029" providerId="LiveId" clId="{74B9A451-1FAB-3843-A94B-61B025F7DDD9}" dt="2023-09-19T01:11:31.816" v="13" actId="2696"/>
        <pc:sldMkLst>
          <pc:docMk/>
          <pc:sldMk cId="2052634035" sldId="334"/>
        </pc:sldMkLst>
      </pc:sldChg>
      <pc:sldChg chg="del">
        <pc:chgData name="Fan Cheng" userId="73b39abba4055029" providerId="LiveId" clId="{74B9A451-1FAB-3843-A94B-61B025F7DDD9}" dt="2023-09-19T01:11:31.813" v="12" actId="2696"/>
        <pc:sldMkLst>
          <pc:docMk/>
          <pc:sldMk cId="3650312968" sldId="335"/>
        </pc:sldMkLst>
      </pc:sldChg>
      <pc:sldChg chg="del">
        <pc:chgData name="Fan Cheng" userId="73b39abba4055029" providerId="LiveId" clId="{74B9A451-1FAB-3843-A94B-61B025F7DDD9}" dt="2023-09-19T01:11:31.809" v="11" actId="2696"/>
        <pc:sldMkLst>
          <pc:docMk/>
          <pc:sldMk cId="3477130446" sldId="336"/>
        </pc:sldMkLst>
      </pc:sldChg>
      <pc:sldChg chg="del">
        <pc:chgData name="Fan Cheng" userId="73b39abba4055029" providerId="LiveId" clId="{74B9A451-1FAB-3843-A94B-61B025F7DDD9}" dt="2023-09-19T01:11:31.805" v="10" actId="2696"/>
        <pc:sldMkLst>
          <pc:docMk/>
          <pc:sldMk cId="3288410561" sldId="337"/>
        </pc:sldMkLst>
      </pc:sldChg>
      <pc:sldChg chg="del">
        <pc:chgData name="Fan Cheng" userId="73b39abba4055029" providerId="LiveId" clId="{74B9A451-1FAB-3843-A94B-61B025F7DDD9}" dt="2023-09-19T01:11:31.802" v="9" actId="2696"/>
        <pc:sldMkLst>
          <pc:docMk/>
          <pc:sldMk cId="634740294" sldId="338"/>
        </pc:sldMkLst>
      </pc:sldChg>
      <pc:sldChg chg="del">
        <pc:chgData name="Fan Cheng" userId="73b39abba4055029" providerId="LiveId" clId="{74B9A451-1FAB-3843-A94B-61B025F7DDD9}" dt="2023-09-19T01:11:31.794" v="8" actId="2696"/>
        <pc:sldMkLst>
          <pc:docMk/>
          <pc:sldMk cId="1443002366" sldId="339"/>
        </pc:sldMkLst>
      </pc:sldChg>
      <pc:sldChg chg="del">
        <pc:chgData name="Fan Cheng" userId="73b39abba4055029" providerId="LiveId" clId="{74B9A451-1FAB-3843-A94B-61B025F7DDD9}" dt="2023-09-19T01:11:31.793" v="7" actId="2696"/>
        <pc:sldMkLst>
          <pc:docMk/>
          <pc:sldMk cId="1757367884" sldId="340"/>
        </pc:sldMkLst>
      </pc:sldChg>
      <pc:sldChg chg="del">
        <pc:chgData name="Fan Cheng" userId="73b39abba4055029" providerId="LiveId" clId="{74B9A451-1FAB-3843-A94B-61B025F7DDD9}" dt="2023-09-19T01:11:31.789" v="5" actId="2696"/>
        <pc:sldMkLst>
          <pc:docMk/>
          <pc:sldMk cId="2228870984" sldId="341"/>
        </pc:sldMkLst>
      </pc:sldChg>
      <pc:sldChg chg="del">
        <pc:chgData name="Fan Cheng" userId="73b39abba4055029" providerId="LiveId" clId="{74B9A451-1FAB-3843-A94B-61B025F7DDD9}" dt="2023-09-19T01:11:31.766" v="0" actId="2696"/>
        <pc:sldMkLst>
          <pc:docMk/>
          <pc:sldMk cId="139270499" sldId="343"/>
        </pc:sldMkLst>
      </pc:sldChg>
      <pc:sldChg chg="del">
        <pc:chgData name="Fan Cheng" userId="73b39abba4055029" providerId="LiveId" clId="{74B9A451-1FAB-3843-A94B-61B025F7DDD9}" dt="2023-09-19T01:11:31.769" v="1" actId="2696"/>
        <pc:sldMkLst>
          <pc:docMk/>
          <pc:sldMk cId="1985025622" sldId="344"/>
        </pc:sldMkLst>
      </pc:sldChg>
      <pc:sldChg chg="del">
        <pc:chgData name="Fan Cheng" userId="73b39abba4055029" providerId="LiveId" clId="{74B9A451-1FAB-3843-A94B-61B025F7DDD9}" dt="2023-09-19T01:11:31.772" v="2" actId="2696"/>
        <pc:sldMkLst>
          <pc:docMk/>
          <pc:sldMk cId="3624517481" sldId="345"/>
        </pc:sldMkLst>
      </pc:sldChg>
      <pc:sldChg chg="del">
        <pc:chgData name="Fan Cheng" userId="73b39abba4055029" providerId="LiveId" clId="{74B9A451-1FAB-3843-A94B-61B025F7DDD9}" dt="2023-09-19T01:11:31.775" v="3" actId="2696"/>
        <pc:sldMkLst>
          <pc:docMk/>
          <pc:sldMk cId="1617727651" sldId="346"/>
        </pc:sldMkLst>
      </pc:sldChg>
      <pc:sldChg chg="del">
        <pc:chgData name="Fan Cheng" userId="73b39abba4055029" providerId="LiveId" clId="{74B9A451-1FAB-3843-A94B-61B025F7DDD9}" dt="2023-09-19T01:11:31.779" v="4" actId="2696"/>
        <pc:sldMkLst>
          <pc:docMk/>
          <pc:sldMk cId="1727902826" sldId="347"/>
        </pc:sldMkLst>
      </pc:sldChg>
      <pc:sldChg chg="modSp new del mod">
        <pc:chgData name="Fan Cheng" userId="73b39abba4055029" providerId="LiveId" clId="{74B9A451-1FAB-3843-A94B-61B025F7DDD9}" dt="2023-09-22T14:29:50.762" v="101" actId="2696"/>
        <pc:sldMkLst>
          <pc:docMk/>
          <pc:sldMk cId="3803753401" sldId="349"/>
        </pc:sldMkLst>
        <pc:spChg chg="mod">
          <ac:chgData name="Fan Cheng" userId="73b39abba4055029" providerId="LiveId" clId="{74B9A451-1FAB-3843-A94B-61B025F7DDD9}" dt="2023-09-22T14:29:43.312" v="99" actId="20577"/>
          <ac:spMkLst>
            <pc:docMk/>
            <pc:sldMk cId="3803753401" sldId="349"/>
            <ac:spMk id="2" creationId="{62AAD875-273A-053A-2919-0A8231775420}"/>
          </ac:spMkLst>
        </pc:spChg>
      </pc:sldChg>
      <pc:sldChg chg="modSp add mod">
        <pc:chgData name="Fan Cheng" userId="73b39abba4055029" providerId="LiveId" clId="{74B9A451-1FAB-3843-A94B-61B025F7DDD9}" dt="2023-09-23T07:22:58.649" v="506" actId="20577"/>
        <pc:sldMkLst>
          <pc:docMk/>
          <pc:sldMk cId="3545738712" sldId="350"/>
        </pc:sldMkLst>
        <pc:spChg chg="mod">
          <ac:chgData name="Fan Cheng" userId="73b39abba4055029" providerId="LiveId" clId="{74B9A451-1FAB-3843-A94B-61B025F7DDD9}" dt="2023-09-22T14:29:54.322" v="106" actId="20577"/>
          <ac:spMkLst>
            <pc:docMk/>
            <pc:sldMk cId="3545738712" sldId="350"/>
            <ac:spMk id="2" creationId="{F8720F0A-4584-7A7C-38A9-707BBBA46954}"/>
          </ac:spMkLst>
        </pc:spChg>
        <pc:spChg chg="mod">
          <ac:chgData name="Fan Cheng" userId="73b39abba4055029" providerId="LiveId" clId="{74B9A451-1FAB-3843-A94B-61B025F7DDD9}" dt="2023-09-23T07:22:58.649" v="506" actId="20577"/>
          <ac:spMkLst>
            <pc:docMk/>
            <pc:sldMk cId="3545738712" sldId="350"/>
            <ac:spMk id="3" creationId="{009A183C-0B44-429A-931F-1DB509BCCCA0}"/>
          </ac:spMkLst>
        </pc:spChg>
      </pc:sldChg>
      <pc:sldChg chg="modSp new del mod">
        <pc:chgData name="Fan Cheng" userId="73b39abba4055029" providerId="LiveId" clId="{74B9A451-1FAB-3843-A94B-61B025F7DDD9}" dt="2023-10-10T13:34:31.487" v="907" actId="2696"/>
        <pc:sldMkLst>
          <pc:docMk/>
          <pc:sldMk cId="1692827819" sldId="352"/>
        </pc:sldMkLst>
        <pc:spChg chg="mod">
          <ac:chgData name="Fan Cheng" userId="73b39abba4055029" providerId="LiveId" clId="{74B9A451-1FAB-3843-A94B-61B025F7DDD9}" dt="2023-10-10T13:32:40.995" v="837" actId="21"/>
          <ac:spMkLst>
            <pc:docMk/>
            <pc:sldMk cId="1692827819" sldId="352"/>
            <ac:spMk id="2" creationId="{E69A7007-3D95-9A79-BC2D-5C13A20F961B}"/>
          </ac:spMkLst>
        </pc:spChg>
        <pc:spChg chg="mod">
          <ac:chgData name="Fan Cheng" userId="73b39abba4055029" providerId="LiveId" clId="{74B9A451-1FAB-3843-A94B-61B025F7DDD9}" dt="2023-10-10T13:14:44.315" v="835" actId="14"/>
          <ac:spMkLst>
            <pc:docMk/>
            <pc:sldMk cId="1692827819" sldId="352"/>
            <ac:spMk id="3" creationId="{975A34D6-98EE-5870-10B9-162A51C769B9}"/>
          </ac:spMkLst>
        </pc:spChg>
      </pc:sldChg>
      <pc:sldChg chg="delSp modSp add mod">
        <pc:chgData name="Fan Cheng" userId="73b39abba4055029" providerId="LiveId" clId="{74B9A451-1FAB-3843-A94B-61B025F7DDD9}" dt="2023-10-10T13:41:58.527" v="1138" actId="20577"/>
        <pc:sldMkLst>
          <pc:docMk/>
          <pc:sldMk cId="3743138926" sldId="353"/>
        </pc:sldMkLst>
        <pc:spChg chg="mod">
          <ac:chgData name="Fan Cheng" userId="73b39abba4055029" providerId="LiveId" clId="{74B9A451-1FAB-3843-A94B-61B025F7DDD9}" dt="2023-10-10T13:32:47.167" v="838"/>
          <ac:spMkLst>
            <pc:docMk/>
            <pc:sldMk cId="3743138926" sldId="353"/>
            <ac:spMk id="2" creationId="{F8720F0A-4584-7A7C-38A9-707BBBA46954}"/>
          </ac:spMkLst>
        </pc:spChg>
        <pc:spChg chg="mod">
          <ac:chgData name="Fan Cheng" userId="73b39abba4055029" providerId="LiveId" clId="{74B9A451-1FAB-3843-A94B-61B025F7DDD9}" dt="2023-10-10T13:41:58.527" v="1138" actId="20577"/>
          <ac:spMkLst>
            <pc:docMk/>
            <pc:sldMk cId="3743138926" sldId="353"/>
            <ac:spMk id="3" creationId="{009A183C-0B44-429A-931F-1DB509BCCCA0}"/>
          </ac:spMkLst>
        </pc:spChg>
        <pc:spChg chg="del">
          <ac:chgData name="Fan Cheng" userId="73b39abba4055029" providerId="LiveId" clId="{74B9A451-1FAB-3843-A94B-61B025F7DDD9}" dt="2023-10-10T13:32:59.428" v="839" actId="478"/>
          <ac:spMkLst>
            <pc:docMk/>
            <pc:sldMk cId="3743138926" sldId="353"/>
            <ac:spMk id="5" creationId="{71D8AB5B-859F-B6D7-2484-AD84F72D5808}"/>
          </ac:spMkLst>
        </pc:spChg>
      </pc:sldChg>
      <pc:sldChg chg="modSp add mod">
        <pc:chgData name="Fan Cheng" userId="73b39abba4055029" providerId="LiveId" clId="{74B9A451-1FAB-3843-A94B-61B025F7DDD9}" dt="2023-10-22T00:39:31.883" v="1366" actId="20577"/>
        <pc:sldMkLst>
          <pc:docMk/>
          <pc:sldMk cId="3433443101" sldId="356"/>
        </pc:sldMkLst>
        <pc:spChg chg="mod">
          <ac:chgData name="Fan Cheng" userId="73b39abba4055029" providerId="LiveId" clId="{74B9A451-1FAB-3843-A94B-61B025F7DDD9}" dt="2023-10-21T09:11:53.737" v="1152" actId="20577"/>
          <ac:spMkLst>
            <pc:docMk/>
            <pc:sldMk cId="3433443101" sldId="356"/>
            <ac:spMk id="2" creationId="{F8720F0A-4584-7A7C-38A9-707BBBA46954}"/>
          </ac:spMkLst>
        </pc:spChg>
        <pc:spChg chg="mod">
          <ac:chgData name="Fan Cheng" userId="73b39abba4055029" providerId="LiveId" clId="{74B9A451-1FAB-3843-A94B-61B025F7DDD9}" dt="2023-10-22T00:39:31.883" v="1366" actId="20577"/>
          <ac:spMkLst>
            <pc:docMk/>
            <pc:sldMk cId="3433443101" sldId="356"/>
            <ac:spMk id="3" creationId="{009A183C-0B44-429A-931F-1DB509BCCCA0}"/>
          </ac:spMkLst>
        </pc:spChg>
      </pc:sldChg>
      <pc:sldChg chg="modSp mod">
        <pc:chgData name="Fan Cheng" userId="73b39abba4055029" providerId="LiveId" clId="{74B9A451-1FAB-3843-A94B-61B025F7DDD9}" dt="2023-10-30T06:31:28.755" v="1473" actId="20577"/>
        <pc:sldMkLst>
          <pc:docMk/>
          <pc:sldMk cId="628143326" sldId="357"/>
        </pc:sldMkLst>
        <pc:spChg chg="mod">
          <ac:chgData name="Fan Cheng" userId="73b39abba4055029" providerId="LiveId" clId="{74B9A451-1FAB-3843-A94B-61B025F7DDD9}" dt="2023-10-30T06:31:28.755" v="1473" actId="20577"/>
          <ac:spMkLst>
            <pc:docMk/>
            <pc:sldMk cId="628143326" sldId="357"/>
            <ac:spMk id="3" creationId="{7CFCC60D-087C-B186-C00E-DFF11C185CEA}"/>
          </ac:spMkLst>
        </pc:spChg>
      </pc:sldChg>
      <pc:sldMasterChg chg="delSldLayout">
        <pc:chgData name="Fan Cheng" userId="73b39abba4055029" providerId="LiveId" clId="{74B9A451-1FAB-3843-A94B-61B025F7DDD9}" dt="2023-09-19T01:11:31.789" v="6" actId="2696"/>
        <pc:sldMasterMkLst>
          <pc:docMk/>
          <pc:sldMasterMk cId="1736663703" sldId="2147483648"/>
        </pc:sldMasterMkLst>
        <pc:sldLayoutChg chg="del">
          <pc:chgData name="Fan Cheng" userId="73b39abba4055029" providerId="LiveId" clId="{74B9A451-1FAB-3843-A94B-61B025F7DDD9}" dt="2023-09-19T01:11:31.789" v="6" actId="2696"/>
          <pc:sldLayoutMkLst>
            <pc:docMk/>
            <pc:sldMasterMk cId="1736663703" sldId="2147483648"/>
            <pc:sldLayoutMk cId="1809800692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9357-AA83-4C98-A7D6-8C2DBCFE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2AD9C-98E1-4545-9C6F-2C9333705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B53A4-342C-4209-AC10-3FC4DB95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67CCC-E3C7-4FCF-8358-7ED7CC27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61B16-5822-47BE-9A7E-A24BC34E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57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A8C7-89AC-4F6B-9A18-4150157C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2C82E-EAC7-4C48-BF7B-7891D29C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00CED-E801-49ED-8B36-2FBC2E4A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079D5-9D0B-4920-9396-00D1390E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3B0D-D03E-4FF1-8455-169727A2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8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904D-4F4A-4284-9794-9DE16BF1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CCAED-4462-4C1C-A011-F002D51F1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8360E-802A-4A16-87FC-247A0D57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37613-F125-4CA3-A55B-7C048B7C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0B26F-F9A8-4AB0-8AA4-BF5B96D7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06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C465-CA70-43BE-AC0A-B1F8E6ABF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6DA31-3A80-4D68-B63B-1929E3894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CB08E-36E6-4EA1-9E3A-20DC1EE9E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07DAF-2862-4862-B986-5DFB8340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CBAFC-0243-409B-8E04-16177629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7B129-F272-47E3-B760-2CDF87A4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73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F1FB-59AF-4225-8D75-1A92934A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0F980-C63A-4F2A-AAF9-E75E98805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86B21-B7F2-4B5C-9493-40EEA4814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4D671-1624-4C65-8291-2E062071E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8EE17-4D33-471B-A639-37789828D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96CB8-FD59-4440-97A9-647E4B9A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A3EC9-CCE4-473E-8DA6-21415979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94BD1-04A8-486C-85D1-D5F9D997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9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FE62-EAD7-41D7-983B-96D4C94F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668AF-01D5-41AD-A43A-34143D3F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CAC63-6BA8-4424-B6C7-B6634675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5FD22-2EE7-4DB5-8D29-1E5ED506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40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CA36E-FA80-44CB-8560-13D46FF8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10625-D306-45BA-BD80-7A72FB1B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E0ADE-86CD-40D5-9964-0FE86821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93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7702-4E5B-4DF6-9EDD-BE90F3C19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4C485-CBC0-477A-82EC-19E4A390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6FD76-3A7A-438A-9271-4BD2CBC4A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28D9D-E000-4393-9646-1800F003B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0FBF3-FC69-44AC-BE2E-5DA8D9DD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31B4D-D7FD-40AB-A9DD-0D9D9B4A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18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D9B7-263F-4C69-90FE-8AA26D625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BB00E7-A273-4307-9015-A2BD2D2AF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19F9-768F-4D64-BB00-65402D6A0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90CFD-A9D3-4FB5-857C-1F271B89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373F8-92C4-4915-8677-BCFB099E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4CE21-3F63-44AD-AE15-D2944A2C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06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C55E-5925-43A5-B210-9F66D347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51D22-9325-43AD-AEA9-A46616DC0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DF072-A365-4A2D-B104-F537E2AE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972E8-2E91-45FA-9860-814C16BD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EEABA-0DF4-47D2-9970-4C924597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7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D5724-7449-419D-91A1-DB0D8A202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BDCD5-FD94-4852-B7E3-E1E150192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198BF-6B4A-4527-AD2F-DF3DD43B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6AC46-6631-4397-BE46-EC68D745E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1889-036F-4852-AD8F-61CF75EF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65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8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842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AC305-7B03-4FA4-A9CC-4A0C2E57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727ED-7818-4BDD-B9AC-FA2C53C82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DEAA-F349-4EC7-9492-574B4D2F1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3B007-E842-4D7B-9177-007EEF708181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03FDB-5C86-4546-89D7-CF66EB3B1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6CA3-8DC4-4A67-B915-4C495C242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A28DB-FE61-4122-A35C-44E3738B0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66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liyun.com/plan/student?clubTaskBiz=subTask..10829335..10139..&amp;share_source=copy_link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1D1E-9158-B812-B11A-2034C8572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每周提示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C52F4-AD6F-1AC3-8A10-9D5FA28D84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2023-2024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9802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0F0A-4584-7A7C-38A9-707BBBA4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第二周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183C-0B44-429A-931F-1DB509BC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进度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正确安装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环境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VS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Code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Ubuntu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问题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必须装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盘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不要额外装杀毒软件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文件名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dirty="0" err="1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a.py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b.py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先保存，再运行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计算机科学是一门非常严密的逻辑科学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严格按照规范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有问题，要先分析，不要暴力解决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计算导论不同于数学、物理等课程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更强调动手，从计算机的角度思考问题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多动手，所有代码敲一遍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万事不决，问 解释器 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VS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Code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助教群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初学者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严格按照课件、作业、实验来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不看来历不明的材料</a:t>
            </a:r>
            <a:endParaRPr lang="zh-CN" altLang="en-US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学有余力、课程难度不够？？？</a:t>
            </a:r>
            <a:r>
              <a:rPr lang="en-US" altLang="zh-CN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写</a:t>
            </a:r>
            <a:r>
              <a:rPr lang="en-US" altLang="zh-CN" sz="2400" dirty="0" err="1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leetcode.com</a:t>
            </a: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，从</a:t>
            </a:r>
            <a:r>
              <a:rPr lang="en-US" altLang="zh-CN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easy</a:t>
            </a: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开始</a:t>
            </a:r>
            <a:r>
              <a:rPr lang="en-US" altLang="zh-CN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附送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lang="en-US" altLang="zh-CN" sz="2000" dirty="0" err="1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leetcode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练习题，见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OC</a:t>
            </a:r>
          </a:p>
        </p:txBody>
      </p:sp>
    </p:spTree>
    <p:extLst>
      <p:ext uri="{BB962C8B-B14F-4D97-AF65-F5344CB8AC3E}">
        <p14:creationId xmlns:p14="http://schemas.microsoft.com/office/powerpoint/2010/main" val="302756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0F0A-4584-7A7C-38A9-707BBBA4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第三周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183C-0B44-429A-931F-1DB509BC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进度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正确安装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环境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VS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Code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Ubuntu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 err="1">
                <a:solidFill>
                  <a:srgbClr val="7030A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Jupyter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Lab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问题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文件名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000" dirty="0" err="1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a.py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b.py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安全生产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不带电操作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电闸的开关为什么要挂在上面，而不是下面？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海恩法则，是航空界关于飞行安全的法则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海恩法则指出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每一起严重事故的背后，必然有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29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次轻微事故和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300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起未遂先兆以及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1000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起事故隐患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每一个规范，都是血泪教训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Google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：代码不允许有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warning</a:t>
            </a:r>
            <a:endParaRPr lang="zh-CN" altLang="en-US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讲究实战，不废话，多动手尝试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初学者：大家很积极的练习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多问，多想，多尝试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利用好助教资源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不要潦草、不要慌张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有困难：向助教和老师提出，寻求解决方法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节奏快的同学可以先阅读后面的</a:t>
            </a:r>
            <a:r>
              <a:rPr lang="en-US" altLang="zh-CN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以及配套的练习题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务必理解，数量掌握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内容，完成课后练习</a:t>
            </a: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不要攀比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大家起点不一样，加速度不同，终点也不同。不要盲目攀比</a:t>
            </a:r>
          </a:p>
        </p:txBody>
      </p:sp>
    </p:spTree>
    <p:extLst>
      <p:ext uri="{BB962C8B-B14F-4D97-AF65-F5344CB8AC3E}">
        <p14:creationId xmlns:p14="http://schemas.microsoft.com/office/powerpoint/2010/main" val="354573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0F0A-4584-7A7C-38A9-707BBBA4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第四周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183C-0B44-429A-931F-1DB509BC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写程序是个数学工程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严密的逻辑思维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en-US" altLang="zh-CN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bug</a:t>
            </a: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怎办</a:t>
            </a:r>
            <a:endParaRPr lang="en-US" altLang="zh-CN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仔细分析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认真思考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自己学习课程</a:t>
            </a:r>
            <a:r>
              <a:rPr lang="en-US" altLang="zh-CN" sz="2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ppt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理解、熟练使用每个语法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根据样例代码，可以自己给出结果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的代码多敲几遍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试着写一些自己的</a:t>
            </a:r>
            <a:r>
              <a:rPr lang="en-US" altLang="zh-CN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sample code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肌肉记忆</a:t>
            </a: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D8AB5B-859F-B6D7-2484-AD84F72D5808}"/>
              </a:ext>
            </a:extLst>
          </p:cNvPr>
          <p:cNvSpPr txBox="1"/>
          <p:nvPr/>
        </p:nvSpPr>
        <p:spPr>
          <a:xfrm>
            <a:off x="8189842" y="3105834"/>
            <a:ext cx="2295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SimHei" panose="02010609060101010101" pitchFamily="49" charset="-122"/>
                <a:ea typeface="SimHei" panose="02010609060101010101" pitchFamily="49" charset="-122"/>
              </a:rPr>
              <a:t>背单词，写作文</a:t>
            </a:r>
            <a:endParaRPr lang="en-US" altLang="zh-CN" sz="1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1800" dirty="0">
                <a:latin typeface="SimHei" panose="02010609060101010101" pitchFamily="49" charset="-122"/>
                <a:ea typeface="SimHei" panose="02010609060101010101" pitchFamily="49" charset="-122"/>
              </a:rPr>
              <a:t>背语法，写代码</a:t>
            </a:r>
            <a:endParaRPr lang="en-US" altLang="zh-CN" sz="1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863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0F0A-4584-7A7C-38A9-707BBBA4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第五周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183C-0B44-429A-931F-1DB509BC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81" y="1825625"/>
            <a:ext cx="11536471" cy="4351338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严禁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x=y =1</a:t>
            </a: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函数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按题目要求写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return 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函数值</a:t>
            </a:r>
          </a:p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严禁 </a:t>
            </a: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函数里面滥加 </a:t>
            </a:r>
            <a:r>
              <a:rPr lang="en-US" altLang="zh-CN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print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除非函数明确要求输出，否则不要添加额外的</a:t>
            </a: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print</a:t>
            </a: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单个函数的代码长度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不要超过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40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行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整除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11/4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11.0//4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2.0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11//4.0=2.0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严禁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整数运算中出现浮点数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熟悉</a:t>
            </a:r>
            <a:r>
              <a:rPr lang="en-US" altLang="zh-CN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上面的语法和代码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先把简单的语法用正确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不要发明用法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用的语法都要有出处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新的用法要反复测试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可能有隐藏的坑，即使解释器不报错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按自己的实习情况做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起点不同，终点也不同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不要攀比，不要慌张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多花时间，按要求来</a:t>
            </a:r>
            <a:endParaRPr lang="zh-CN" altLang="en-US" sz="2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3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2AFBC-44F2-BCEB-2397-95F40EEC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代码技巧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A8CC50-23A9-9035-E6A6-C6389C6FA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78" y="1430338"/>
            <a:ext cx="3013958" cy="29487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415CD75-A3A7-8825-E15D-BFBA390A1516}"/>
              </a:ext>
            </a:extLst>
          </p:cNvPr>
          <p:cNvSpPr txBox="1"/>
          <p:nvPr/>
        </p:nvSpPr>
        <p:spPr>
          <a:xfrm>
            <a:off x="6836038" y="1181220"/>
            <a:ext cx="504318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能够连写的地方一律连写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b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x = x +1</a:t>
            </a:r>
            <a:b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x += 1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函数定义内部不要用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，一律用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return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。除非题目让你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。调试可以用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print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调试的时候用小规模数据，不要一开始就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1,000,000. 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可以从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5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开始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问问题记得截屏，不要手机拍照，发源代码，发图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作业题不要用超出范围的语法，我们确保可以用讲过的语法解决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不包含注释，单个函数的代码长度不要超过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行。超过这个长度，要么切割成更小的几个几个函数，要么你的思路有问题，要重新写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务必先熟练掌握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ppt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上面的内容，做到能自己写出来</a:t>
            </a:r>
            <a:endParaRPr lang="en-US" altLang="zh-CN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编程是一个精密的数学工程，</a:t>
            </a:r>
            <a:r>
              <a:rPr lang="zh-CN" altLang="en-US" dirty="0">
                <a:solidFill>
                  <a:srgbClr val="0070C0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不要用蛮力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rgbClr val="0070C0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不要暴力复制粘贴</a:t>
            </a:r>
            <a:endParaRPr lang="en-US" altLang="zh-CN" dirty="0">
              <a:solidFill>
                <a:srgbClr val="0070C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5660AE-47ED-A69D-2771-BB6D67072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8" y="4478663"/>
            <a:ext cx="3013958" cy="20578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17051C-022B-0FDA-C612-398AD8646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976" y="1430339"/>
            <a:ext cx="2942822" cy="510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3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E3C257B-1E71-4699-F939-10DEE7A96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62" y="281835"/>
            <a:ext cx="2892587" cy="62943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4E67DF-0A00-702A-D594-4587AAC64084}"/>
              </a:ext>
            </a:extLst>
          </p:cNvPr>
          <p:cNvSpPr txBox="1"/>
          <p:nvPr/>
        </p:nvSpPr>
        <p:spPr>
          <a:xfrm>
            <a:off x="5267848" y="927416"/>
            <a:ext cx="48741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4-17</a:t>
            </a:r>
            <a:r>
              <a:rPr lang="zh-CN" altLang="en-US" dirty="0"/>
              <a:t>行功能重复</a:t>
            </a:r>
            <a:endParaRPr lang="en-US" altLang="zh-CN" dirty="0"/>
          </a:p>
          <a:p>
            <a:r>
              <a:rPr lang="en-US" altLang="zh-CN" dirty="0"/>
              <a:t>31-37</a:t>
            </a:r>
            <a:r>
              <a:rPr lang="zh-CN" altLang="en-US" dirty="0"/>
              <a:t>功能重复</a:t>
            </a:r>
            <a:endParaRPr lang="en-US" altLang="zh-CN" dirty="0"/>
          </a:p>
          <a:p>
            <a:r>
              <a:rPr lang="zh-CN" altLang="en-US" dirty="0"/>
              <a:t>用函数代替</a:t>
            </a:r>
            <a:endParaRPr lang="en-US" altLang="zh-CN" dirty="0"/>
          </a:p>
          <a:p>
            <a:r>
              <a:rPr lang="zh-CN" altLang="en-US" dirty="0"/>
              <a:t>代码越长，越容易出</a:t>
            </a:r>
            <a:r>
              <a:rPr lang="en-US" altLang="zh-CN" dirty="0"/>
              <a:t>bug</a:t>
            </a:r>
            <a:r>
              <a:rPr lang="zh-CN" altLang="en-US" dirty="0"/>
              <a:t>，越难调试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编程是一个精密的数学工程，</a:t>
            </a:r>
            <a:endParaRPr lang="en-US" altLang="zh-CN" dirty="0"/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不要用蛮力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不要暴力复制粘贴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单个函数的代码长度不要超过</a:t>
            </a:r>
            <a:r>
              <a:rPr lang="en-US" altLang="zh-CN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  <a:r>
              <a:rPr lang="zh-CN" altLang="en-US" dirty="0">
                <a:solidFill>
                  <a:srgbClr val="C00000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行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Python 40</a:t>
            </a:r>
            <a:r>
              <a:rPr lang="zh-CN" altLang="en-US" dirty="0"/>
              <a:t>行 相当于</a:t>
            </a:r>
            <a:r>
              <a:rPr lang="en-US" altLang="zh-CN" dirty="0"/>
              <a:t>200</a:t>
            </a:r>
            <a:r>
              <a:rPr lang="zh-CN" altLang="en-US" dirty="0"/>
              <a:t>行</a:t>
            </a:r>
            <a:r>
              <a:rPr lang="en-US" altLang="zh-CN" dirty="0"/>
              <a:t>C++ </a:t>
            </a:r>
            <a:r>
              <a:rPr lang="zh-CN" altLang="en-US" dirty="0"/>
              <a:t>（</a:t>
            </a:r>
            <a:r>
              <a:rPr lang="en-US" altLang="zh-CN" dirty="0"/>
              <a:t>5-10</a:t>
            </a:r>
            <a:r>
              <a:rPr lang="zh-CN" altLang="en-US" dirty="0"/>
              <a:t>倍）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780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0F0A-4584-7A7C-38A9-707BBBA4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第六周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183C-0B44-429A-931F-1DB509BCC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81" y="1825625"/>
            <a:ext cx="11536471" cy="4351338"/>
          </a:xfrm>
        </p:spPr>
        <p:txBody>
          <a:bodyPr numCol="2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技术难点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变量定义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变量重定义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变量修改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变量复制、隐性复制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规范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函数用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return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，没必要少用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print</a:t>
            </a: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少用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输入，把输入直接写到文件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def f(a)</a:t>
            </a: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测试 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f(1), f(2), f(3), …, 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效率更高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边学、边写、边思考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理解障碍靠代码训练来突破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至少掌握：定义、重定义、修改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先学会用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再理解为什么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最后是自己创造出来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理解最重要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前提是反复使用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大代码量练习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规范化，不要随心所欲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信息爆炸，信息的选取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专业和业余的区别</a:t>
            </a:r>
          </a:p>
          <a:p>
            <a:pPr lvl="1"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万行代码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一步步拉开差距</a:t>
            </a:r>
            <a:endParaRPr lang="en-US" altLang="zh-CN" sz="18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443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FB264B40-FB10-4CD9-9081-161B7E0EB20A}"/>
              </a:ext>
            </a:extLst>
          </p:cNvPr>
          <p:cNvSpPr/>
          <p:nvPr/>
        </p:nvSpPr>
        <p:spPr>
          <a:xfrm>
            <a:off x="746449" y="0"/>
            <a:ext cx="10561089" cy="796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广度：基本常用语法，模块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5BC7FA96-85EF-4468-ACAF-71FD4DCF4A66}"/>
              </a:ext>
            </a:extLst>
          </p:cNvPr>
          <p:cNvSpPr/>
          <p:nvPr/>
        </p:nvSpPr>
        <p:spPr>
          <a:xfrm>
            <a:off x="0" y="849086"/>
            <a:ext cx="746449" cy="58799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EA09D90-ABB8-4269-AC7D-ABA62B2A9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24678"/>
              </p:ext>
            </p:extLst>
          </p:nvPr>
        </p:nvGraphicFramePr>
        <p:xfrm>
          <a:off x="746449" y="801236"/>
          <a:ext cx="11254002" cy="6011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126">
                  <a:extLst>
                    <a:ext uri="{9D8B030D-6E8A-4147-A177-3AD203B41FA5}">
                      <a16:colId xmlns:a16="http://schemas.microsoft.com/office/drawing/2014/main" val="1769493518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3796177788"/>
                    </a:ext>
                  </a:extLst>
                </a:gridCol>
                <a:gridCol w="1617929">
                  <a:extLst>
                    <a:ext uri="{9D8B030D-6E8A-4147-A177-3AD203B41FA5}">
                      <a16:colId xmlns:a16="http://schemas.microsoft.com/office/drawing/2014/main" val="3062859848"/>
                    </a:ext>
                  </a:extLst>
                </a:gridCol>
                <a:gridCol w="679092">
                  <a:extLst>
                    <a:ext uri="{9D8B030D-6E8A-4147-A177-3AD203B41FA5}">
                      <a16:colId xmlns:a16="http://schemas.microsoft.com/office/drawing/2014/main" val="1784102634"/>
                    </a:ext>
                  </a:extLst>
                </a:gridCol>
                <a:gridCol w="733358">
                  <a:extLst>
                    <a:ext uri="{9D8B030D-6E8A-4147-A177-3AD203B41FA5}">
                      <a16:colId xmlns:a16="http://schemas.microsoft.com/office/drawing/2014/main" val="3286323887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1995502084"/>
                    </a:ext>
                  </a:extLst>
                </a:gridCol>
                <a:gridCol w="1010126">
                  <a:extLst>
                    <a:ext uri="{9D8B030D-6E8A-4147-A177-3AD203B41FA5}">
                      <a16:colId xmlns:a16="http://schemas.microsoft.com/office/drawing/2014/main" val="294653705"/>
                    </a:ext>
                  </a:extLst>
                </a:gridCol>
                <a:gridCol w="831718">
                  <a:extLst>
                    <a:ext uri="{9D8B030D-6E8A-4147-A177-3AD203B41FA5}">
                      <a16:colId xmlns:a16="http://schemas.microsoft.com/office/drawing/2014/main" val="1752639784"/>
                    </a:ext>
                  </a:extLst>
                </a:gridCol>
                <a:gridCol w="826315">
                  <a:extLst>
                    <a:ext uri="{9D8B030D-6E8A-4147-A177-3AD203B41FA5}">
                      <a16:colId xmlns:a16="http://schemas.microsoft.com/office/drawing/2014/main" val="3713957510"/>
                    </a:ext>
                  </a:extLst>
                </a:gridCol>
                <a:gridCol w="1372345">
                  <a:extLst>
                    <a:ext uri="{9D8B030D-6E8A-4147-A177-3AD203B41FA5}">
                      <a16:colId xmlns:a16="http://schemas.microsoft.com/office/drawing/2014/main" val="1445919159"/>
                    </a:ext>
                  </a:extLst>
                </a:gridCol>
                <a:gridCol w="1152741">
                  <a:extLst>
                    <a:ext uri="{9D8B030D-6E8A-4147-A177-3AD203B41FA5}">
                      <a16:colId xmlns:a16="http://schemas.microsoft.com/office/drawing/2014/main" val="3184507545"/>
                    </a:ext>
                  </a:extLst>
                </a:gridCol>
              </a:tblGrid>
              <a:tr h="692409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基本语法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函数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数据结构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class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module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complexity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Exception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Random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File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List comprehension</a:t>
                      </a:r>
                    </a:p>
                    <a:p>
                      <a:r>
                        <a:rPr lang="zh-CN" altLang="en-US" sz="1200" dirty="0"/>
                        <a:t>高级内容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Multitasking and RE</a:t>
                      </a:r>
                      <a:endParaRPr lang="zh-CN" altLang="en-US" sz="12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07613"/>
                  </a:ext>
                </a:extLst>
              </a:tr>
              <a:tr h="692409">
                <a:tc rowSpan="2" gridSpan="3">
                  <a:txBody>
                    <a:bodyPr/>
                    <a:lstStyle/>
                    <a:p>
                      <a:r>
                        <a:rPr lang="en-US" altLang="zh-CN" sz="1200" dirty="0"/>
                        <a:t>VS Code</a:t>
                      </a:r>
                    </a:p>
                    <a:p>
                      <a:r>
                        <a:rPr lang="en-US" altLang="zh-CN" sz="1200" dirty="0" err="1"/>
                        <a:t>Jupyter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Ubuntu</a:t>
                      </a:r>
                    </a:p>
                    <a:p>
                      <a:endParaRPr lang="zh-CN" altLang="en-US" sz="12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 gridSpan="6">
                  <a:txBody>
                    <a:bodyPr/>
                    <a:lstStyle/>
                    <a:p>
                      <a:r>
                        <a:rPr lang="zh-CN" altLang="en-US" sz="1200" dirty="0"/>
                        <a:t>以概念，原理为主，一定技术难度</a:t>
                      </a:r>
                      <a:endParaRPr lang="en-US" altLang="zh-CN" sz="1200" dirty="0"/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200" dirty="0"/>
                        <a:t>为什么要做这个</a:t>
                      </a:r>
                      <a:endParaRPr lang="en-US" altLang="zh-CN" sz="1200" dirty="0"/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200" dirty="0"/>
                        <a:t>要解决什么问题</a:t>
                      </a:r>
                      <a:endParaRPr lang="en-US" altLang="zh-CN" sz="1200" dirty="0"/>
                    </a:p>
                    <a:p>
                      <a:pPr marL="171450" indent="-171450"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200" dirty="0"/>
                        <a:t>怎么做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List comprehension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582033"/>
                  </a:ext>
                </a:extLst>
              </a:tr>
              <a:tr h="488841">
                <a:tc gridSpan="3" vMerge="1"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map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092397"/>
                  </a:ext>
                </a:extLst>
              </a:tr>
              <a:tr h="1023447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基本语法练习题</a:t>
                      </a:r>
                      <a:endParaRPr lang="en-US" altLang="zh-CN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补充练习：</a:t>
                      </a:r>
                      <a:r>
                        <a:rPr lang="en-US" altLang="zh-CN" sz="1200" dirty="0"/>
                        <a:t>Lec3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lec4</a:t>
                      </a:r>
                      <a:r>
                        <a:rPr lang="zh-CN" altLang="en-US" sz="1200" dirty="0"/>
                        <a:t>，</a:t>
                      </a:r>
                      <a:r>
                        <a:rPr lang="en-US" altLang="zh-CN" sz="1200" dirty="0"/>
                        <a:t>lec5</a:t>
                      </a:r>
                      <a:endParaRPr lang="zh-CN" altLang="en-US" sz="12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pip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reduce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616655"/>
                  </a:ext>
                </a:extLst>
              </a:tr>
              <a:tr h="692409">
                <a:tc rowSpan="2" gridSpan="3">
                  <a:txBody>
                    <a:bodyPr/>
                    <a:lstStyle/>
                    <a:p>
                      <a:r>
                        <a:rPr lang="en-US" altLang="zh-CN" sz="1200" dirty="0" err="1"/>
                        <a:t>Leetcode</a:t>
                      </a:r>
                      <a:r>
                        <a:rPr lang="en-US" altLang="zh-CN" sz="1200" dirty="0"/>
                        <a:t> 300 easy</a:t>
                      </a:r>
                    </a:p>
                    <a:p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不要求复杂度，就是纯粹的代码练习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pPr algn="ctr"/>
                      <a:r>
                        <a:rPr lang="zh-CN" altLang="en-US" sz="1800" dirty="0">
                          <a:solidFill>
                            <a:srgbClr val="002060"/>
                          </a:solidFill>
                        </a:rPr>
                        <a:t>早起的鸟儿有</a:t>
                      </a:r>
                      <a:r>
                        <a:rPr lang="en-US" altLang="zh-CN" sz="1800" dirty="0">
                          <a:solidFill>
                            <a:srgbClr val="002060"/>
                          </a:solidFill>
                        </a:rPr>
                        <a:t>bug</a:t>
                      </a:r>
                      <a:r>
                        <a:rPr lang="zh-CN" altLang="en-US" sz="1800" dirty="0">
                          <a:solidFill>
                            <a:srgbClr val="002060"/>
                          </a:solidFill>
                        </a:rPr>
                        <a:t>吃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200" dirty="0" err="1"/>
                        <a:t>numpy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 err="1"/>
                        <a:t>scipy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pandas</a:t>
                      </a:r>
                    </a:p>
                    <a:p>
                      <a:r>
                        <a:rPr lang="en-US" altLang="zh-CN" sz="1200" dirty="0"/>
                        <a:t>crawler</a:t>
                      </a:r>
                    </a:p>
                    <a:p>
                      <a:r>
                        <a:rPr lang="en-US" altLang="zh-CN" sz="1200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filter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381133"/>
                  </a:ext>
                </a:extLst>
              </a:tr>
              <a:tr h="1037583">
                <a:tc gridSpan="3" vMerge="1"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Pythonic</a:t>
                      </a:r>
                    </a:p>
                    <a:p>
                      <a:r>
                        <a:rPr lang="en-US" altLang="zh-CN" sz="1200" dirty="0"/>
                        <a:t>Python</a:t>
                      </a:r>
                      <a:r>
                        <a:rPr lang="zh-CN" altLang="en-US" sz="1200" dirty="0"/>
                        <a:t>特色</a:t>
                      </a:r>
                      <a:endParaRPr lang="en-US" altLang="zh-CN" sz="1200" dirty="0"/>
                    </a:p>
                    <a:p>
                      <a:r>
                        <a:rPr lang="zh-CN" altLang="en-US" sz="1200" dirty="0"/>
                        <a:t>函数式编程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83545"/>
                  </a:ext>
                </a:extLst>
              </a:tr>
              <a:tr h="1384819">
                <a:tc gridSpan="11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002060"/>
                          </a:solidFill>
                        </a:rPr>
                        <a:t>迭代学习</a:t>
                      </a:r>
                      <a:endParaRPr lang="en-US" altLang="zh-CN" sz="1800" dirty="0">
                        <a:solidFill>
                          <a:srgbClr val="002060"/>
                        </a:solidFill>
                      </a:endParaRPr>
                    </a:p>
                    <a:p>
                      <a:pPr algn="ctr"/>
                      <a:r>
                        <a:rPr lang="zh-CN" altLang="en-US" sz="1800" dirty="0">
                          <a:solidFill>
                            <a:srgbClr val="002060"/>
                          </a:solidFill>
                        </a:rPr>
                        <a:t>一点点加强，一轮轮迭代</a:t>
                      </a:r>
                      <a:endParaRPr lang="en-US" altLang="zh-CN" sz="1800" dirty="0">
                        <a:solidFill>
                          <a:srgbClr val="002060"/>
                        </a:solidFill>
                      </a:endParaRPr>
                    </a:p>
                    <a:p>
                      <a:pPr algn="ctr"/>
                      <a:r>
                        <a:rPr lang="zh-CN" altLang="en-US" sz="1800" dirty="0">
                          <a:solidFill>
                            <a:srgbClr val="002060"/>
                          </a:solidFill>
                        </a:rPr>
                        <a:t>技术上的成熟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03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10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41EC9-5816-8CDF-C128-2683866E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FCC60D-087C-B186-C00E-DFF11C18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zh-CN" altLang="en-US" sz="2000" dirty="0"/>
              <a:t>程序的基本语法已经完备</a:t>
            </a:r>
            <a:endParaRPr lang="en-US" altLang="zh-CN" sz="2000" dirty="0"/>
          </a:p>
          <a:p>
            <a:r>
              <a:rPr lang="zh-CN" altLang="en-US" sz="2000" dirty="0"/>
              <a:t>全面开始</a:t>
            </a:r>
            <a:r>
              <a:rPr lang="zh-CN" altLang="en-US" sz="2000" dirty="0">
                <a:solidFill>
                  <a:srgbClr val="7030A0"/>
                </a:solidFill>
              </a:rPr>
              <a:t>自我练习（不要求提交）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lvl="1"/>
            <a:r>
              <a:rPr lang="en-US" altLang="zh-CN" sz="1800" dirty="0" err="1"/>
              <a:t>Lec</a:t>
            </a:r>
            <a:r>
              <a:rPr lang="en-US" altLang="zh-CN" sz="1800" dirty="0"/>
              <a:t> 2-8</a:t>
            </a:r>
            <a:r>
              <a:rPr lang="zh-CN" altLang="en-US" sz="1800" dirty="0"/>
              <a:t>补充练习（附答案）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Leetcode</a:t>
            </a:r>
            <a:r>
              <a:rPr lang="en-US" altLang="zh-CN" sz="1800" dirty="0"/>
              <a:t> 300</a:t>
            </a:r>
            <a:r>
              <a:rPr lang="zh-CN" altLang="en-US" sz="1800" dirty="0"/>
              <a:t>题（附答案）</a:t>
            </a:r>
            <a:endParaRPr lang="en-US" altLang="zh-CN" sz="1800" dirty="0"/>
          </a:p>
          <a:p>
            <a:pPr lvl="1"/>
            <a:r>
              <a:rPr lang="zh-CN" altLang="en-US" sz="1800" dirty="0"/>
              <a:t>管够，不够可以再加</a:t>
            </a:r>
            <a:endParaRPr lang="en-US" altLang="zh-CN" sz="1800" dirty="0"/>
          </a:p>
          <a:p>
            <a:r>
              <a:rPr lang="zh-CN" altLang="en-US" sz="2000" dirty="0"/>
              <a:t>计算机专业与否的标准</a:t>
            </a:r>
            <a:endParaRPr lang="en-US" altLang="zh-CN" sz="2000" dirty="0"/>
          </a:p>
          <a:p>
            <a:pPr lvl="1"/>
            <a:r>
              <a:rPr lang="zh-CN" altLang="en-US" sz="1800" dirty="0"/>
              <a:t>代码量</a:t>
            </a:r>
            <a:endParaRPr lang="en-US" altLang="zh-CN" sz="1800" dirty="0"/>
          </a:p>
          <a:p>
            <a:r>
              <a:rPr lang="zh-CN" altLang="en-US" sz="2000" dirty="0"/>
              <a:t>通过大量练习融汇、贯通前面的知识</a:t>
            </a:r>
            <a:endParaRPr lang="en-US" altLang="zh-CN" sz="2000" dirty="0"/>
          </a:p>
          <a:p>
            <a:pPr lvl="1"/>
            <a:r>
              <a:rPr lang="zh-CN" altLang="en-US" sz="1800" dirty="0"/>
              <a:t>形成肌肉记忆</a:t>
            </a:r>
            <a:endParaRPr lang="en-US" altLang="zh-CN" sz="1800" dirty="0"/>
          </a:p>
          <a:p>
            <a:r>
              <a:rPr lang="zh-CN" altLang="en-US" sz="2200" dirty="0"/>
              <a:t>练习要求</a:t>
            </a:r>
            <a:endParaRPr lang="en-US" altLang="zh-CN" sz="2200" dirty="0"/>
          </a:p>
          <a:p>
            <a:pPr lvl="1"/>
            <a:r>
              <a:rPr lang="zh-CN" altLang="en-US" sz="1800" dirty="0"/>
              <a:t>规范化，严格要求自己</a:t>
            </a:r>
            <a:endParaRPr lang="en-US" altLang="zh-CN" sz="1800" dirty="0"/>
          </a:p>
          <a:p>
            <a:pPr lvl="1"/>
            <a:r>
              <a:rPr lang="zh-CN" altLang="en-US" sz="1800" dirty="0"/>
              <a:t>先自己思考，再看答案</a:t>
            </a:r>
            <a:endParaRPr lang="en-US" altLang="zh-CN" sz="1800" dirty="0"/>
          </a:p>
          <a:p>
            <a:pPr lvl="1"/>
            <a:r>
              <a:rPr lang="zh-CN" altLang="en-US" sz="1800" dirty="0"/>
              <a:t>不要求算法，只是强调思考、练习，自己写代码训练</a:t>
            </a:r>
            <a:endParaRPr lang="en-US" altLang="zh-CN" sz="1800" dirty="0"/>
          </a:p>
          <a:p>
            <a:r>
              <a:rPr lang="zh-CN" altLang="en-US" sz="2400" dirty="0"/>
              <a:t>不会写？</a:t>
            </a:r>
            <a:endParaRPr lang="en-US" altLang="zh-CN" sz="2400" dirty="0"/>
          </a:p>
          <a:p>
            <a:pPr lvl="1"/>
            <a:r>
              <a:rPr lang="zh-CN" altLang="en-US" sz="2000" dirty="0"/>
              <a:t>先把答案看懂看会背下来</a:t>
            </a:r>
            <a:endParaRPr lang="en-US" altLang="zh-CN" sz="2000" dirty="0"/>
          </a:p>
          <a:p>
            <a:pPr lvl="1"/>
            <a:r>
              <a:rPr lang="zh-CN" altLang="en-US" sz="2000" dirty="0"/>
              <a:t>反复写，过段时间再回头检查</a:t>
            </a:r>
            <a:endParaRPr lang="en-US" altLang="zh-CN" sz="2000" dirty="0"/>
          </a:p>
          <a:p>
            <a:pPr lvl="1"/>
            <a:r>
              <a:rPr lang="zh-CN" altLang="en-US" sz="2000" dirty="0"/>
              <a:t>认知困难是正常现象</a:t>
            </a:r>
            <a:endParaRPr lang="en-US" altLang="zh-CN" sz="2000" dirty="0"/>
          </a:p>
          <a:p>
            <a:r>
              <a:rPr lang="zh-CN" altLang="en-US" sz="2400" dirty="0"/>
              <a:t>不要和别人攀比</a:t>
            </a:r>
            <a:endParaRPr lang="en-US" altLang="zh-CN" sz="2400" dirty="0"/>
          </a:p>
          <a:p>
            <a:pPr lvl="1"/>
            <a:r>
              <a:rPr lang="zh-CN" altLang="en-US" sz="2000" dirty="0"/>
              <a:t>大家起点不同，加速度也不同，顶点也不会相同</a:t>
            </a:r>
            <a:endParaRPr lang="en-US" altLang="zh-CN" sz="2000" dirty="0"/>
          </a:p>
          <a:p>
            <a:pPr lvl="1"/>
            <a:r>
              <a:rPr lang="zh-CN" altLang="en-US" sz="2000" dirty="0"/>
              <a:t>突破自己的思维、认识障碍</a:t>
            </a:r>
            <a:endParaRPr lang="en-US" altLang="zh-CN" sz="2000" dirty="0"/>
          </a:p>
          <a:p>
            <a:r>
              <a:rPr lang="zh-CN" altLang="en-US" sz="2400" dirty="0"/>
              <a:t>沟通</a:t>
            </a:r>
            <a:endParaRPr lang="en-US" altLang="zh-CN" sz="2400" dirty="0"/>
          </a:p>
          <a:p>
            <a:pPr lvl="1"/>
            <a:r>
              <a:rPr lang="zh-CN" altLang="en-US" sz="2000" dirty="0"/>
              <a:t>助教</a:t>
            </a:r>
            <a:endParaRPr lang="en-US" altLang="zh-CN" sz="2000" dirty="0"/>
          </a:p>
          <a:p>
            <a:pPr lvl="1"/>
            <a:r>
              <a:rPr lang="zh-CN" altLang="en-US" sz="2000" dirty="0"/>
              <a:t>老师</a:t>
            </a:r>
            <a:endParaRPr lang="en-US" altLang="zh-CN" sz="2000" dirty="0"/>
          </a:p>
          <a:p>
            <a:pPr lvl="1"/>
            <a:r>
              <a:rPr lang="zh-CN" altLang="en-US" sz="2000" dirty="0"/>
              <a:t>不要埋头写，多交流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14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0ED01-CCD5-F789-11FF-85CFADA2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Dict</a:t>
            </a:r>
            <a:r>
              <a:rPr lang="zh-CN" altLang="en-US" dirty="0"/>
              <a:t>在迭代中不可改变大小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82C483-33DB-93F6-681C-1CF4667BF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4"/>
            <a:ext cx="11360800" cy="556469"/>
          </a:xfrm>
        </p:spPr>
        <p:txBody>
          <a:bodyPr>
            <a:normAutofit/>
          </a:bodyPr>
          <a:lstStyle/>
          <a:p>
            <a:r>
              <a:rPr lang="zh-CN" altLang="en-US" sz="1867" dirty="0">
                <a:latin typeface="黑体" panose="02010609060101010101" pitchFamily="49" charset="-122"/>
                <a:ea typeface="黑体" panose="02010609060101010101" pitchFamily="49" charset="-122"/>
              </a:rPr>
              <a:t>在迭代过程中增加或删除字典元素，是语法错误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9DE9E4BD-48F4-E862-8D21-B9C93D3C5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87" y="5928048"/>
            <a:ext cx="3654343" cy="5241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9CFEE3-3CC3-190A-8079-86B2F25E8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243" y="5134260"/>
            <a:ext cx="1448003" cy="2921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37D4D2-FA19-1370-326D-22736F921C06}"/>
              </a:ext>
            </a:extLst>
          </p:cNvPr>
          <p:cNvSpPr txBox="1"/>
          <p:nvPr/>
        </p:nvSpPr>
        <p:spPr>
          <a:xfrm>
            <a:off x="5317968" y="2946006"/>
            <a:ext cx="1820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Source Sans Pro" panose="020B0503030403020204" pitchFamily="34" charset="0"/>
                <a:ea typeface="黑体" panose="02010609060101010101" pitchFamily="49" charset="-122"/>
              </a:rPr>
              <a:t>使用</a:t>
            </a:r>
            <a:r>
              <a:rPr lang="en-US" altLang="zh-CN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dict.copy</a:t>
            </a:r>
            <a:r>
              <a:rPr lang="en-US" altLang="zh-CN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</a:t>
            </a:r>
            <a:endParaRPr lang="zh-CN" altLang="en-US" sz="2400" dirty="0">
              <a:latin typeface="Source Sans Pro" panose="020B0503030403020204" pitchFamily="34" charset="0"/>
              <a:ea typeface="黑体" panose="02010609060101010101" pitchFamily="49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322D410-179C-269C-4DCD-25D4914A5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6" y="2030172"/>
            <a:ext cx="4212545" cy="215659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E3D1FC7-A766-CDA6-8353-3AF476300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16" y="4295645"/>
            <a:ext cx="4212545" cy="215659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A0344BD-C0CC-1DC5-AE01-1A225A4B0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6243" y="1949768"/>
            <a:ext cx="4637632" cy="297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3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41EC9-5816-8CDF-C128-2683866E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第八周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FCC60D-087C-B186-C00E-DFF11C185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zh-CN" altLang="en-US" sz="1900" dirty="0"/>
              <a:t>第六次作业提交情况 </a:t>
            </a:r>
            <a:r>
              <a:rPr lang="en-US" altLang="zh-CN" sz="1900" dirty="0"/>
              <a:t>48/131</a:t>
            </a:r>
          </a:p>
          <a:p>
            <a:r>
              <a:rPr lang="en-US" altLang="zh-CN" sz="1900" dirty="0" err="1"/>
              <a:t>Lec</a:t>
            </a:r>
            <a:r>
              <a:rPr lang="zh-CN" altLang="en-US" sz="1900" dirty="0"/>
              <a:t> </a:t>
            </a:r>
            <a:r>
              <a:rPr lang="en-US" altLang="zh-CN" sz="1900" dirty="0"/>
              <a:t>2-7</a:t>
            </a:r>
            <a:r>
              <a:rPr lang="zh-CN" altLang="en-US" sz="1900" dirty="0"/>
              <a:t>补充练习</a:t>
            </a:r>
            <a:endParaRPr lang="en-US" altLang="zh-CN" sz="1900" dirty="0"/>
          </a:p>
          <a:p>
            <a:r>
              <a:rPr lang="en-US" altLang="zh-CN" sz="1900" dirty="0" err="1"/>
              <a:t>Leetcode</a:t>
            </a:r>
            <a:r>
              <a:rPr lang="zh-CN" altLang="en-US" sz="1900" dirty="0"/>
              <a:t> </a:t>
            </a:r>
            <a:r>
              <a:rPr lang="en-US" altLang="zh-CN" sz="1900" dirty="0"/>
              <a:t>300</a:t>
            </a:r>
          </a:p>
          <a:p>
            <a:r>
              <a:rPr lang="zh-CN" altLang="en-US" sz="1900" dirty="0"/>
              <a:t>耐心、细心、规范</a:t>
            </a:r>
            <a:endParaRPr lang="en-US" altLang="zh-CN" sz="1900" dirty="0"/>
          </a:p>
          <a:p>
            <a:r>
              <a:rPr lang="zh-CN" altLang="en-US" sz="1900" dirty="0"/>
              <a:t>阿里云服务器</a:t>
            </a:r>
            <a:r>
              <a:rPr lang="en-US" altLang="zh-CN" sz="1900" dirty="0"/>
              <a:t>: </a:t>
            </a:r>
            <a:r>
              <a:rPr lang="zh-CN" altLang="en-US" sz="1900" dirty="0"/>
              <a:t> 免费学生云服务器</a:t>
            </a:r>
            <a:endParaRPr lang="en-US" altLang="zh-CN" sz="1900" dirty="0"/>
          </a:p>
          <a:p>
            <a:pPr lvl="1"/>
            <a:r>
              <a:rPr lang="en-US" altLang="zh-CN" sz="1700" dirty="0">
                <a:hlinkClick r:id="rId2"/>
              </a:rPr>
              <a:t>https://developer.aliyun.com/plan/student?clubTaskBiz=subTask..10829335..10139..&amp;share_source=copy_link</a:t>
            </a:r>
            <a:endParaRPr lang="en-US" altLang="zh-CN" sz="1700" dirty="0"/>
          </a:p>
          <a:p>
            <a:pPr lvl="1"/>
            <a:r>
              <a:rPr lang="en-US" altLang="zh-CN" sz="1700" dirty="0"/>
              <a:t>1</a:t>
            </a:r>
            <a:r>
              <a:rPr lang="zh-CN" altLang="en-US" sz="1700" dirty="0"/>
              <a:t>个月免费，完成培训，</a:t>
            </a:r>
            <a:r>
              <a:rPr lang="en-US" altLang="zh-CN" sz="1700" dirty="0"/>
              <a:t>+</a:t>
            </a:r>
            <a:r>
              <a:rPr lang="zh-CN" altLang="en-US" sz="1700" dirty="0"/>
              <a:t> </a:t>
            </a:r>
            <a:r>
              <a:rPr lang="en-US" altLang="zh-CN" sz="1700" dirty="0"/>
              <a:t>6</a:t>
            </a:r>
            <a:r>
              <a:rPr lang="zh-CN" altLang="en-US" sz="1700" dirty="0"/>
              <a:t>个月</a:t>
            </a:r>
            <a:endParaRPr lang="en-US" altLang="zh-CN" sz="1700" dirty="0"/>
          </a:p>
          <a:p>
            <a:pPr lvl="1"/>
            <a:r>
              <a:rPr lang="zh-CN" altLang="en-US" sz="1700" dirty="0"/>
              <a:t>比</a:t>
            </a:r>
            <a:r>
              <a:rPr lang="en-US" altLang="zh-CN" sz="1700" dirty="0"/>
              <a:t>VMware</a:t>
            </a:r>
            <a:r>
              <a:rPr lang="zh-CN" altLang="en-US" sz="1700" dirty="0"/>
              <a:t>更真实的</a:t>
            </a:r>
            <a:r>
              <a:rPr lang="en-US" altLang="zh-CN" sz="1700" dirty="0"/>
              <a:t>Linux</a:t>
            </a:r>
            <a:r>
              <a:rPr lang="zh-CN" altLang="en-US" sz="1700" dirty="0"/>
              <a:t>环境</a:t>
            </a:r>
            <a:endParaRPr lang="en-US" altLang="zh-CN" sz="1700" dirty="0"/>
          </a:p>
          <a:p>
            <a:pPr lvl="1"/>
            <a:r>
              <a:rPr lang="zh-CN" altLang="en-US" sz="1700" dirty="0"/>
              <a:t>真正的远程环境 </a:t>
            </a:r>
            <a:r>
              <a:rPr lang="en-US" altLang="zh-CN" sz="1700" dirty="0"/>
              <a:t>SSH</a:t>
            </a:r>
            <a:r>
              <a:rPr lang="zh-CN" altLang="en-US" sz="1700" dirty="0"/>
              <a:t>等等</a:t>
            </a:r>
          </a:p>
        </p:txBody>
      </p:sp>
    </p:spTree>
    <p:extLst>
      <p:ext uri="{BB962C8B-B14F-4D97-AF65-F5344CB8AC3E}">
        <p14:creationId xmlns:p14="http://schemas.microsoft.com/office/powerpoint/2010/main" val="614666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7D337-D189-D34C-11F4-6C08C8B1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第九周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81756-640C-947E-F5A2-B618303AB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大程序</a:t>
            </a:r>
            <a:r>
              <a:rPr lang="en-US" altLang="zh-CN" dirty="0"/>
              <a:t>(100+</a:t>
            </a:r>
            <a:r>
              <a:rPr lang="zh-CN" altLang="en-US" dirty="0"/>
              <a:t>行</a:t>
            </a:r>
            <a:r>
              <a:rPr lang="en-US" altLang="zh-CN" dirty="0"/>
              <a:t>)</a:t>
            </a:r>
            <a:r>
              <a:rPr lang="zh-CN" altLang="en-US" dirty="0"/>
              <a:t>的</a:t>
            </a:r>
            <a:r>
              <a:rPr lang="en-US" altLang="zh-CN" dirty="0"/>
              <a:t>debug</a:t>
            </a:r>
          </a:p>
          <a:p>
            <a:r>
              <a:rPr lang="zh-CN" altLang="en-US" dirty="0"/>
              <a:t>反复思考：自己的设计是不是对的</a:t>
            </a:r>
            <a:endParaRPr lang="en-US" altLang="zh-CN" dirty="0"/>
          </a:p>
          <a:p>
            <a:r>
              <a:rPr lang="zh-CN" altLang="en-US" dirty="0"/>
              <a:t>小的函数是不是正确</a:t>
            </a:r>
            <a:endParaRPr lang="en-US" altLang="zh-CN" dirty="0"/>
          </a:p>
          <a:p>
            <a:pPr lvl="1"/>
            <a:r>
              <a:rPr lang="zh-CN" altLang="en-US" dirty="0"/>
              <a:t>测试，特别是特殊情况：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/>
              <a:t>1,  2, ””, </a:t>
            </a:r>
            <a:r>
              <a:rPr lang="en-US" altLang="zh-CN" dirty="0"/>
              <a:t>[], ()</a:t>
            </a:r>
          </a:p>
          <a:p>
            <a:r>
              <a:rPr lang="zh-CN" altLang="en-US" dirty="0"/>
              <a:t>把小函数一步步拼接起来</a:t>
            </a:r>
            <a:endParaRPr lang="en-US" altLang="zh-CN" dirty="0"/>
          </a:p>
          <a:p>
            <a:pPr lvl="1"/>
            <a:r>
              <a:rPr lang="zh-CN" altLang="en-US" dirty="0"/>
              <a:t>测试，</a:t>
            </a:r>
            <a:r>
              <a:rPr lang="en-US" altLang="zh-CN" dirty="0"/>
              <a:t>print</a:t>
            </a:r>
            <a:r>
              <a:rPr lang="zh-CN" altLang="en-US" dirty="0"/>
              <a:t>输出中间变量</a:t>
            </a:r>
            <a:endParaRPr lang="en-US" altLang="zh-CN" dirty="0"/>
          </a:p>
          <a:p>
            <a:r>
              <a:rPr lang="zh-CN" altLang="en-US" dirty="0"/>
              <a:t>还有错？</a:t>
            </a:r>
            <a:endParaRPr lang="en-US" altLang="zh-CN" dirty="0"/>
          </a:p>
          <a:p>
            <a:pPr lvl="1"/>
            <a:r>
              <a:rPr lang="zh-CN" altLang="en-US" dirty="0"/>
              <a:t>大的设计可能不对</a:t>
            </a:r>
            <a:endParaRPr lang="en-US" altLang="zh-CN" dirty="0"/>
          </a:p>
          <a:p>
            <a:pPr lvl="1"/>
            <a:r>
              <a:rPr lang="zh-CN" altLang="en-US" dirty="0"/>
              <a:t>题目理解错误</a:t>
            </a:r>
            <a:endParaRPr lang="en-US" altLang="zh-CN" dirty="0"/>
          </a:p>
          <a:p>
            <a:r>
              <a:rPr lang="zh-CN" altLang="en-US" dirty="0"/>
              <a:t>问助教：当局者迷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3263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7D337-D189-D34C-11F4-6C08C8B1C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81756-640C-947E-F5A2-B618303AB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编程是一个</a:t>
            </a:r>
            <a:r>
              <a:rPr lang="zh-CN" altLang="en-US" dirty="0">
                <a:solidFill>
                  <a:srgbClr val="7030A0"/>
                </a:solidFill>
              </a:rPr>
              <a:t>精密的数学工程</a:t>
            </a:r>
            <a:endParaRPr lang="en-US" altLang="zh-CN" dirty="0">
              <a:solidFill>
                <a:srgbClr val="7030A0"/>
              </a:solidFill>
            </a:endParaRPr>
          </a:p>
          <a:p>
            <a:r>
              <a:rPr lang="zh-CN" altLang="en-US" dirty="0"/>
              <a:t>多思考</a:t>
            </a:r>
            <a:endParaRPr lang="en-US" altLang="zh-CN" dirty="0"/>
          </a:p>
          <a:p>
            <a:r>
              <a:rPr lang="zh-CN" altLang="en-US" dirty="0"/>
              <a:t>不要用蛮力</a:t>
            </a:r>
            <a:endParaRPr lang="en-US" altLang="zh-CN" dirty="0"/>
          </a:p>
          <a:p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单个函数的代码长度不要超过</a:t>
            </a:r>
            <a:r>
              <a:rPr lang="en-US" altLang="zh-CN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行</a:t>
            </a:r>
            <a:endParaRPr lang="en-US" altLang="zh-CN" dirty="0"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Source Sans Pro" panose="020B0503030403020204" pitchFamily="34" charset="0"/>
                <a:ea typeface="黑体" panose="02010609060101010101" pitchFamily="49" charset="-122"/>
              </a:rPr>
              <a:t>多练习</a:t>
            </a:r>
            <a:endParaRPr lang="en-US" altLang="zh-CN" dirty="0"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Leetcode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300</a:t>
            </a: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2-8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命令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5297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BE06-D0FC-7173-C1B9-B58E8810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第十一周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297CF-666F-2FB2-EF76-7F5175B6E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845"/>
            <a:ext cx="10515600" cy="5065828"/>
          </a:xfrm>
        </p:spPr>
        <p:txBody>
          <a:bodyPr>
            <a:no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Final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40</a:t>
            </a:r>
            <a:r>
              <a:rPr lang="zh-CN" altLang="en-US" dirty="0">
                <a:latin typeface="Garamond" panose="02020404030301010803" pitchFamily="18" charset="0"/>
              </a:rPr>
              <a:t>*</a:t>
            </a:r>
            <a:r>
              <a:rPr lang="en-US" altLang="zh-CN" dirty="0">
                <a:latin typeface="Garamond" panose="02020404030301010803" pitchFamily="18" charset="0"/>
              </a:rPr>
              <a:t>2.5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</a:rPr>
              <a:t>5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Ubuntu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command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(5/60)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</a:rPr>
              <a:t>10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 err="1">
                <a:latin typeface="Garamond" panose="02020404030301010803" pitchFamily="18" charset="0"/>
              </a:rPr>
              <a:t>Leetcode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Problems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write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answer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(10/300)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</a:rPr>
              <a:t>15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PPT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</a:rPr>
              <a:t>10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Problems</a:t>
            </a:r>
          </a:p>
          <a:p>
            <a:r>
              <a:rPr lang="en-US" dirty="0">
                <a:latin typeface="Garamond" panose="02020404030301010803" pitchFamily="18" charset="0"/>
              </a:rPr>
              <a:t>Grade</a:t>
            </a:r>
            <a:r>
              <a:rPr lang="zh-CN" altLang="en-US" dirty="0">
                <a:latin typeface="Garamond" panose="02020404030301010803" pitchFamily="18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</a:rPr>
              <a:t>policy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Average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Final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*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x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8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Exercises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*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y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+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Project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*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(1-x-y)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If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average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&lt;</a:t>
            </a:r>
            <a:r>
              <a:rPr lang="zh-CN" altLang="en-US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85:</a:t>
            </a:r>
          </a:p>
          <a:p>
            <a:pPr lvl="2"/>
            <a:r>
              <a:rPr lang="en-US" altLang="zh-CN" sz="2400" dirty="0">
                <a:latin typeface="Garamond" panose="02020404030301010803" pitchFamily="18" charset="0"/>
                <a:cs typeface="Consolas" panose="020B0609020204030204" pitchFamily="49" charset="0"/>
              </a:rPr>
              <a:t>Lift</a:t>
            </a:r>
            <a:r>
              <a:rPr lang="zh-CN" altLang="en-US" sz="2400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latin typeface="Garamond" panose="02020404030301010803" pitchFamily="18" charset="0"/>
                <a:cs typeface="Consolas" panose="020B0609020204030204" pitchFamily="49" charset="0"/>
              </a:rPr>
              <a:t>to</a:t>
            </a:r>
            <a:r>
              <a:rPr lang="zh-CN" altLang="en-US" sz="2400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latin typeface="Garamond" panose="02020404030301010803" pitchFamily="18" charset="0"/>
                <a:cs typeface="Consolas" panose="020B0609020204030204" pitchFamily="49" charset="0"/>
              </a:rPr>
              <a:t>above</a:t>
            </a:r>
            <a:r>
              <a:rPr lang="zh-CN" altLang="en-US" sz="2400" dirty="0">
                <a:latin typeface="Garamond" panose="02020404030301010803" pitchFamily="18" charset="0"/>
                <a:cs typeface="Consolas" panose="020B0609020204030204" pitchFamily="49" charset="0"/>
              </a:rPr>
              <a:t> </a:t>
            </a:r>
            <a:r>
              <a:rPr lang="en-US" altLang="zh-CN" sz="2400" dirty="0">
                <a:latin typeface="Garamond" panose="02020404030301010803" pitchFamily="18" charset="0"/>
                <a:cs typeface="Consolas" panose="020B0609020204030204" pitchFamily="49" charset="0"/>
              </a:rPr>
              <a:t>85</a:t>
            </a:r>
          </a:p>
          <a:p>
            <a:pPr lvl="1"/>
            <a:r>
              <a:rPr lang="en-US" altLang="zh-CN" dirty="0">
                <a:latin typeface="Garamond" panose="02020404030301010803" pitchFamily="18" charset="0"/>
                <a:cs typeface="Consolas" panose="020B0609020204030204" pitchFamily="49" charset="0"/>
              </a:rPr>
              <a:t>Else:</a:t>
            </a:r>
          </a:p>
          <a:p>
            <a:pPr lvl="2"/>
            <a:r>
              <a:rPr lang="en-US" altLang="zh-CN" sz="2400" dirty="0">
                <a:latin typeface="Garamond" panose="02020404030301010803" pitchFamily="18" charset="0"/>
                <a:cs typeface="Consolas" panose="020B0609020204030204" pitchFamily="49" charset="0"/>
              </a:rPr>
              <a:t>pass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/>
            <a:r>
              <a:rPr lang="en-US" altLang="zh-CN" dirty="0">
                <a:latin typeface="Garamond" panose="02020404030301010803" pitchFamily="18" charset="0"/>
              </a:rPr>
              <a:t>#</a:t>
            </a:r>
            <a:r>
              <a:rPr lang="zh-CN" altLang="en-US" dirty="0">
                <a:latin typeface="Garamond" panose="02020404030301010803" pitchFamily="18" charset="0"/>
              </a:rPr>
              <a:t> 平均分不能太低，同时要兼顾公平性</a:t>
            </a:r>
            <a:endParaRPr lang="en-US" altLang="zh-CN" dirty="0">
              <a:latin typeface="Garamond" panose="02020404030301010803" pitchFamily="18" charset="0"/>
            </a:endParaRPr>
          </a:p>
          <a:p>
            <a:endParaRPr lang="en-CN" dirty="0">
              <a:latin typeface="Garamond" panose="02020404030301010803" pitchFamily="18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14612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A6B9-7C6C-BF52-A2B6-06D648EA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下阶段学习要点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3AC8-3A6D-956D-3AE1-E9C3FFFA4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加强代码训练</a:t>
            </a:r>
            <a:endParaRPr lang="en-US" altLang="zh-CN" dirty="0"/>
          </a:p>
          <a:p>
            <a:r>
              <a:rPr lang="zh-CN" altLang="en-US" dirty="0"/>
              <a:t>多阅读优秀的代码</a:t>
            </a:r>
            <a:endParaRPr lang="en-US" altLang="zh-CN" dirty="0"/>
          </a:p>
          <a:p>
            <a:r>
              <a:rPr lang="zh-CN" altLang="en-US" dirty="0"/>
              <a:t>写代码的体验：</a:t>
            </a:r>
            <a:endParaRPr lang="en-US" altLang="zh-CN" dirty="0"/>
          </a:p>
          <a:p>
            <a:pPr lvl="1"/>
            <a:r>
              <a:rPr lang="zh-CN" altLang="en-US" dirty="0"/>
              <a:t>最开始</a:t>
            </a:r>
            <a:r>
              <a:rPr lang="en-US" altLang="zh-CN" dirty="0"/>
              <a:t>10</a:t>
            </a:r>
            <a:r>
              <a:rPr lang="zh-CN" altLang="en-US" dirty="0"/>
              <a:t>道最难写，怎么写怎么错</a:t>
            </a:r>
            <a:endParaRPr lang="en-US" altLang="zh-CN" dirty="0"/>
          </a:p>
          <a:p>
            <a:pPr lvl="1"/>
            <a:r>
              <a:rPr lang="zh-CN" altLang="en-US" dirty="0"/>
              <a:t>顺利写到</a:t>
            </a:r>
            <a:r>
              <a:rPr lang="en-US" altLang="zh-CN" dirty="0"/>
              <a:t>30</a:t>
            </a:r>
          </a:p>
          <a:p>
            <a:pPr lvl="1"/>
            <a:r>
              <a:rPr lang="zh-CN" altLang="en-US" dirty="0"/>
              <a:t>又不会写了，难题</a:t>
            </a:r>
            <a:endParaRPr lang="en-US" altLang="zh-CN" dirty="0"/>
          </a:p>
          <a:p>
            <a:pPr lvl="1"/>
            <a:r>
              <a:rPr lang="zh-CN" altLang="en-US" dirty="0"/>
              <a:t>顺利到</a:t>
            </a:r>
            <a:r>
              <a:rPr lang="en-US" altLang="zh-CN" dirty="0"/>
              <a:t>50</a:t>
            </a:r>
          </a:p>
          <a:p>
            <a:pPr lvl="1"/>
            <a:r>
              <a:rPr lang="zh-CN" altLang="en-US" dirty="0"/>
              <a:t>迭代螺旋上升</a:t>
            </a:r>
            <a:endParaRPr lang="en-US" altLang="zh-CN" dirty="0"/>
          </a:p>
          <a:p>
            <a:r>
              <a:rPr lang="zh-CN" altLang="en-US" dirty="0"/>
              <a:t>越困难越要多写</a:t>
            </a:r>
            <a:endParaRPr lang="en-US" altLang="zh-CN" dirty="0"/>
          </a:p>
          <a:p>
            <a:pPr lvl="1"/>
            <a:r>
              <a:rPr lang="zh-CN" altLang="en-US" dirty="0"/>
              <a:t>写代码不需要太高智商</a:t>
            </a:r>
            <a:endParaRPr lang="en-US" altLang="zh-CN" dirty="0"/>
          </a:p>
          <a:p>
            <a:pPr lvl="1"/>
            <a:r>
              <a:rPr lang="zh-CN" altLang="en-US" dirty="0"/>
              <a:t>绰绰有余</a:t>
            </a:r>
            <a:endParaRPr lang="en-US" altLang="zh-CN" dirty="0"/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6608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791D-5FB1-5412-A6A9-B42ED5A0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第十二周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EBF1-54CA-CF9F-DC49-487BF4E7D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0298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建立自己的基本套路</a:t>
            </a:r>
            <a:endParaRPr lang="en-US" altLang="zh-CN" dirty="0"/>
          </a:p>
          <a:p>
            <a:r>
              <a:rPr lang="zh-CN" altLang="en-US" dirty="0"/>
              <a:t>严格按照规范来</a:t>
            </a:r>
            <a:endParaRPr lang="en-US" altLang="zh-CN" dirty="0"/>
          </a:p>
          <a:p>
            <a:r>
              <a:rPr lang="zh-CN" altLang="en-US" dirty="0"/>
              <a:t>找人看自己的代码，自己写的东西自己是不觉得恶心的</a:t>
            </a:r>
            <a:endParaRPr lang="en-US" altLang="zh-CN" dirty="0"/>
          </a:p>
          <a:p>
            <a:r>
              <a:rPr lang="zh-CN" altLang="en-US" dirty="0"/>
              <a:t>注意细节，不断积累改进</a:t>
            </a:r>
            <a:endParaRPr lang="en-US" altLang="zh-CN" dirty="0"/>
          </a:p>
          <a:p>
            <a:r>
              <a:rPr lang="zh-CN" altLang="en-US" dirty="0"/>
              <a:t>各做各的，各有归路，不怕攀比</a:t>
            </a:r>
            <a:endParaRPr lang="en-US" altLang="zh-CN" dirty="0"/>
          </a:p>
          <a:p>
            <a:r>
              <a:rPr lang="zh-CN" altLang="en-US" dirty="0"/>
              <a:t>不要慌，多问，多诊疗</a:t>
            </a:r>
            <a:endParaRPr lang="en-US" altLang="zh-CN" dirty="0"/>
          </a:p>
          <a:p>
            <a:r>
              <a:rPr lang="zh-CN" altLang="en-US" dirty="0"/>
              <a:t>多上</a:t>
            </a:r>
            <a:r>
              <a:rPr lang="en-US" altLang="zh-CN" dirty="0" err="1"/>
              <a:t>stackoverflow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6D7B5-718F-6184-4255-6C975E93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88" y="1989061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8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791D-5FB1-5412-A6A9-B42ED5A0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第十三周</a:t>
            </a:r>
            <a:r>
              <a:rPr lang="zh-CN" altLang="en-US" dirty="0"/>
              <a:t>：问卷反馈</a:t>
            </a:r>
            <a:endParaRPr lang="en-C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1A8DAD-64D6-5A50-A33B-CFC7DF7B423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numCol="2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更深层次的原理</a:t>
            </a:r>
            <a:endParaRPr lang="en-US" altLang="zh-CN" sz="1400" dirty="0"/>
          </a:p>
          <a:p>
            <a:pPr lvl="1">
              <a:buFont typeface="Wingdings" pitchFamily="2" charset="2"/>
              <a:buChar char="ü"/>
            </a:pPr>
            <a:r>
              <a:rPr lang="zh-CN" altLang="en-US" sz="1200" dirty="0"/>
              <a:t>数据结构 </a:t>
            </a:r>
            <a:r>
              <a:rPr lang="en-US" altLang="zh-CN" sz="1200" dirty="0"/>
              <a:t>2</a:t>
            </a:r>
          </a:p>
          <a:p>
            <a:pPr lvl="1">
              <a:buFont typeface="Wingdings" pitchFamily="2" charset="2"/>
              <a:buChar char="ü"/>
            </a:pPr>
            <a:r>
              <a:rPr lang="zh-CN" altLang="en-US" sz="1200" dirty="0"/>
              <a:t>算法 </a:t>
            </a:r>
            <a:r>
              <a:rPr lang="en-US" altLang="zh-CN" sz="1200" dirty="0"/>
              <a:t>4</a:t>
            </a:r>
          </a:p>
          <a:p>
            <a:pPr lvl="1">
              <a:buFont typeface="Wingdings" pitchFamily="2" charset="2"/>
              <a:buChar char="ü"/>
            </a:pPr>
            <a:r>
              <a:rPr lang="zh-CN" altLang="en-US" sz="1200" dirty="0"/>
              <a:t>编译原理 </a:t>
            </a:r>
            <a:r>
              <a:rPr lang="en-US" altLang="zh-CN" sz="1200" dirty="0"/>
              <a:t>4</a:t>
            </a:r>
          </a:p>
          <a:p>
            <a:pPr lvl="1">
              <a:buFont typeface="Wingdings" pitchFamily="2" charset="2"/>
              <a:buChar char="ü"/>
            </a:pPr>
            <a:r>
              <a:rPr lang="zh-CN" altLang="en-US" sz="1200" dirty="0"/>
              <a:t>计算机体系 </a:t>
            </a:r>
            <a:r>
              <a:rPr lang="en-US" altLang="zh-CN" sz="1200" dirty="0"/>
              <a:t>4</a:t>
            </a:r>
          </a:p>
          <a:p>
            <a:pPr lvl="1">
              <a:buFont typeface="Wingdings" pitchFamily="2" charset="2"/>
              <a:buChar char="ü"/>
            </a:pPr>
            <a:r>
              <a:rPr lang="zh-CN" altLang="en-US" sz="1200" dirty="0"/>
              <a:t>操作系统 </a:t>
            </a:r>
            <a:r>
              <a:rPr lang="en-US" altLang="zh-CN" sz="1200" dirty="0"/>
              <a:t>4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1400" dirty="0"/>
              <a:t>Class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异常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虽然能懂，但是感觉不很会运用：多读、多写、背下来</a:t>
            </a:r>
            <a:endParaRPr lang="en-US" altLang="zh-CN" sz="1400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代码有时没思路，不够简洁美观，又臭又长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1400" dirty="0"/>
              <a:t>ppt</a:t>
            </a:r>
            <a:r>
              <a:rPr lang="zh-CN" altLang="en-US" sz="1400" dirty="0"/>
              <a:t>和课本都是英文的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1400" dirty="0"/>
              <a:t>Ppt</a:t>
            </a:r>
            <a:r>
              <a:rPr lang="zh-CN" altLang="en-US" sz="1400" dirty="0"/>
              <a:t>加中文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算法知识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无法将思路用代码表达出来	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可能难度下降一点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能不能整点更难的大作业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讲的稍微慢一点点？（似乎不太现实） 放慢一点语速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上课节奏希望可以再快一点	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有些比较复杂的代码没有讲清楚，希望把我当傻子一样一行一行解释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一些插件、工具的应用举例	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把</a:t>
            </a:r>
            <a:r>
              <a:rPr lang="en-US" altLang="zh-CN" sz="1400" dirty="0"/>
              <a:t>PPT</a:t>
            </a:r>
            <a:r>
              <a:rPr lang="zh-CN" altLang="en-US" sz="1400" dirty="0"/>
              <a:t>做成一本书吧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很好，建议换个小教室，大教室后面的座位听课效果感人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 dirty="0"/>
              <a:t>能够独立制作一个大程序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1400" dirty="0"/>
              <a:t>9-10</a:t>
            </a:r>
            <a:r>
              <a:rPr lang="zh-CN" altLang="en-US" sz="1400" dirty="0"/>
              <a:t>章，后面关于原理的内容</a:t>
            </a:r>
            <a:endParaRPr lang="en-US" altLang="zh-CN" sz="1400" dirty="0"/>
          </a:p>
          <a:p>
            <a:pPr marL="514350" indent="-514350">
              <a:buFont typeface="+mj-lt"/>
              <a:buAutoNum type="arabicPeriod"/>
            </a:pPr>
            <a:endParaRPr lang="en-US" altLang="zh-CN" sz="1400" dirty="0"/>
          </a:p>
          <a:p>
            <a:pPr>
              <a:buFont typeface="Courier New" panose="02070309020205020404" pitchFamily="49" charset="0"/>
              <a:buChar char="o"/>
            </a:pPr>
            <a:r>
              <a:rPr lang="zh-CN" altLang="en-US" sz="1400" dirty="0">
                <a:solidFill>
                  <a:schemeClr val="accent1"/>
                </a:solidFill>
              </a:rPr>
              <a:t>不能按照考试来设置课程内容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zh-CN" altLang="en-US" sz="1400" dirty="0">
                <a:solidFill>
                  <a:schemeClr val="accent1"/>
                </a:solidFill>
              </a:rPr>
              <a:t>本课程定为：导论，多了解计算的方方面面，基本工具，基本用法</a:t>
            </a:r>
            <a:endParaRPr lang="en-US" altLang="zh-CN" sz="1400" dirty="0">
              <a:solidFill>
                <a:schemeClr val="accent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zh-CN" altLang="en-US" sz="1400" dirty="0">
                <a:solidFill>
                  <a:schemeClr val="accent1"/>
                </a:solidFill>
              </a:rPr>
              <a:t>程序能正确运行 </a:t>
            </a:r>
            <a:r>
              <a:rPr lang="en-US" altLang="zh-CN" sz="1400" dirty="0">
                <a:solidFill>
                  <a:schemeClr val="accent1"/>
                </a:solidFill>
              </a:rPr>
              <a:t>80%</a:t>
            </a:r>
            <a:r>
              <a:rPr lang="zh-CN" altLang="en-US" sz="1400" dirty="0">
                <a:solidFill>
                  <a:schemeClr val="accent1"/>
                </a:solidFill>
              </a:rPr>
              <a:t>， 效率尽可能高 </a:t>
            </a:r>
            <a:r>
              <a:rPr lang="en-US" altLang="zh-CN" sz="1400" dirty="0">
                <a:solidFill>
                  <a:schemeClr val="accent1"/>
                </a:solidFill>
              </a:rPr>
              <a:t>20%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zh-CN" altLang="en-US" sz="1400" dirty="0">
                <a:solidFill>
                  <a:schemeClr val="accent1"/>
                </a:solidFill>
              </a:rPr>
              <a:t>个性化：有个人需求，多问助教</a:t>
            </a:r>
            <a:r>
              <a:rPr lang="zh-CN" altLang="en-US" sz="1400" dirty="0"/>
              <a:t>							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173090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88EBCAC-64A5-300D-ACDA-8903FB4E40A2}"/>
              </a:ext>
            </a:extLst>
          </p:cNvPr>
          <p:cNvSpPr txBox="1"/>
          <p:nvPr/>
        </p:nvSpPr>
        <p:spPr>
          <a:xfrm>
            <a:off x="2023089" y="1821167"/>
            <a:ext cx="808426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SimHei" panose="02010609060101010101" pitchFamily="49" charset="-122"/>
                <a:ea typeface="SimHei" panose="02010609060101010101" pitchFamily="49" charset="-122"/>
              </a:rPr>
              <a:t>背单词，写作文</a:t>
            </a:r>
            <a:endParaRPr lang="en-US" altLang="zh-CN" sz="8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8800" dirty="0">
                <a:latin typeface="SimHei" panose="02010609060101010101" pitchFamily="49" charset="-122"/>
                <a:ea typeface="SimHei" panose="02010609060101010101" pitchFamily="49" charset="-122"/>
              </a:rPr>
              <a:t>背语法，写代码</a:t>
            </a:r>
            <a:endParaRPr lang="en-US" altLang="zh-CN" sz="88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zh-CN" altLang="en-US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91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4888</TotalTime>
  <Words>1778</Words>
  <Application>Microsoft Macintosh PowerPoint</Application>
  <PresentationFormat>Widescreen</PresentationFormat>
  <Paragraphs>305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等线</vt:lpstr>
      <vt:lpstr>等线 Light</vt:lpstr>
      <vt:lpstr>黑体</vt:lpstr>
      <vt:lpstr>黑体</vt:lpstr>
      <vt:lpstr>Arial</vt:lpstr>
      <vt:lpstr>Courier New</vt:lpstr>
      <vt:lpstr>Garamond</vt:lpstr>
      <vt:lpstr>Helvetica Neue</vt:lpstr>
      <vt:lpstr>Source Sans Pro</vt:lpstr>
      <vt:lpstr>Times New Roman</vt:lpstr>
      <vt:lpstr>Wingdings</vt:lpstr>
      <vt:lpstr>Office Theme</vt:lpstr>
      <vt:lpstr>每周提示</vt:lpstr>
      <vt:lpstr>第二周</vt:lpstr>
      <vt:lpstr>第三周</vt:lpstr>
      <vt:lpstr>第四周</vt:lpstr>
      <vt:lpstr>第五周</vt:lpstr>
      <vt:lpstr>代码技巧</vt:lpstr>
      <vt:lpstr>PowerPoint Presentation</vt:lpstr>
      <vt:lpstr>第六周</vt:lpstr>
      <vt:lpstr>PowerPoint Presentation</vt:lpstr>
      <vt:lpstr>第七周</vt:lpstr>
      <vt:lpstr>Dict在迭代中不可改变大小</vt:lpstr>
      <vt:lpstr>第八周</vt:lpstr>
      <vt:lpstr>第九周</vt:lpstr>
      <vt:lpstr>第十周</vt:lpstr>
      <vt:lpstr>第十一周</vt:lpstr>
      <vt:lpstr>下阶段学习要点</vt:lpstr>
      <vt:lpstr>第十二周</vt:lpstr>
      <vt:lpstr>第十三周：问卷反馈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每周提示</dc:title>
  <dc:creator>Cheng Fan</dc:creator>
  <cp:lastModifiedBy>Fan Cheng</cp:lastModifiedBy>
  <cp:revision>71</cp:revision>
  <dcterms:created xsi:type="dcterms:W3CDTF">2020-10-07T08:03:14Z</dcterms:created>
  <dcterms:modified xsi:type="dcterms:W3CDTF">2023-12-12T01:14:33Z</dcterms:modified>
</cp:coreProperties>
</file>