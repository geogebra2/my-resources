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89" r:id="rId4"/>
    <p:sldId id="332" r:id="rId5"/>
    <p:sldId id="264" r:id="rId6"/>
    <p:sldId id="455" r:id="rId7"/>
    <p:sldId id="265" r:id="rId8"/>
    <p:sldId id="258" r:id="rId9"/>
    <p:sldId id="259" r:id="rId10"/>
    <p:sldId id="266" r:id="rId11"/>
    <p:sldId id="261" r:id="rId12"/>
    <p:sldId id="262" r:id="rId13"/>
    <p:sldId id="263" r:id="rId14"/>
    <p:sldId id="267" r:id="rId15"/>
    <p:sldId id="443" r:id="rId16"/>
    <p:sldId id="448" r:id="rId17"/>
    <p:sldId id="335" r:id="rId18"/>
    <p:sldId id="447" r:id="rId19"/>
    <p:sldId id="440" r:id="rId20"/>
    <p:sldId id="336" r:id="rId21"/>
    <p:sldId id="337" r:id="rId22"/>
    <p:sldId id="339" r:id="rId23"/>
    <p:sldId id="340" r:id="rId24"/>
    <p:sldId id="341" r:id="rId25"/>
    <p:sldId id="342" r:id="rId26"/>
    <p:sldId id="343" r:id="rId27"/>
    <p:sldId id="345" r:id="rId28"/>
    <p:sldId id="346" r:id="rId29"/>
    <p:sldId id="348" r:id="rId30"/>
    <p:sldId id="349" r:id="rId31"/>
    <p:sldId id="441" r:id="rId32"/>
    <p:sldId id="338" r:id="rId33"/>
    <p:sldId id="453" r:id="rId34"/>
    <p:sldId id="351" r:id="rId35"/>
    <p:sldId id="354" r:id="rId36"/>
    <p:sldId id="450" r:id="rId37"/>
    <p:sldId id="449" r:id="rId38"/>
    <p:sldId id="451" r:id="rId39"/>
    <p:sldId id="355" r:id="rId40"/>
    <p:sldId id="357" r:id="rId41"/>
    <p:sldId id="452" r:id="rId4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5"/>
    </p:embeddedFont>
    <p:embeddedFont>
      <p:font typeface="Raleway" pitchFamily="2" charset="0"/>
      <p:regular r:id="rId46"/>
      <p:bold r:id="rId47"/>
      <p:italic r:id="rId48"/>
      <p:boldItalic r:id="rId49"/>
    </p:embeddedFont>
    <p:embeddedFont>
      <p:font typeface="Source Sans Pro" panose="020B0503030403020204" pitchFamily="34" charset="0"/>
      <p:regular r:id="rId50"/>
      <p:bold r:id="rId51"/>
      <p:italic r:id="rId52"/>
      <p:boldItalic r:id="rId53"/>
    </p:embeddedFont>
    <p:embeddedFont>
      <p:font typeface="黑体" panose="02010609060101010101" pitchFamily="49" charset="-122"/>
      <p:regular r:id="rId54"/>
    </p:embeddedFont>
    <p:embeddedFont>
      <p:font typeface="黑体" panose="02010609060101010101" pitchFamily="49" charset="-122"/>
      <p:regular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默认节" id="{DE9F0C65-4713-4D9F-8776-60A3B4C900E2}">
          <p14:sldIdLst>
            <p14:sldId id="256"/>
            <p14:sldId id="257"/>
          </p14:sldIdLst>
        </p14:section>
        <p14:section name="Review" id="{A6C6702F-845F-4296-BB2E-C8CE3C344A10}">
          <p14:sldIdLst>
            <p14:sldId id="289"/>
            <p14:sldId id="332"/>
            <p14:sldId id="264"/>
            <p14:sldId id="455"/>
            <p14:sldId id="265"/>
            <p14:sldId id="258"/>
            <p14:sldId id="259"/>
            <p14:sldId id="266"/>
            <p14:sldId id="261"/>
            <p14:sldId id="262"/>
            <p14:sldId id="263"/>
            <p14:sldId id="267"/>
            <p14:sldId id="443"/>
            <p14:sldId id="448"/>
            <p14:sldId id="335"/>
            <p14:sldId id="447"/>
          </p14:sldIdLst>
        </p14:section>
        <p14:section name="Style Guide" id="{D150F12D-8C87-2A43-A17F-502CB9346EBC}">
          <p14:sldIdLst>
            <p14:sldId id="440"/>
            <p14:sldId id="336"/>
            <p14:sldId id="337"/>
            <p14:sldId id="339"/>
            <p14:sldId id="340"/>
            <p14:sldId id="341"/>
            <p14:sldId id="342"/>
            <p14:sldId id="343"/>
            <p14:sldId id="345"/>
            <p14:sldId id="346"/>
            <p14:sldId id="348"/>
            <p14:sldId id="349"/>
            <p14:sldId id="441"/>
          </p14:sldIdLst>
        </p14:section>
        <p14:section name="Practical Problem" id="{A606849E-23DD-414F-B41E-04A66879C498}">
          <p14:sldIdLst>
            <p14:sldId id="338"/>
            <p14:sldId id="453"/>
            <p14:sldId id="351"/>
            <p14:sldId id="354"/>
            <p14:sldId id="450"/>
            <p14:sldId id="449"/>
            <p14:sldId id="451"/>
            <p14:sldId id="355"/>
            <p14:sldId id="357"/>
            <p14:sldId id="4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Cheng" userId="73b39abba4055029" providerId="LiveId" clId="{8143A8F3-123B-4093-BD55-67A5E0217673}"/>
    <pc:docChg chg="delSld modSld modSection">
      <pc:chgData name="Fan Cheng" userId="73b39abba4055029" providerId="LiveId" clId="{8143A8F3-123B-4093-BD55-67A5E0217673}" dt="2023-10-29T12:40:04.848" v="261" actId="2711"/>
      <pc:docMkLst>
        <pc:docMk/>
      </pc:docMkLst>
      <pc:sldChg chg="modSp mod">
        <pc:chgData name="Fan Cheng" userId="73b39abba4055029" providerId="LiveId" clId="{8143A8F3-123B-4093-BD55-67A5E0217673}" dt="2023-10-29T12:39:39.471" v="257" actId="20577"/>
        <pc:sldMkLst>
          <pc:docMk/>
          <pc:sldMk cId="580568948" sldId="258"/>
        </pc:sldMkLst>
        <pc:spChg chg="mod">
          <ac:chgData name="Fan Cheng" userId="73b39abba4055029" providerId="LiveId" clId="{8143A8F3-123B-4093-BD55-67A5E0217673}" dt="2023-10-29T12:39:39.471" v="257" actId="20577"/>
          <ac:spMkLst>
            <pc:docMk/>
            <pc:sldMk cId="580568948" sldId="258"/>
            <ac:spMk id="3" creationId="{DB610EE3-D956-425B-940F-718000EC10D4}"/>
          </ac:spMkLst>
        </pc:spChg>
      </pc:sldChg>
      <pc:sldChg chg="modSp mod">
        <pc:chgData name="Fan Cheng" userId="73b39abba4055029" providerId="LiveId" clId="{8143A8F3-123B-4093-BD55-67A5E0217673}" dt="2023-10-29T12:36:54.016" v="237" actId="2711"/>
        <pc:sldMkLst>
          <pc:docMk/>
          <pc:sldMk cId="1448936173" sldId="259"/>
        </pc:sldMkLst>
        <pc:spChg chg="mod">
          <ac:chgData name="Fan Cheng" userId="73b39abba4055029" providerId="LiveId" clId="{8143A8F3-123B-4093-BD55-67A5E0217673}" dt="2023-10-29T12:36:54.016" v="237" actId="2711"/>
          <ac:spMkLst>
            <pc:docMk/>
            <pc:sldMk cId="1448936173" sldId="259"/>
            <ac:spMk id="3" creationId="{EC397A56-1EAC-4559-8088-4911B3AC0A9B}"/>
          </ac:spMkLst>
        </pc:spChg>
      </pc:sldChg>
      <pc:sldChg chg="modSp mod">
        <pc:chgData name="Fan Cheng" userId="73b39abba4055029" providerId="LiveId" clId="{8143A8F3-123B-4093-BD55-67A5E0217673}" dt="2023-10-29T12:37:46.268" v="248" actId="2711"/>
        <pc:sldMkLst>
          <pc:docMk/>
          <pc:sldMk cId="3825822711" sldId="261"/>
        </pc:sldMkLst>
        <pc:spChg chg="mod">
          <ac:chgData name="Fan Cheng" userId="73b39abba4055029" providerId="LiveId" clId="{8143A8F3-123B-4093-BD55-67A5E0217673}" dt="2023-10-29T12:37:46.268" v="248" actId="2711"/>
          <ac:spMkLst>
            <pc:docMk/>
            <pc:sldMk cId="3825822711" sldId="261"/>
            <ac:spMk id="3" creationId="{EFEF5DF6-9639-A44C-9617-27D50ADD8C58}"/>
          </ac:spMkLst>
        </pc:spChg>
      </pc:sldChg>
      <pc:sldChg chg="modSp mod">
        <pc:chgData name="Fan Cheng" userId="73b39abba4055029" providerId="LiveId" clId="{8143A8F3-123B-4093-BD55-67A5E0217673}" dt="2023-10-29T12:40:04.848" v="261" actId="2711"/>
        <pc:sldMkLst>
          <pc:docMk/>
          <pc:sldMk cId="3970609365" sldId="262"/>
        </pc:sldMkLst>
        <pc:spChg chg="mod">
          <ac:chgData name="Fan Cheng" userId="73b39abba4055029" providerId="LiveId" clId="{8143A8F3-123B-4093-BD55-67A5E0217673}" dt="2023-10-29T12:40:04.848" v="261" actId="2711"/>
          <ac:spMkLst>
            <pc:docMk/>
            <pc:sldMk cId="3970609365" sldId="262"/>
            <ac:spMk id="3" creationId="{C1E20188-E933-5B4A-A8E1-E2BC236CC0E1}"/>
          </ac:spMkLst>
        </pc:spChg>
      </pc:sldChg>
      <pc:sldChg chg="modSp mod">
        <pc:chgData name="Fan Cheng" userId="73b39abba4055029" providerId="LiveId" clId="{8143A8F3-123B-4093-BD55-67A5E0217673}" dt="2023-10-29T12:38:01.657" v="253" actId="2711"/>
        <pc:sldMkLst>
          <pc:docMk/>
          <pc:sldMk cId="2213538825" sldId="263"/>
        </pc:sldMkLst>
        <pc:spChg chg="mod">
          <ac:chgData name="Fan Cheng" userId="73b39abba4055029" providerId="LiveId" clId="{8143A8F3-123B-4093-BD55-67A5E0217673}" dt="2023-10-29T12:38:01.657" v="253" actId="2711"/>
          <ac:spMkLst>
            <pc:docMk/>
            <pc:sldMk cId="2213538825" sldId="263"/>
            <ac:spMk id="3" creationId="{9E39F377-F60A-354E-AC25-48754F676720}"/>
          </ac:spMkLst>
        </pc:spChg>
      </pc:sldChg>
      <pc:sldChg chg="modSp mod">
        <pc:chgData name="Fan Cheng" userId="73b39abba4055029" providerId="LiveId" clId="{8143A8F3-123B-4093-BD55-67A5E0217673}" dt="2023-10-29T12:33:09.701" v="209" actId="2711"/>
        <pc:sldMkLst>
          <pc:docMk/>
          <pc:sldMk cId="1418548408" sldId="264"/>
        </pc:sldMkLst>
        <pc:spChg chg="mod">
          <ac:chgData name="Fan Cheng" userId="73b39abba4055029" providerId="LiveId" clId="{8143A8F3-123B-4093-BD55-67A5E0217673}" dt="2023-10-29T12:33:09.701" v="209" actId="2711"/>
          <ac:spMkLst>
            <pc:docMk/>
            <pc:sldMk cId="1418548408" sldId="264"/>
            <ac:spMk id="3" creationId="{78D8AD83-4414-7549-974E-EC20619199D9}"/>
          </ac:spMkLst>
        </pc:spChg>
      </pc:sldChg>
      <pc:sldChg chg="modSp mod">
        <pc:chgData name="Fan Cheng" userId="73b39abba4055029" providerId="LiveId" clId="{8143A8F3-123B-4093-BD55-67A5E0217673}" dt="2023-10-29T12:35:40.229" v="222" actId="2711"/>
        <pc:sldMkLst>
          <pc:docMk/>
          <pc:sldMk cId="689622007" sldId="265"/>
        </pc:sldMkLst>
        <pc:spChg chg="mod">
          <ac:chgData name="Fan Cheng" userId="73b39abba4055029" providerId="LiveId" clId="{8143A8F3-123B-4093-BD55-67A5E0217673}" dt="2023-10-29T12:35:40.229" v="222" actId="2711"/>
          <ac:spMkLst>
            <pc:docMk/>
            <pc:sldMk cId="689622007" sldId="265"/>
            <ac:spMk id="3" creationId="{C7BC4DBB-8D9E-7A4D-B60C-75B6E6B4A06C}"/>
          </ac:spMkLst>
        </pc:spChg>
      </pc:sldChg>
      <pc:sldChg chg="modSp mod">
        <pc:chgData name="Fan Cheng" userId="73b39abba4055029" providerId="LiveId" clId="{8143A8F3-123B-4093-BD55-67A5E0217673}" dt="2023-10-29T12:37:21.733" v="242" actId="404"/>
        <pc:sldMkLst>
          <pc:docMk/>
          <pc:sldMk cId="4092123739" sldId="266"/>
        </pc:sldMkLst>
        <pc:spChg chg="mod">
          <ac:chgData name="Fan Cheng" userId="73b39abba4055029" providerId="LiveId" clId="{8143A8F3-123B-4093-BD55-67A5E0217673}" dt="2023-10-29T12:37:21.733" v="242" actId="404"/>
          <ac:spMkLst>
            <pc:docMk/>
            <pc:sldMk cId="4092123739" sldId="266"/>
            <ac:spMk id="3" creationId="{74AFA23C-58A7-7D49-A155-36957CFF145F}"/>
          </ac:spMkLst>
        </pc:spChg>
      </pc:sldChg>
      <pc:sldChg chg="modSp mod">
        <pc:chgData name="Fan Cheng" userId="73b39abba4055029" providerId="LiveId" clId="{8143A8F3-123B-4093-BD55-67A5E0217673}" dt="2023-10-29T12:32:18.532" v="202" actId="20577"/>
        <pc:sldMkLst>
          <pc:docMk/>
          <pc:sldMk cId="681359142" sldId="332"/>
        </pc:sldMkLst>
        <pc:spChg chg="mod">
          <ac:chgData name="Fan Cheng" userId="73b39abba4055029" providerId="LiveId" clId="{8143A8F3-123B-4093-BD55-67A5E0217673}" dt="2023-10-29T12:32:18.532" v="202" actId="20577"/>
          <ac:spMkLst>
            <pc:docMk/>
            <pc:sldMk cId="681359142" sldId="332"/>
            <ac:spMk id="3" creationId="{E4FE813B-C8CE-2436-14FF-12CF09E27834}"/>
          </ac:spMkLst>
        </pc:spChg>
      </pc:sldChg>
      <pc:sldChg chg="del">
        <pc:chgData name="Fan Cheng" userId="73b39abba4055029" providerId="LiveId" clId="{8143A8F3-123B-4093-BD55-67A5E0217673}" dt="2023-10-29T12:30:43.553" v="122" actId="47"/>
        <pc:sldMkLst>
          <pc:docMk/>
          <pc:sldMk cId="3802286961" sldId="454"/>
        </pc:sldMkLst>
      </pc:sldChg>
      <pc:sldChg chg="modSp mod">
        <pc:chgData name="Fan Cheng" userId="73b39abba4055029" providerId="LiveId" clId="{8143A8F3-123B-4093-BD55-67A5E0217673}" dt="2023-10-29T12:34:19.780" v="213" actId="207"/>
        <pc:sldMkLst>
          <pc:docMk/>
          <pc:sldMk cId="1912320270" sldId="455"/>
        </pc:sldMkLst>
        <pc:spChg chg="mod">
          <ac:chgData name="Fan Cheng" userId="73b39abba4055029" providerId="LiveId" clId="{8143A8F3-123B-4093-BD55-67A5E0217673}" dt="2023-10-29T12:34:19.780" v="213" actId="207"/>
          <ac:spMkLst>
            <pc:docMk/>
            <pc:sldMk cId="1912320270" sldId="455"/>
            <ac:spMk id="3" creationId="{1C66443B-14AB-45CC-91B6-4B2928AB2905}"/>
          </ac:spMkLst>
        </pc:spChg>
      </pc:sldChg>
    </pc:docChg>
  </pc:docChgLst>
  <pc:docChgLst>
    <pc:chgData name="Fan Cheng" userId="73b39abba4055029" providerId="LiveId" clId="{7B4195DC-5567-6C4D-9C84-3557ECCE0D7A}"/>
    <pc:docChg chg="custSel modSld">
      <pc:chgData name="Fan Cheng" userId="73b39abba4055029" providerId="LiveId" clId="{7B4195DC-5567-6C4D-9C84-3557ECCE0D7A}" dt="2023-08-17T12:45:36.455" v="121" actId="1076"/>
      <pc:docMkLst>
        <pc:docMk/>
      </pc:docMkLst>
      <pc:sldChg chg="modSp mod">
        <pc:chgData name="Fan Cheng" userId="73b39abba4055029" providerId="LiveId" clId="{7B4195DC-5567-6C4D-9C84-3557ECCE0D7A}" dt="2023-08-17T12:36:47.418" v="84" actId="207"/>
        <pc:sldMkLst>
          <pc:docMk/>
          <pc:sldMk cId="580568948" sldId="258"/>
        </pc:sldMkLst>
        <pc:spChg chg="mod">
          <ac:chgData name="Fan Cheng" userId="73b39abba4055029" providerId="LiveId" clId="{7B4195DC-5567-6C4D-9C84-3557ECCE0D7A}" dt="2023-08-17T12:36:47.418" v="84" actId="207"/>
          <ac:spMkLst>
            <pc:docMk/>
            <pc:sldMk cId="580568948" sldId="258"/>
            <ac:spMk id="71" creationId="{00000000-0000-0000-0000-000000000000}"/>
          </ac:spMkLst>
        </pc:spChg>
      </pc:sldChg>
      <pc:sldChg chg="addSp modSp mod">
        <pc:chgData name="Fan Cheng" userId="73b39abba4055029" providerId="LiveId" clId="{7B4195DC-5567-6C4D-9C84-3557ECCE0D7A}" dt="2023-08-17T12:35:03.218" v="76" actId="14100"/>
        <pc:sldMkLst>
          <pc:docMk/>
          <pc:sldMk cId="2506709773" sldId="264"/>
        </pc:sldMkLst>
        <pc:spChg chg="add mod">
          <ac:chgData name="Fan Cheng" userId="73b39abba4055029" providerId="LiveId" clId="{7B4195DC-5567-6C4D-9C84-3557ECCE0D7A}" dt="2023-08-17T12:35:03.218" v="76" actId="14100"/>
          <ac:spMkLst>
            <pc:docMk/>
            <pc:sldMk cId="2506709773" sldId="264"/>
            <ac:spMk id="17" creationId="{D8CEE30C-DA7A-D2E9-2729-0D2F7736C92E}"/>
          </ac:spMkLst>
        </pc:spChg>
      </pc:sldChg>
      <pc:sldChg chg="modSp mod">
        <pc:chgData name="Fan Cheng" userId="73b39abba4055029" providerId="LiveId" clId="{7B4195DC-5567-6C4D-9C84-3557ECCE0D7A}" dt="2023-08-17T12:21:51.717" v="0" actId="207"/>
        <pc:sldMkLst>
          <pc:docMk/>
          <pc:sldMk cId="1427944363" sldId="280"/>
        </pc:sldMkLst>
        <pc:spChg chg="mod">
          <ac:chgData name="Fan Cheng" userId="73b39abba4055029" providerId="LiveId" clId="{7B4195DC-5567-6C4D-9C84-3557ECCE0D7A}" dt="2023-08-17T12:21:51.717" v="0" actId="207"/>
          <ac:spMkLst>
            <pc:docMk/>
            <pc:sldMk cId="1427944363" sldId="280"/>
            <ac:spMk id="3" creationId="{08E2C3B7-3180-8E29-03BD-08448F9E2D71}"/>
          </ac:spMkLst>
        </pc:spChg>
      </pc:sldChg>
      <pc:sldChg chg="modSp mod">
        <pc:chgData name="Fan Cheng" userId="73b39abba4055029" providerId="LiveId" clId="{7B4195DC-5567-6C4D-9C84-3557ECCE0D7A}" dt="2023-08-17T12:35:37.828" v="77" actId="207"/>
        <pc:sldMkLst>
          <pc:docMk/>
          <pc:sldMk cId="1171019282" sldId="284"/>
        </pc:sldMkLst>
        <pc:spChg chg="mod">
          <ac:chgData name="Fan Cheng" userId="73b39abba4055029" providerId="LiveId" clId="{7B4195DC-5567-6C4D-9C84-3557ECCE0D7A}" dt="2023-08-17T12:35:37.828" v="77" actId="207"/>
          <ac:spMkLst>
            <pc:docMk/>
            <pc:sldMk cId="1171019282" sldId="284"/>
            <ac:spMk id="3" creationId="{5F59B65A-9B52-76A4-E42F-2D1867CC207B}"/>
          </ac:spMkLst>
        </pc:spChg>
      </pc:sldChg>
      <pc:sldChg chg="modSp mod">
        <pc:chgData name="Fan Cheng" userId="73b39abba4055029" providerId="LiveId" clId="{7B4195DC-5567-6C4D-9C84-3557ECCE0D7A}" dt="2023-08-17T12:35:49.051" v="78" actId="207"/>
        <pc:sldMkLst>
          <pc:docMk/>
          <pc:sldMk cId="1530108901" sldId="285"/>
        </pc:sldMkLst>
        <pc:spChg chg="mod">
          <ac:chgData name="Fan Cheng" userId="73b39abba4055029" providerId="LiveId" clId="{7B4195DC-5567-6C4D-9C84-3557ECCE0D7A}" dt="2023-08-17T12:35:49.051" v="78" actId="207"/>
          <ac:spMkLst>
            <pc:docMk/>
            <pc:sldMk cId="1530108901" sldId="285"/>
            <ac:spMk id="3" creationId="{8D5E9DD3-BF1D-D4F3-6778-0CE5860024B7}"/>
          </ac:spMkLst>
        </pc:spChg>
      </pc:sldChg>
      <pc:sldChg chg="modSp mod">
        <pc:chgData name="Fan Cheng" userId="73b39abba4055029" providerId="LiveId" clId="{7B4195DC-5567-6C4D-9C84-3557ECCE0D7A}" dt="2023-08-17T12:35:56.172" v="79" actId="207"/>
        <pc:sldMkLst>
          <pc:docMk/>
          <pc:sldMk cId="3281420797" sldId="286"/>
        </pc:sldMkLst>
        <pc:spChg chg="mod">
          <ac:chgData name="Fan Cheng" userId="73b39abba4055029" providerId="LiveId" clId="{7B4195DC-5567-6C4D-9C84-3557ECCE0D7A}" dt="2023-08-17T12:35:56.172" v="79" actId="207"/>
          <ac:spMkLst>
            <pc:docMk/>
            <pc:sldMk cId="3281420797" sldId="286"/>
            <ac:spMk id="3" creationId="{F2A5FFCA-EF52-A01D-D836-6ACA492BBCDC}"/>
          </ac:spMkLst>
        </pc:spChg>
      </pc:sldChg>
      <pc:sldChg chg="modSp mod">
        <pc:chgData name="Fan Cheng" userId="73b39abba4055029" providerId="LiveId" clId="{7B4195DC-5567-6C4D-9C84-3557ECCE0D7A}" dt="2023-08-17T12:36:25.145" v="82" actId="20577"/>
        <pc:sldMkLst>
          <pc:docMk/>
          <pc:sldMk cId="2316146497" sldId="287"/>
        </pc:sldMkLst>
        <pc:spChg chg="mod">
          <ac:chgData name="Fan Cheng" userId="73b39abba4055029" providerId="LiveId" clId="{7B4195DC-5567-6C4D-9C84-3557ECCE0D7A}" dt="2023-08-17T12:36:25.145" v="82" actId="20577"/>
          <ac:spMkLst>
            <pc:docMk/>
            <pc:sldMk cId="2316146497" sldId="287"/>
            <ac:spMk id="3" creationId="{9E9BEBD1-6AC6-FCA5-1DE8-D6954B50A3FE}"/>
          </ac:spMkLst>
        </pc:spChg>
      </pc:sldChg>
      <pc:sldChg chg="modSp mod">
        <pc:chgData name="Fan Cheng" userId="73b39abba4055029" providerId="LiveId" clId="{7B4195DC-5567-6C4D-9C84-3557ECCE0D7A}" dt="2023-08-17T12:36:35.456" v="83" actId="207"/>
        <pc:sldMkLst>
          <pc:docMk/>
          <pc:sldMk cId="2035874156" sldId="288"/>
        </pc:sldMkLst>
        <pc:spChg chg="mod">
          <ac:chgData name="Fan Cheng" userId="73b39abba4055029" providerId="LiveId" clId="{7B4195DC-5567-6C4D-9C84-3557ECCE0D7A}" dt="2023-08-17T12:36:35.456" v="83" actId="207"/>
          <ac:spMkLst>
            <pc:docMk/>
            <pc:sldMk cId="2035874156" sldId="288"/>
            <ac:spMk id="3" creationId="{57904FFD-CA89-16B7-BFC1-64254CF37120}"/>
          </ac:spMkLst>
        </pc:spChg>
      </pc:sldChg>
      <pc:sldChg chg="modSp mod">
        <pc:chgData name="Fan Cheng" userId="73b39abba4055029" providerId="LiveId" clId="{7B4195DC-5567-6C4D-9C84-3557ECCE0D7A}" dt="2023-08-17T12:28:33.908" v="1" actId="207"/>
        <pc:sldMkLst>
          <pc:docMk/>
          <pc:sldMk cId="2438719408" sldId="296"/>
        </pc:sldMkLst>
        <pc:spChg chg="mod">
          <ac:chgData name="Fan Cheng" userId="73b39abba4055029" providerId="LiveId" clId="{7B4195DC-5567-6C4D-9C84-3557ECCE0D7A}" dt="2023-08-17T12:28:33.908" v="1" actId="207"/>
          <ac:spMkLst>
            <pc:docMk/>
            <pc:sldMk cId="2438719408" sldId="296"/>
            <ac:spMk id="3" creationId="{CE297AA3-85FA-3397-E79C-CC36DAE05F07}"/>
          </ac:spMkLst>
        </pc:spChg>
      </pc:sldChg>
      <pc:sldChg chg="modSp mod">
        <pc:chgData name="Fan Cheng" userId="73b39abba4055029" providerId="LiveId" clId="{7B4195DC-5567-6C4D-9C84-3557ECCE0D7A}" dt="2023-08-17T12:45:36.455" v="121" actId="1076"/>
        <pc:sldMkLst>
          <pc:docMk/>
          <pc:sldMk cId="2719205391" sldId="299"/>
        </pc:sldMkLst>
        <pc:spChg chg="mod">
          <ac:chgData name="Fan Cheng" userId="73b39abba4055029" providerId="LiveId" clId="{7B4195DC-5567-6C4D-9C84-3557ECCE0D7A}" dt="2023-08-17T12:41:50.431" v="119" actId="207"/>
          <ac:spMkLst>
            <pc:docMk/>
            <pc:sldMk cId="2719205391" sldId="299"/>
            <ac:spMk id="2" creationId="{25C3D2DF-2089-5D18-D13C-BC2026F6436D}"/>
          </ac:spMkLst>
        </pc:spChg>
        <pc:picChg chg="mod">
          <ac:chgData name="Fan Cheng" userId="73b39abba4055029" providerId="LiveId" clId="{7B4195DC-5567-6C4D-9C84-3557ECCE0D7A}" dt="2023-08-17T12:45:36.455" v="121" actId="1076"/>
          <ac:picMkLst>
            <pc:docMk/>
            <pc:sldMk cId="2719205391" sldId="299"/>
            <ac:picMk id="3" creationId="{39A842D1-63EA-D806-8202-EE69E4B9D7D6}"/>
          </ac:picMkLst>
        </pc:picChg>
      </pc:sldChg>
      <pc:sldChg chg="modSp mod">
        <pc:chgData name="Fan Cheng" userId="73b39abba4055029" providerId="LiveId" clId="{7B4195DC-5567-6C4D-9C84-3557ECCE0D7A}" dt="2023-08-17T12:37:20.925" v="88" actId="20577"/>
        <pc:sldMkLst>
          <pc:docMk/>
          <pc:sldMk cId="1129712445" sldId="301"/>
        </pc:sldMkLst>
        <pc:spChg chg="mod">
          <ac:chgData name="Fan Cheng" userId="73b39abba4055029" providerId="LiveId" clId="{7B4195DC-5567-6C4D-9C84-3557ECCE0D7A}" dt="2023-08-17T12:37:20.925" v="88" actId="20577"/>
          <ac:spMkLst>
            <pc:docMk/>
            <pc:sldMk cId="1129712445" sldId="301"/>
            <ac:spMk id="3" creationId="{DE0DD2BD-D8D2-1B30-123F-B04979D2EF01}"/>
          </ac:spMkLst>
        </pc:spChg>
      </pc:sldChg>
      <pc:sldChg chg="modSp mod">
        <pc:chgData name="Fan Cheng" userId="73b39abba4055029" providerId="LiveId" clId="{7B4195DC-5567-6C4D-9C84-3557ECCE0D7A}" dt="2023-08-17T12:38:06.538" v="93" actId="207"/>
        <pc:sldMkLst>
          <pc:docMk/>
          <pc:sldMk cId="944602954" sldId="306"/>
        </pc:sldMkLst>
        <pc:spChg chg="mod">
          <ac:chgData name="Fan Cheng" userId="73b39abba4055029" providerId="LiveId" clId="{7B4195DC-5567-6C4D-9C84-3557ECCE0D7A}" dt="2023-08-17T12:38:06.538" v="93" actId="207"/>
          <ac:spMkLst>
            <pc:docMk/>
            <pc:sldMk cId="944602954" sldId="306"/>
            <ac:spMk id="3" creationId="{5D60729E-DAA8-D5E7-A01E-AE30D6196140}"/>
          </ac:spMkLst>
        </pc:spChg>
      </pc:sldChg>
      <pc:sldChg chg="modSp mod">
        <pc:chgData name="Fan Cheng" userId="73b39abba4055029" providerId="LiveId" clId="{7B4195DC-5567-6C4D-9C84-3557ECCE0D7A}" dt="2023-08-17T12:38:23.702" v="95" actId="207"/>
        <pc:sldMkLst>
          <pc:docMk/>
          <pc:sldMk cId="1769655032" sldId="308"/>
        </pc:sldMkLst>
        <pc:spChg chg="mod">
          <ac:chgData name="Fan Cheng" userId="73b39abba4055029" providerId="LiveId" clId="{7B4195DC-5567-6C4D-9C84-3557ECCE0D7A}" dt="2023-08-17T12:38:23.702" v="95" actId="207"/>
          <ac:spMkLst>
            <pc:docMk/>
            <pc:sldMk cId="1769655032" sldId="308"/>
            <ac:spMk id="3" creationId="{F94CC770-9059-39A6-2A58-DA7826FFEC1E}"/>
          </ac:spMkLst>
        </pc:spChg>
      </pc:sldChg>
      <pc:sldChg chg="modSp mod">
        <pc:chgData name="Fan Cheng" userId="73b39abba4055029" providerId="LiveId" clId="{7B4195DC-5567-6C4D-9C84-3557ECCE0D7A}" dt="2023-08-17T12:38:31.591" v="96" actId="207"/>
        <pc:sldMkLst>
          <pc:docMk/>
          <pc:sldMk cId="1115514431" sldId="309"/>
        </pc:sldMkLst>
        <pc:spChg chg="mod">
          <ac:chgData name="Fan Cheng" userId="73b39abba4055029" providerId="LiveId" clId="{7B4195DC-5567-6C4D-9C84-3557ECCE0D7A}" dt="2023-08-17T12:38:31.591" v="96" actId="207"/>
          <ac:spMkLst>
            <pc:docMk/>
            <pc:sldMk cId="1115514431" sldId="309"/>
            <ac:spMk id="3" creationId="{E73B0D44-A7DC-41AE-6520-DCBA927E508D}"/>
          </ac:spMkLst>
        </pc:spChg>
      </pc:sldChg>
      <pc:sldChg chg="modSp mod">
        <pc:chgData name="Fan Cheng" userId="73b39abba4055029" providerId="LiveId" clId="{7B4195DC-5567-6C4D-9C84-3557ECCE0D7A}" dt="2023-08-17T12:38:38.048" v="97" actId="207"/>
        <pc:sldMkLst>
          <pc:docMk/>
          <pc:sldMk cId="1562206920" sldId="310"/>
        </pc:sldMkLst>
        <pc:spChg chg="mod">
          <ac:chgData name="Fan Cheng" userId="73b39abba4055029" providerId="LiveId" clId="{7B4195DC-5567-6C4D-9C84-3557ECCE0D7A}" dt="2023-08-17T12:38:38.048" v="97" actId="207"/>
          <ac:spMkLst>
            <pc:docMk/>
            <pc:sldMk cId="1562206920" sldId="310"/>
            <ac:spMk id="3" creationId="{DC0E6662-D4BA-503B-174D-18EF3C84D198}"/>
          </ac:spMkLst>
        </pc:spChg>
      </pc:sldChg>
      <pc:sldChg chg="modSp mod">
        <pc:chgData name="Fan Cheng" userId="73b39abba4055029" providerId="LiveId" clId="{7B4195DC-5567-6C4D-9C84-3557ECCE0D7A}" dt="2023-08-17T12:39:28.293" v="104" actId="207"/>
        <pc:sldMkLst>
          <pc:docMk/>
          <pc:sldMk cId="2350911009" sldId="311"/>
        </pc:sldMkLst>
        <pc:spChg chg="mod">
          <ac:chgData name="Fan Cheng" userId="73b39abba4055029" providerId="LiveId" clId="{7B4195DC-5567-6C4D-9C84-3557ECCE0D7A}" dt="2023-08-17T12:39:28.293" v="104" actId="207"/>
          <ac:spMkLst>
            <pc:docMk/>
            <pc:sldMk cId="2350911009" sldId="311"/>
            <ac:spMk id="3" creationId="{F5B188F9-6E7A-A5DB-8E39-644555EB9736}"/>
          </ac:spMkLst>
        </pc:spChg>
      </pc:sldChg>
      <pc:sldChg chg="modSp mod">
        <pc:chgData name="Fan Cheng" userId="73b39abba4055029" providerId="LiveId" clId="{7B4195DC-5567-6C4D-9C84-3557ECCE0D7A}" dt="2023-08-17T12:40:09.441" v="105" actId="207"/>
        <pc:sldMkLst>
          <pc:docMk/>
          <pc:sldMk cId="1524369602" sldId="314"/>
        </pc:sldMkLst>
        <pc:spChg chg="mod">
          <ac:chgData name="Fan Cheng" userId="73b39abba4055029" providerId="LiveId" clId="{7B4195DC-5567-6C4D-9C84-3557ECCE0D7A}" dt="2023-08-17T12:40:09.441" v="105" actId="207"/>
          <ac:spMkLst>
            <pc:docMk/>
            <pc:sldMk cId="1524369602" sldId="314"/>
            <ac:spMk id="3" creationId="{AA31367F-FFCB-ED0A-7E32-322656280BF9}"/>
          </ac:spMkLst>
        </pc:spChg>
      </pc:sldChg>
      <pc:sldChg chg="modSp mod">
        <pc:chgData name="Fan Cheng" userId="73b39abba4055029" providerId="LiveId" clId="{7B4195DC-5567-6C4D-9C84-3557ECCE0D7A}" dt="2023-08-17T12:40:16.947" v="106" actId="207"/>
        <pc:sldMkLst>
          <pc:docMk/>
          <pc:sldMk cId="3865015570" sldId="315"/>
        </pc:sldMkLst>
        <pc:spChg chg="mod">
          <ac:chgData name="Fan Cheng" userId="73b39abba4055029" providerId="LiveId" clId="{7B4195DC-5567-6C4D-9C84-3557ECCE0D7A}" dt="2023-08-17T12:40:16.947" v="106" actId="207"/>
          <ac:spMkLst>
            <pc:docMk/>
            <pc:sldMk cId="3865015570" sldId="315"/>
            <ac:spMk id="3" creationId="{60032406-0075-F987-E0F2-8AB17ECDA333}"/>
          </ac:spMkLst>
        </pc:spChg>
      </pc:sldChg>
      <pc:sldChg chg="modSp mod">
        <pc:chgData name="Fan Cheng" userId="73b39abba4055029" providerId="LiveId" clId="{7B4195DC-5567-6C4D-9C84-3557ECCE0D7A}" dt="2023-08-17T12:40:29.317" v="107" actId="207"/>
        <pc:sldMkLst>
          <pc:docMk/>
          <pc:sldMk cId="754704064" sldId="316"/>
        </pc:sldMkLst>
        <pc:spChg chg="mod">
          <ac:chgData name="Fan Cheng" userId="73b39abba4055029" providerId="LiveId" clId="{7B4195DC-5567-6C4D-9C84-3557ECCE0D7A}" dt="2023-08-17T12:40:29.317" v="107" actId="207"/>
          <ac:spMkLst>
            <pc:docMk/>
            <pc:sldMk cId="754704064" sldId="316"/>
            <ac:spMk id="3" creationId="{BB812F64-188C-8C9C-3F17-E86FF0B5DFC8}"/>
          </ac:spMkLst>
        </pc:spChg>
      </pc:sldChg>
      <pc:sldChg chg="modSp mod">
        <pc:chgData name="Fan Cheng" userId="73b39abba4055029" providerId="LiveId" clId="{7B4195DC-5567-6C4D-9C84-3557ECCE0D7A}" dt="2023-08-17T12:40:34.293" v="108" actId="207"/>
        <pc:sldMkLst>
          <pc:docMk/>
          <pc:sldMk cId="206035760" sldId="318"/>
        </pc:sldMkLst>
        <pc:spChg chg="mod">
          <ac:chgData name="Fan Cheng" userId="73b39abba4055029" providerId="LiveId" clId="{7B4195DC-5567-6C4D-9C84-3557ECCE0D7A}" dt="2023-08-17T12:40:34.293" v="108" actId="207"/>
          <ac:spMkLst>
            <pc:docMk/>
            <pc:sldMk cId="206035760" sldId="318"/>
            <ac:spMk id="3" creationId="{C22E7C9B-4010-1FEE-3D2F-3A18D4E5897C}"/>
          </ac:spMkLst>
        </pc:spChg>
      </pc:sldChg>
      <pc:sldChg chg="modSp mod">
        <pc:chgData name="Fan Cheng" userId="73b39abba4055029" providerId="LiveId" clId="{7B4195DC-5567-6C4D-9C84-3557ECCE0D7A}" dt="2023-08-17T12:40:40.940" v="109" actId="207"/>
        <pc:sldMkLst>
          <pc:docMk/>
          <pc:sldMk cId="509767715" sldId="319"/>
        </pc:sldMkLst>
        <pc:spChg chg="mod">
          <ac:chgData name="Fan Cheng" userId="73b39abba4055029" providerId="LiveId" clId="{7B4195DC-5567-6C4D-9C84-3557ECCE0D7A}" dt="2023-08-17T12:40:40.940" v="109" actId="207"/>
          <ac:spMkLst>
            <pc:docMk/>
            <pc:sldMk cId="509767715" sldId="319"/>
            <ac:spMk id="3" creationId="{8D733B11-3EDE-2319-CBD1-70BD90EC9059}"/>
          </ac:spMkLst>
        </pc:spChg>
      </pc:sldChg>
      <pc:sldChg chg="modSp mod">
        <pc:chgData name="Fan Cheng" userId="73b39abba4055029" providerId="LiveId" clId="{7B4195DC-5567-6C4D-9C84-3557ECCE0D7A}" dt="2023-08-17T12:40:46.872" v="110" actId="207"/>
        <pc:sldMkLst>
          <pc:docMk/>
          <pc:sldMk cId="587538676" sldId="320"/>
        </pc:sldMkLst>
        <pc:spChg chg="mod">
          <ac:chgData name="Fan Cheng" userId="73b39abba4055029" providerId="LiveId" clId="{7B4195DC-5567-6C4D-9C84-3557ECCE0D7A}" dt="2023-08-17T12:40:46.872" v="110" actId="207"/>
          <ac:spMkLst>
            <pc:docMk/>
            <pc:sldMk cId="587538676" sldId="320"/>
            <ac:spMk id="3" creationId="{69CB70A2-4261-477B-7F11-1BC9A1FF70E1}"/>
          </ac:spMkLst>
        </pc:spChg>
      </pc:sldChg>
      <pc:sldChg chg="modSp mod">
        <pc:chgData name="Fan Cheng" userId="73b39abba4055029" providerId="LiveId" clId="{7B4195DC-5567-6C4D-9C84-3557ECCE0D7A}" dt="2023-08-17T12:40:52.265" v="111" actId="207"/>
        <pc:sldMkLst>
          <pc:docMk/>
          <pc:sldMk cId="707064466" sldId="321"/>
        </pc:sldMkLst>
        <pc:spChg chg="mod">
          <ac:chgData name="Fan Cheng" userId="73b39abba4055029" providerId="LiveId" clId="{7B4195DC-5567-6C4D-9C84-3557ECCE0D7A}" dt="2023-08-17T12:40:52.265" v="111" actId="207"/>
          <ac:spMkLst>
            <pc:docMk/>
            <pc:sldMk cId="707064466" sldId="321"/>
            <ac:spMk id="3" creationId="{BB9C6A17-0885-3CA0-7C8D-5C5C5B5596C4}"/>
          </ac:spMkLst>
        </pc:spChg>
      </pc:sldChg>
      <pc:sldChg chg="modSp mod">
        <pc:chgData name="Fan Cheng" userId="73b39abba4055029" providerId="LiveId" clId="{7B4195DC-5567-6C4D-9C84-3557ECCE0D7A}" dt="2023-08-17T12:40:57.445" v="112" actId="207"/>
        <pc:sldMkLst>
          <pc:docMk/>
          <pc:sldMk cId="1822278897" sldId="322"/>
        </pc:sldMkLst>
        <pc:spChg chg="mod">
          <ac:chgData name="Fan Cheng" userId="73b39abba4055029" providerId="LiveId" clId="{7B4195DC-5567-6C4D-9C84-3557ECCE0D7A}" dt="2023-08-17T12:40:57.445" v="112" actId="207"/>
          <ac:spMkLst>
            <pc:docMk/>
            <pc:sldMk cId="1822278897" sldId="322"/>
            <ac:spMk id="3" creationId="{B8D95BBC-809E-943F-1F61-FFFF95A2C838}"/>
          </ac:spMkLst>
        </pc:spChg>
      </pc:sldChg>
      <pc:sldChg chg="modSp mod">
        <pc:chgData name="Fan Cheng" userId="73b39abba4055029" providerId="LiveId" clId="{7B4195DC-5567-6C4D-9C84-3557ECCE0D7A}" dt="2023-08-17T12:41:27.488" v="117" actId="27636"/>
        <pc:sldMkLst>
          <pc:docMk/>
          <pc:sldMk cId="3464713578" sldId="323"/>
        </pc:sldMkLst>
        <pc:spChg chg="mod">
          <ac:chgData name="Fan Cheng" userId="73b39abba4055029" providerId="LiveId" clId="{7B4195DC-5567-6C4D-9C84-3557ECCE0D7A}" dt="2023-08-17T12:41:27.488" v="117" actId="27636"/>
          <ac:spMkLst>
            <pc:docMk/>
            <pc:sldMk cId="3464713578" sldId="323"/>
            <ac:spMk id="3" creationId="{18387D7F-EBB1-F98D-C24C-849EAB911984}"/>
          </ac:spMkLst>
        </pc:spChg>
      </pc:sldChg>
      <pc:sldChg chg="modSp mod">
        <pc:chgData name="Fan Cheng" userId="73b39abba4055029" providerId="LiveId" clId="{7B4195DC-5567-6C4D-9C84-3557ECCE0D7A}" dt="2023-08-17T12:41:39.085" v="118" actId="207"/>
        <pc:sldMkLst>
          <pc:docMk/>
          <pc:sldMk cId="1698244363" sldId="324"/>
        </pc:sldMkLst>
        <pc:spChg chg="mod">
          <ac:chgData name="Fan Cheng" userId="73b39abba4055029" providerId="LiveId" clId="{7B4195DC-5567-6C4D-9C84-3557ECCE0D7A}" dt="2023-08-17T12:41:39.085" v="118" actId="207"/>
          <ac:spMkLst>
            <pc:docMk/>
            <pc:sldMk cId="1698244363" sldId="324"/>
            <ac:spMk id="3" creationId="{893C9D1F-C69F-9CA3-0780-9959758805BF}"/>
          </ac:spMkLst>
        </pc:spChg>
      </pc:sldChg>
      <pc:sldChg chg="modSp mod">
        <pc:chgData name="Fan Cheng" userId="73b39abba4055029" providerId="LiveId" clId="{7B4195DC-5567-6C4D-9C84-3557ECCE0D7A}" dt="2023-08-17T12:37:44.881" v="91" actId="207"/>
        <pc:sldMkLst>
          <pc:docMk/>
          <pc:sldMk cId="974391794" sldId="325"/>
        </pc:sldMkLst>
        <pc:spChg chg="mod">
          <ac:chgData name="Fan Cheng" userId="73b39abba4055029" providerId="LiveId" clId="{7B4195DC-5567-6C4D-9C84-3557ECCE0D7A}" dt="2023-08-17T12:37:44.881" v="91" actId="207"/>
          <ac:spMkLst>
            <pc:docMk/>
            <pc:sldMk cId="974391794" sldId="325"/>
            <ac:spMk id="3" creationId="{CE297AA3-85FA-3397-E79C-CC36DAE05F07}"/>
          </ac:spMkLst>
        </pc:spChg>
      </pc:sldChg>
      <pc:sldChg chg="modSp mod">
        <pc:chgData name="Fan Cheng" userId="73b39abba4055029" providerId="LiveId" clId="{7B4195DC-5567-6C4D-9C84-3557ECCE0D7A}" dt="2023-08-17T12:37:28.529" v="89" actId="207"/>
        <pc:sldMkLst>
          <pc:docMk/>
          <pc:sldMk cId="2829944021" sldId="326"/>
        </pc:sldMkLst>
        <pc:spChg chg="mod">
          <ac:chgData name="Fan Cheng" userId="73b39abba4055029" providerId="LiveId" clId="{7B4195DC-5567-6C4D-9C84-3557ECCE0D7A}" dt="2023-08-17T12:37:28.529" v="89" actId="207"/>
          <ac:spMkLst>
            <pc:docMk/>
            <pc:sldMk cId="2829944021" sldId="326"/>
            <ac:spMk id="3" creationId="{CE297AA3-85FA-3397-E79C-CC36DAE05F07}"/>
          </ac:spMkLst>
        </pc:spChg>
      </pc:sldChg>
      <pc:sldChg chg="modSp mod">
        <pc:chgData name="Fan Cheng" userId="73b39abba4055029" providerId="LiveId" clId="{7B4195DC-5567-6C4D-9C84-3557ECCE0D7A}" dt="2023-08-17T12:37:10.493" v="85" actId="207"/>
        <pc:sldMkLst>
          <pc:docMk/>
          <pc:sldMk cId="2998035075" sldId="327"/>
        </pc:sldMkLst>
        <pc:spChg chg="mod">
          <ac:chgData name="Fan Cheng" userId="73b39abba4055029" providerId="LiveId" clId="{7B4195DC-5567-6C4D-9C84-3557ECCE0D7A}" dt="2023-08-17T12:37:10.493" v="85" actId="207"/>
          <ac:spMkLst>
            <pc:docMk/>
            <pc:sldMk cId="2998035075" sldId="327"/>
            <ac:spMk id="6" creationId="{CE8058BB-A42B-198B-4D0A-D49064AE2664}"/>
          </ac:spMkLst>
        </pc:spChg>
      </pc:sldChg>
    </pc:docChg>
  </pc:docChgLst>
  <pc:docChgLst>
    <pc:chgData name="Fan Cheng" userId="73b39abba4055029" providerId="LiveId" clId="{B27E2DBB-1D91-4927-A0E2-5E1C0F6E4D7F}"/>
    <pc:docChg chg="undo custSel addSld delSld modSld modSection">
      <pc:chgData name="Fan Cheng" userId="73b39abba4055029" providerId="LiveId" clId="{B27E2DBB-1D91-4927-A0E2-5E1C0F6E4D7F}" dt="2023-08-16T14:37:58.932" v="1928" actId="207"/>
      <pc:docMkLst>
        <pc:docMk/>
      </pc:docMkLst>
      <pc:sldChg chg="addSp delSp modSp">
        <pc:chgData name="Fan Cheng" userId="73b39abba4055029" providerId="LiveId" clId="{B27E2DBB-1D91-4927-A0E2-5E1C0F6E4D7F}" dt="2023-08-14T15:24:35.760" v="817" actId="478"/>
        <pc:sldMkLst>
          <pc:docMk/>
          <pc:sldMk cId="0" sldId="256"/>
        </pc:sldMkLst>
        <pc:spChg chg="mod">
          <ac:chgData name="Fan Cheng" userId="73b39abba4055029" providerId="LiveId" clId="{B27E2DBB-1D91-4927-A0E2-5E1C0F6E4D7F}" dt="2023-08-14T14:10:16.455" v="0" actId="1076"/>
          <ac:spMkLst>
            <pc:docMk/>
            <pc:sldMk cId="0" sldId="256"/>
            <ac:spMk id="6" creationId="{F067C357-9C88-469B-8B86-8BB2377B722B}"/>
          </ac:spMkLst>
        </pc:spChg>
        <pc:grpChg chg="mod">
          <ac:chgData name="Fan Cheng" userId="73b39abba4055029" providerId="LiveId" clId="{B27E2DBB-1D91-4927-A0E2-5E1C0F6E4D7F}" dt="2023-08-14T14:10:16.455" v="0" actId="1076"/>
          <ac:grpSpMkLst>
            <pc:docMk/>
            <pc:sldMk cId="0" sldId="256"/>
            <ac:grpSpMk id="7" creationId="{478E3321-AFAD-DA97-7998-BDE1FDB520BE}"/>
          </ac:grpSpMkLst>
        </pc:grpChg>
        <pc:picChg chg="mod">
          <ac:chgData name="Fan Cheng" userId="73b39abba4055029" providerId="LiveId" clId="{B27E2DBB-1D91-4927-A0E2-5E1C0F6E4D7F}" dt="2023-08-14T14:10:16.455" v="0" actId="1076"/>
          <ac:picMkLst>
            <pc:docMk/>
            <pc:sldMk cId="0" sldId="256"/>
            <ac:picMk id="2" creationId="{81CE1390-9B40-D128-10DE-B3D4BF20874E}"/>
          </ac:picMkLst>
        </pc:picChg>
        <pc:picChg chg="mod">
          <ac:chgData name="Fan Cheng" userId="73b39abba4055029" providerId="LiveId" clId="{B27E2DBB-1D91-4927-A0E2-5E1C0F6E4D7F}" dt="2023-08-14T14:10:16.455" v="0" actId="1076"/>
          <ac:picMkLst>
            <pc:docMk/>
            <pc:sldMk cId="0" sldId="256"/>
            <ac:picMk id="3" creationId="{478E7E78-CDAB-D84B-9E15-776BF66E1056}"/>
          </ac:picMkLst>
        </pc:picChg>
        <pc:picChg chg="mod">
          <ac:chgData name="Fan Cheng" userId="73b39abba4055029" providerId="LiveId" clId="{B27E2DBB-1D91-4927-A0E2-5E1C0F6E4D7F}" dt="2023-08-14T14:10:16.455" v="0" actId="1076"/>
          <ac:picMkLst>
            <pc:docMk/>
            <pc:sldMk cId="0" sldId="256"/>
            <ac:picMk id="5" creationId="{45FA32D7-511A-5702-70B3-E79FE5E7C330}"/>
          </ac:picMkLst>
        </pc:picChg>
        <pc:picChg chg="add del mod">
          <ac:chgData name="Fan Cheng" userId="73b39abba4055029" providerId="LiveId" clId="{B27E2DBB-1D91-4927-A0E2-5E1C0F6E4D7F}" dt="2023-08-14T15:24:35.760" v="817" actId="478"/>
          <ac:picMkLst>
            <pc:docMk/>
            <pc:sldMk cId="0" sldId="256"/>
            <ac:picMk id="8" creationId="{5FF70E5B-1AAB-304C-F56C-DD6D0C0141AF}"/>
          </ac:picMkLst>
        </pc:picChg>
        <pc:picChg chg="mod">
          <ac:chgData name="Fan Cheng" userId="73b39abba4055029" providerId="LiveId" clId="{B27E2DBB-1D91-4927-A0E2-5E1C0F6E4D7F}" dt="2023-08-14T14:10:16.455" v="0" actId="1076"/>
          <ac:picMkLst>
            <pc:docMk/>
            <pc:sldMk cId="0" sldId="256"/>
            <ac:picMk id="1026" creationId="{9523B336-F19A-74D7-CDCC-0FBD655148F5}"/>
          </ac:picMkLst>
        </pc:picChg>
      </pc:sldChg>
      <pc:sldChg chg="modSp mod">
        <pc:chgData name="Fan Cheng" userId="73b39abba4055029" providerId="LiveId" clId="{B27E2DBB-1D91-4927-A0E2-5E1C0F6E4D7F}" dt="2023-08-16T13:20:00.144" v="927"/>
        <pc:sldMkLst>
          <pc:docMk/>
          <pc:sldMk cId="580568948" sldId="258"/>
        </pc:sldMkLst>
        <pc:spChg chg="mod">
          <ac:chgData name="Fan Cheng" userId="73b39abba4055029" providerId="LiveId" clId="{B27E2DBB-1D91-4927-A0E2-5E1C0F6E4D7F}" dt="2023-08-16T13:20:00.144" v="927"/>
          <ac:spMkLst>
            <pc:docMk/>
            <pc:sldMk cId="580568948" sldId="258"/>
            <ac:spMk id="71" creationId="{00000000-0000-0000-0000-000000000000}"/>
          </ac:spMkLst>
        </pc:spChg>
      </pc:sldChg>
      <pc:sldChg chg="modSp mod">
        <pc:chgData name="Fan Cheng" userId="73b39abba4055029" providerId="LiveId" clId="{B27E2DBB-1D91-4927-A0E2-5E1C0F6E4D7F}" dt="2023-08-16T13:22:19.933" v="929" actId="1076"/>
        <pc:sldMkLst>
          <pc:docMk/>
          <pc:sldMk cId="2506709773" sldId="264"/>
        </pc:sldMkLst>
        <pc:spChg chg="mod">
          <ac:chgData name="Fan Cheng" userId="73b39abba4055029" providerId="LiveId" clId="{B27E2DBB-1D91-4927-A0E2-5E1C0F6E4D7F}" dt="2023-08-16T13:22:19.933" v="929" actId="1076"/>
          <ac:spMkLst>
            <pc:docMk/>
            <pc:sldMk cId="2506709773" sldId="264"/>
            <ac:spMk id="4" creationId="{B202EE4F-EBAB-B2AC-D209-25DA325337B2}"/>
          </ac:spMkLst>
        </pc:spChg>
      </pc:sldChg>
      <pc:sldChg chg="modSp mod">
        <pc:chgData name="Fan Cheng" userId="73b39abba4055029" providerId="LiveId" clId="{B27E2DBB-1D91-4927-A0E2-5E1C0F6E4D7F}" dt="2023-08-16T13:22:47.787" v="930" actId="207"/>
        <pc:sldMkLst>
          <pc:docMk/>
          <pc:sldMk cId="1130974117" sldId="265"/>
        </pc:sldMkLst>
        <pc:spChg chg="mod">
          <ac:chgData name="Fan Cheng" userId="73b39abba4055029" providerId="LiveId" clId="{B27E2DBB-1D91-4927-A0E2-5E1C0F6E4D7F}" dt="2023-08-16T13:22:47.787" v="930" actId="207"/>
          <ac:spMkLst>
            <pc:docMk/>
            <pc:sldMk cId="1130974117" sldId="265"/>
            <ac:spMk id="29" creationId="{AB10C9B4-ADEF-8F5E-CF05-0D6003220D6D}"/>
          </ac:spMkLst>
        </pc:spChg>
      </pc:sldChg>
      <pc:sldChg chg="addSp delSp mod">
        <pc:chgData name="Fan Cheng" userId="73b39abba4055029" providerId="LiveId" clId="{B27E2DBB-1D91-4927-A0E2-5E1C0F6E4D7F}" dt="2023-08-16T13:18:10.015" v="882" actId="11529"/>
        <pc:sldMkLst>
          <pc:docMk/>
          <pc:sldMk cId="3457562881" sldId="272"/>
        </pc:sldMkLst>
        <pc:cxnChg chg="add del">
          <ac:chgData name="Fan Cheng" userId="73b39abba4055029" providerId="LiveId" clId="{B27E2DBB-1D91-4927-A0E2-5E1C0F6E4D7F}" dt="2023-08-16T13:18:10.015" v="882" actId="11529"/>
          <ac:cxnSpMkLst>
            <pc:docMk/>
            <pc:sldMk cId="3457562881" sldId="272"/>
            <ac:cxnSpMk id="4" creationId="{76A1F2A2-BEA1-9F21-0CE4-80A7EED74D4F}"/>
          </ac:cxnSpMkLst>
        </pc:cxnChg>
      </pc:sldChg>
      <pc:sldChg chg="addSp modSp mod">
        <pc:chgData name="Fan Cheng" userId="73b39abba4055029" providerId="LiveId" clId="{B27E2DBB-1D91-4927-A0E2-5E1C0F6E4D7F}" dt="2023-08-14T14:17:46.012" v="26" actId="1076"/>
        <pc:sldMkLst>
          <pc:docMk/>
          <pc:sldMk cId="1222958840" sldId="275"/>
        </pc:sldMkLst>
        <pc:picChg chg="add mod">
          <ac:chgData name="Fan Cheng" userId="73b39abba4055029" providerId="LiveId" clId="{B27E2DBB-1D91-4927-A0E2-5E1C0F6E4D7F}" dt="2023-08-14T14:17:46.012" v="26" actId="1076"/>
          <ac:picMkLst>
            <pc:docMk/>
            <pc:sldMk cId="1222958840" sldId="275"/>
            <ac:picMk id="4" creationId="{85338AA6-F548-ED44-188D-A321FD22EE5E}"/>
          </ac:picMkLst>
        </pc:picChg>
        <pc:picChg chg="mod">
          <ac:chgData name="Fan Cheng" userId="73b39abba4055029" providerId="LiveId" clId="{B27E2DBB-1D91-4927-A0E2-5E1C0F6E4D7F}" dt="2023-08-14T14:17:36.689" v="23" actId="1076"/>
          <ac:picMkLst>
            <pc:docMk/>
            <pc:sldMk cId="1222958840" sldId="275"/>
            <ac:picMk id="22" creationId="{EA867594-E461-0E03-3137-0095E2929F2A}"/>
          </ac:picMkLst>
        </pc:picChg>
        <pc:picChg chg="mod">
          <ac:chgData name="Fan Cheng" userId="73b39abba4055029" providerId="LiveId" clId="{B27E2DBB-1D91-4927-A0E2-5E1C0F6E4D7F}" dt="2023-08-14T14:17:40.269" v="24" actId="1076"/>
          <ac:picMkLst>
            <pc:docMk/>
            <pc:sldMk cId="1222958840" sldId="275"/>
            <ac:picMk id="27" creationId="{C7791138-883B-6F19-CFE8-022173C77B95}"/>
          </ac:picMkLst>
        </pc:picChg>
        <pc:picChg chg="mod">
          <ac:chgData name="Fan Cheng" userId="73b39abba4055029" providerId="LiveId" clId="{B27E2DBB-1D91-4927-A0E2-5E1C0F6E4D7F}" dt="2023-08-14T14:17:43.438" v="25" actId="1076"/>
          <ac:picMkLst>
            <pc:docMk/>
            <pc:sldMk cId="1222958840" sldId="275"/>
            <ac:picMk id="2050" creationId="{0E72887A-D258-2492-B4CA-DF8417F39288}"/>
          </ac:picMkLst>
        </pc:picChg>
      </pc:sldChg>
      <pc:sldChg chg="addSp delSp modSp mod">
        <pc:chgData name="Fan Cheng" userId="73b39abba4055029" providerId="LiveId" clId="{B27E2DBB-1D91-4927-A0E2-5E1C0F6E4D7F}" dt="2023-08-16T14:26:37.474" v="1620" actId="1076"/>
        <pc:sldMkLst>
          <pc:docMk/>
          <pc:sldMk cId="3430371217" sldId="279"/>
        </pc:sldMkLst>
        <pc:spChg chg="del">
          <ac:chgData name="Fan Cheng" userId="73b39abba4055029" providerId="LiveId" clId="{B27E2DBB-1D91-4927-A0E2-5E1C0F6E4D7F}" dt="2023-08-16T13:33:34.623" v="948" actId="478"/>
          <ac:spMkLst>
            <pc:docMk/>
            <pc:sldMk cId="3430371217" sldId="279"/>
            <ac:spMk id="3" creationId="{08E2C3B7-3180-8E29-03BD-08448F9E2D71}"/>
          </ac:spMkLst>
        </pc:spChg>
        <pc:spChg chg="add del mod">
          <ac:chgData name="Fan Cheng" userId="73b39abba4055029" providerId="LiveId" clId="{B27E2DBB-1D91-4927-A0E2-5E1C0F6E4D7F}" dt="2023-08-16T13:33:37.735" v="949" actId="478"/>
          <ac:spMkLst>
            <pc:docMk/>
            <pc:sldMk cId="3430371217" sldId="279"/>
            <ac:spMk id="5" creationId="{0C1FBF61-195A-1EB4-2086-7E9629278391}"/>
          </ac:spMkLst>
        </pc:spChg>
        <pc:spChg chg="mod">
          <ac:chgData name="Fan Cheng" userId="73b39abba4055029" providerId="LiveId" clId="{B27E2DBB-1D91-4927-A0E2-5E1C0F6E4D7F}" dt="2023-08-16T13:27:21.929" v="946" actId="20577"/>
          <ac:spMkLst>
            <pc:docMk/>
            <pc:sldMk cId="3430371217" sldId="279"/>
            <ac:spMk id="6" creationId="{C36EB9F4-72C5-1090-E326-5B1B3A481D01}"/>
          </ac:spMkLst>
        </pc:spChg>
        <pc:spChg chg="add mod">
          <ac:chgData name="Fan Cheng" userId="73b39abba4055029" providerId="LiveId" clId="{B27E2DBB-1D91-4927-A0E2-5E1C0F6E4D7F}" dt="2023-08-16T14:11:02.797" v="1154" actId="1076"/>
          <ac:spMkLst>
            <pc:docMk/>
            <pc:sldMk cId="3430371217" sldId="279"/>
            <ac:spMk id="8" creationId="{4C8C2B12-2680-C500-FCC1-38CD68BD90EC}"/>
          </ac:spMkLst>
        </pc:spChg>
        <pc:spChg chg="add mod">
          <ac:chgData name="Fan Cheng" userId="73b39abba4055029" providerId="LiveId" clId="{B27E2DBB-1D91-4927-A0E2-5E1C0F6E4D7F}" dt="2023-08-16T14:11:11.782" v="1155" actId="2711"/>
          <ac:spMkLst>
            <pc:docMk/>
            <pc:sldMk cId="3430371217" sldId="279"/>
            <ac:spMk id="9" creationId="{35574052-DF66-E440-8C25-4EE7F2213E04}"/>
          </ac:spMkLst>
        </pc:spChg>
        <pc:spChg chg="add mod">
          <ac:chgData name="Fan Cheng" userId="73b39abba4055029" providerId="LiveId" clId="{B27E2DBB-1D91-4927-A0E2-5E1C0F6E4D7F}" dt="2023-08-16T14:10:11.588" v="1145" actId="1076"/>
          <ac:spMkLst>
            <pc:docMk/>
            <pc:sldMk cId="3430371217" sldId="279"/>
            <ac:spMk id="14" creationId="{44BC29CD-6DB9-0966-BF93-CBFD5F9F13C9}"/>
          </ac:spMkLst>
        </pc:spChg>
        <pc:spChg chg="add mod">
          <ac:chgData name="Fan Cheng" userId="73b39abba4055029" providerId="LiveId" clId="{B27E2DBB-1D91-4927-A0E2-5E1C0F6E4D7F}" dt="2023-08-16T14:10:11.588" v="1145" actId="1076"/>
          <ac:spMkLst>
            <pc:docMk/>
            <pc:sldMk cId="3430371217" sldId="279"/>
            <ac:spMk id="15" creationId="{A350F3D0-0117-855C-8AF1-E37EE4047E13}"/>
          </ac:spMkLst>
        </pc:spChg>
        <pc:spChg chg="add mod">
          <ac:chgData name="Fan Cheng" userId="73b39abba4055029" providerId="LiveId" clId="{B27E2DBB-1D91-4927-A0E2-5E1C0F6E4D7F}" dt="2023-08-16T14:10:11.588" v="1145" actId="1076"/>
          <ac:spMkLst>
            <pc:docMk/>
            <pc:sldMk cId="3430371217" sldId="279"/>
            <ac:spMk id="16" creationId="{B9004154-36BE-D2D3-6048-0829F7BDA492}"/>
          </ac:spMkLst>
        </pc:spChg>
        <pc:spChg chg="add mod">
          <ac:chgData name="Fan Cheng" userId="73b39abba4055029" providerId="LiveId" clId="{B27E2DBB-1D91-4927-A0E2-5E1C0F6E4D7F}" dt="2023-08-16T14:10:11.588" v="1145" actId="1076"/>
          <ac:spMkLst>
            <pc:docMk/>
            <pc:sldMk cId="3430371217" sldId="279"/>
            <ac:spMk id="17" creationId="{8EDF7ED1-DB79-5BB6-A3CB-B0AD0F969A3B}"/>
          </ac:spMkLst>
        </pc:spChg>
        <pc:spChg chg="add del mod">
          <ac:chgData name="Fan Cheng" userId="73b39abba4055029" providerId="LiveId" clId="{B27E2DBB-1D91-4927-A0E2-5E1C0F6E4D7F}" dt="2023-08-16T14:09:37.798" v="1143" actId="478"/>
          <ac:spMkLst>
            <pc:docMk/>
            <pc:sldMk cId="3430371217" sldId="279"/>
            <ac:spMk id="18" creationId="{D25E3319-D98A-EC4A-25D9-A0F97D9AF962}"/>
          </ac:spMkLst>
        </pc:spChg>
        <pc:spChg chg="add mod">
          <ac:chgData name="Fan Cheng" userId="73b39abba4055029" providerId="LiveId" clId="{B27E2DBB-1D91-4927-A0E2-5E1C0F6E4D7F}" dt="2023-08-16T14:12:16.938" v="1260" actId="207"/>
          <ac:spMkLst>
            <pc:docMk/>
            <pc:sldMk cId="3430371217" sldId="279"/>
            <ac:spMk id="20" creationId="{6CE40DCB-87DA-0B09-0D42-46ECE479F4FF}"/>
          </ac:spMkLst>
        </pc:spChg>
        <pc:spChg chg="add mod">
          <ac:chgData name="Fan Cheng" userId="73b39abba4055029" providerId="LiveId" clId="{B27E2DBB-1D91-4927-A0E2-5E1C0F6E4D7F}" dt="2023-08-16T14:26:37.474" v="1620" actId="1076"/>
          <ac:spMkLst>
            <pc:docMk/>
            <pc:sldMk cId="3430371217" sldId="279"/>
            <ac:spMk id="22" creationId="{32642BBC-D83D-8214-E3FC-D5E47CE6F0E9}"/>
          </ac:spMkLst>
        </pc:spChg>
        <pc:grpChg chg="add mod">
          <ac:chgData name="Fan Cheng" userId="73b39abba4055029" providerId="LiveId" clId="{B27E2DBB-1D91-4927-A0E2-5E1C0F6E4D7F}" dt="2023-08-16T14:10:11.588" v="1145" actId="1076"/>
          <ac:grpSpMkLst>
            <pc:docMk/>
            <pc:sldMk cId="3430371217" sldId="279"/>
            <ac:grpSpMk id="19" creationId="{182583C2-EF09-30F6-F4B3-9AC6975F78D6}"/>
          </ac:grpSpMkLst>
        </pc:grpChg>
        <pc:picChg chg="add mod">
          <ac:chgData name="Fan Cheng" userId="73b39abba4055029" providerId="LiveId" clId="{B27E2DBB-1D91-4927-A0E2-5E1C0F6E4D7F}" dt="2023-08-16T13:51:40.262" v="959" actId="1076"/>
          <ac:picMkLst>
            <pc:docMk/>
            <pc:sldMk cId="3430371217" sldId="279"/>
            <ac:picMk id="7" creationId="{4A255E51-CDC6-71BE-6B84-C38DE7321235}"/>
          </ac:picMkLst>
        </pc:picChg>
        <pc:picChg chg="add mod">
          <ac:chgData name="Fan Cheng" userId="73b39abba4055029" providerId="LiveId" clId="{B27E2DBB-1D91-4927-A0E2-5E1C0F6E4D7F}" dt="2023-08-16T14:10:11.588" v="1145" actId="1076"/>
          <ac:picMkLst>
            <pc:docMk/>
            <pc:sldMk cId="3430371217" sldId="279"/>
            <ac:picMk id="10" creationId="{E1DBC556-98D7-3BFF-44F4-598A28F3F16C}"/>
          </ac:picMkLst>
        </pc:picChg>
        <pc:picChg chg="add mod">
          <ac:chgData name="Fan Cheng" userId="73b39abba4055029" providerId="LiveId" clId="{B27E2DBB-1D91-4927-A0E2-5E1C0F6E4D7F}" dt="2023-08-16T14:10:11.588" v="1145" actId="1076"/>
          <ac:picMkLst>
            <pc:docMk/>
            <pc:sldMk cId="3430371217" sldId="279"/>
            <ac:picMk id="11" creationId="{79F9526B-ACC2-8D6D-6E66-C1C0FBA6AAE2}"/>
          </ac:picMkLst>
        </pc:picChg>
        <pc:picChg chg="add mod">
          <ac:chgData name="Fan Cheng" userId="73b39abba4055029" providerId="LiveId" clId="{B27E2DBB-1D91-4927-A0E2-5E1C0F6E4D7F}" dt="2023-08-16T14:10:11.588" v="1145" actId="1076"/>
          <ac:picMkLst>
            <pc:docMk/>
            <pc:sldMk cId="3430371217" sldId="279"/>
            <ac:picMk id="12" creationId="{E0C43A74-3CDE-47F0-F206-CEA54B76B872}"/>
          </ac:picMkLst>
        </pc:picChg>
        <pc:picChg chg="add mod">
          <ac:chgData name="Fan Cheng" userId="73b39abba4055029" providerId="LiveId" clId="{B27E2DBB-1D91-4927-A0E2-5E1C0F6E4D7F}" dt="2023-08-16T14:10:11.588" v="1145" actId="1076"/>
          <ac:picMkLst>
            <pc:docMk/>
            <pc:sldMk cId="3430371217" sldId="279"/>
            <ac:picMk id="13" creationId="{E1283E4F-2D31-E8DE-CFB4-7F472EA9F5E0}"/>
          </ac:picMkLst>
        </pc:picChg>
      </pc:sldChg>
      <pc:sldChg chg="addSp modSp mod">
        <pc:chgData name="Fan Cheng" userId="73b39abba4055029" providerId="LiveId" clId="{B27E2DBB-1D91-4927-A0E2-5E1C0F6E4D7F}" dt="2023-08-16T14:30:37.015" v="1786" actId="20577"/>
        <pc:sldMkLst>
          <pc:docMk/>
          <pc:sldMk cId="1427944363" sldId="280"/>
        </pc:sldMkLst>
        <pc:spChg chg="mod">
          <ac:chgData name="Fan Cheng" userId="73b39abba4055029" providerId="LiveId" clId="{B27E2DBB-1D91-4927-A0E2-5E1C0F6E4D7F}" dt="2023-08-16T14:30:37.015" v="1786" actId="20577"/>
          <ac:spMkLst>
            <pc:docMk/>
            <pc:sldMk cId="1427944363" sldId="280"/>
            <ac:spMk id="3" creationId="{08E2C3B7-3180-8E29-03BD-08448F9E2D71}"/>
          </ac:spMkLst>
        </pc:spChg>
        <pc:spChg chg="add mod">
          <ac:chgData name="Fan Cheng" userId="73b39abba4055029" providerId="LiveId" clId="{B27E2DBB-1D91-4927-A0E2-5E1C0F6E4D7F}" dt="2023-08-16T14:20:01.375" v="1315" actId="1076"/>
          <ac:spMkLst>
            <pc:docMk/>
            <pc:sldMk cId="1427944363" sldId="280"/>
            <ac:spMk id="4" creationId="{FFE96278-BCBF-487D-5A53-06D84772D933}"/>
          </ac:spMkLst>
        </pc:spChg>
      </pc:sldChg>
      <pc:sldChg chg="del mod modShow">
        <pc:chgData name="Fan Cheng" userId="73b39abba4055029" providerId="LiveId" clId="{B27E2DBB-1D91-4927-A0E2-5E1C0F6E4D7F}" dt="2023-08-16T14:31:18.783" v="1801" actId="2696"/>
        <pc:sldMkLst>
          <pc:docMk/>
          <pc:sldMk cId="1739209697" sldId="283"/>
        </pc:sldMkLst>
      </pc:sldChg>
      <pc:sldChg chg="add">
        <pc:chgData name="Fan Cheng" userId="73b39abba4055029" providerId="LiveId" clId="{B27E2DBB-1D91-4927-A0E2-5E1C0F6E4D7F}" dt="2023-08-16T14:31:24.371" v="1802"/>
        <pc:sldMkLst>
          <pc:docMk/>
          <pc:sldMk cId="3391628186" sldId="283"/>
        </pc:sldMkLst>
      </pc:sldChg>
      <pc:sldChg chg="modSp mod">
        <pc:chgData name="Fan Cheng" userId="73b39abba4055029" providerId="LiveId" clId="{B27E2DBB-1D91-4927-A0E2-5E1C0F6E4D7F}" dt="2023-08-16T14:32:01.244" v="1805" actId="113"/>
        <pc:sldMkLst>
          <pc:docMk/>
          <pc:sldMk cId="1171019282" sldId="284"/>
        </pc:sldMkLst>
        <pc:spChg chg="mod">
          <ac:chgData name="Fan Cheng" userId="73b39abba4055029" providerId="LiveId" clId="{B27E2DBB-1D91-4927-A0E2-5E1C0F6E4D7F}" dt="2023-08-16T14:32:01.244" v="1805" actId="113"/>
          <ac:spMkLst>
            <pc:docMk/>
            <pc:sldMk cId="1171019282" sldId="284"/>
            <ac:spMk id="3" creationId="{5F59B65A-9B52-76A4-E42F-2D1867CC207B}"/>
          </ac:spMkLst>
        </pc:spChg>
      </pc:sldChg>
      <pc:sldChg chg="delSp modSp mod">
        <pc:chgData name="Fan Cheng" userId="73b39abba4055029" providerId="LiveId" clId="{B27E2DBB-1D91-4927-A0E2-5E1C0F6E4D7F}" dt="2023-08-16T14:32:56.037" v="1819" actId="255"/>
        <pc:sldMkLst>
          <pc:docMk/>
          <pc:sldMk cId="1530108901" sldId="285"/>
        </pc:sldMkLst>
        <pc:spChg chg="mod">
          <ac:chgData name="Fan Cheng" userId="73b39abba4055029" providerId="LiveId" clId="{B27E2DBB-1D91-4927-A0E2-5E1C0F6E4D7F}" dt="2023-08-16T14:32:56.037" v="1819" actId="255"/>
          <ac:spMkLst>
            <pc:docMk/>
            <pc:sldMk cId="1530108901" sldId="285"/>
            <ac:spMk id="3" creationId="{8D5E9DD3-BF1D-D4F3-6778-0CE5860024B7}"/>
          </ac:spMkLst>
        </pc:spChg>
        <pc:spChg chg="del">
          <ac:chgData name="Fan Cheng" userId="73b39abba4055029" providerId="LiveId" clId="{B27E2DBB-1D91-4927-A0E2-5E1C0F6E4D7F}" dt="2023-08-16T14:19:55.359" v="1313" actId="21"/>
          <ac:spMkLst>
            <pc:docMk/>
            <pc:sldMk cId="1530108901" sldId="285"/>
            <ac:spMk id="4" creationId="{6FA23431-D26D-BCBE-C0B7-46BA5546591D}"/>
          </ac:spMkLst>
        </pc:spChg>
      </pc:sldChg>
      <pc:sldChg chg="modSp mod">
        <pc:chgData name="Fan Cheng" userId="73b39abba4055029" providerId="LiveId" clId="{B27E2DBB-1D91-4927-A0E2-5E1C0F6E4D7F}" dt="2023-08-16T14:33:14.366" v="1823" actId="255"/>
        <pc:sldMkLst>
          <pc:docMk/>
          <pc:sldMk cId="3281420797" sldId="286"/>
        </pc:sldMkLst>
        <pc:spChg chg="mod">
          <ac:chgData name="Fan Cheng" userId="73b39abba4055029" providerId="LiveId" clId="{B27E2DBB-1D91-4927-A0E2-5E1C0F6E4D7F}" dt="2023-08-16T14:33:14.366" v="1823" actId="255"/>
          <ac:spMkLst>
            <pc:docMk/>
            <pc:sldMk cId="3281420797" sldId="286"/>
            <ac:spMk id="3" creationId="{F2A5FFCA-EF52-A01D-D836-6ACA492BBCDC}"/>
          </ac:spMkLst>
        </pc:spChg>
      </pc:sldChg>
      <pc:sldChg chg="modSp mod">
        <pc:chgData name="Fan Cheng" userId="73b39abba4055029" providerId="LiveId" clId="{B27E2DBB-1D91-4927-A0E2-5E1C0F6E4D7F}" dt="2023-08-16T14:34:03.155" v="1834" actId="255"/>
        <pc:sldMkLst>
          <pc:docMk/>
          <pc:sldMk cId="2316146497" sldId="287"/>
        </pc:sldMkLst>
        <pc:spChg chg="mod">
          <ac:chgData name="Fan Cheng" userId="73b39abba4055029" providerId="LiveId" clId="{B27E2DBB-1D91-4927-A0E2-5E1C0F6E4D7F}" dt="2023-08-16T14:34:03.155" v="1834" actId="255"/>
          <ac:spMkLst>
            <pc:docMk/>
            <pc:sldMk cId="2316146497" sldId="287"/>
            <ac:spMk id="3" creationId="{9E9BEBD1-6AC6-FCA5-1DE8-D6954B50A3FE}"/>
          </ac:spMkLst>
        </pc:spChg>
      </pc:sldChg>
      <pc:sldChg chg="modSp mod">
        <pc:chgData name="Fan Cheng" userId="73b39abba4055029" providerId="LiveId" clId="{B27E2DBB-1D91-4927-A0E2-5E1C0F6E4D7F}" dt="2023-08-16T14:02:08.425" v="1058" actId="313"/>
        <pc:sldMkLst>
          <pc:docMk/>
          <pc:sldMk cId="374132600" sldId="293"/>
        </pc:sldMkLst>
        <pc:spChg chg="mod">
          <ac:chgData name="Fan Cheng" userId="73b39abba4055029" providerId="LiveId" clId="{B27E2DBB-1D91-4927-A0E2-5E1C0F6E4D7F}" dt="2023-08-16T14:02:08.425" v="1058" actId="313"/>
          <ac:spMkLst>
            <pc:docMk/>
            <pc:sldMk cId="374132600" sldId="293"/>
            <ac:spMk id="14" creationId="{85DB416B-B280-0723-94DF-16C8E675A881}"/>
          </ac:spMkLst>
        </pc:spChg>
      </pc:sldChg>
      <pc:sldChg chg="modSp mod">
        <pc:chgData name="Fan Cheng" userId="73b39abba4055029" providerId="LiveId" clId="{B27E2DBB-1D91-4927-A0E2-5E1C0F6E4D7F}" dt="2023-08-16T14:31:09.071" v="1800" actId="20577"/>
        <pc:sldMkLst>
          <pc:docMk/>
          <pc:sldMk cId="2438719408" sldId="296"/>
        </pc:sldMkLst>
        <pc:spChg chg="mod">
          <ac:chgData name="Fan Cheng" userId="73b39abba4055029" providerId="LiveId" clId="{B27E2DBB-1D91-4927-A0E2-5E1C0F6E4D7F}" dt="2023-08-16T14:31:09.071" v="1800" actId="20577"/>
          <ac:spMkLst>
            <pc:docMk/>
            <pc:sldMk cId="2438719408" sldId="296"/>
            <ac:spMk id="3" creationId="{CE297AA3-85FA-3397-E79C-CC36DAE05F07}"/>
          </ac:spMkLst>
        </pc:spChg>
      </pc:sldChg>
      <pc:sldChg chg="modSp mod">
        <pc:chgData name="Fan Cheng" userId="73b39abba4055029" providerId="LiveId" clId="{B27E2DBB-1D91-4927-A0E2-5E1C0F6E4D7F}" dt="2023-08-14T14:12:35.215" v="2" actId="1076"/>
        <pc:sldMkLst>
          <pc:docMk/>
          <pc:sldMk cId="2719205391" sldId="299"/>
        </pc:sldMkLst>
        <pc:picChg chg="mod">
          <ac:chgData name="Fan Cheng" userId="73b39abba4055029" providerId="LiveId" clId="{B27E2DBB-1D91-4927-A0E2-5E1C0F6E4D7F}" dt="2023-08-14T14:12:35.215" v="2" actId="1076"/>
          <ac:picMkLst>
            <pc:docMk/>
            <pc:sldMk cId="2719205391" sldId="299"/>
            <ac:picMk id="3" creationId="{39A842D1-63EA-D806-8202-EE69E4B9D7D6}"/>
          </ac:picMkLst>
        </pc:picChg>
      </pc:sldChg>
      <pc:sldChg chg="addSp delSp modSp mod">
        <pc:chgData name="Fan Cheng" userId="73b39abba4055029" providerId="LiveId" clId="{B27E2DBB-1D91-4927-A0E2-5E1C0F6E4D7F}" dt="2023-08-16T14:01:42.100" v="1056" actId="1076"/>
        <pc:sldMkLst>
          <pc:docMk/>
          <pc:sldMk cId="1647851755" sldId="300"/>
        </pc:sldMkLst>
        <pc:spChg chg="add mod">
          <ac:chgData name="Fan Cheng" userId="73b39abba4055029" providerId="LiveId" clId="{B27E2DBB-1D91-4927-A0E2-5E1C0F6E4D7F}" dt="2023-08-16T14:01:42.100" v="1056" actId="1076"/>
          <ac:spMkLst>
            <pc:docMk/>
            <pc:sldMk cId="1647851755" sldId="300"/>
            <ac:spMk id="8" creationId="{24E76CD5-7721-D229-34A3-42ADBF08F838}"/>
          </ac:spMkLst>
        </pc:spChg>
        <pc:spChg chg="del mod">
          <ac:chgData name="Fan Cheng" userId="73b39abba4055029" providerId="LiveId" clId="{B27E2DBB-1D91-4927-A0E2-5E1C0F6E4D7F}" dt="2023-08-14T14:44:40.061" v="253" actId="478"/>
          <ac:spMkLst>
            <pc:docMk/>
            <pc:sldMk cId="1647851755" sldId="300"/>
            <ac:spMk id="15" creationId="{74F67E53-EBF7-5E9D-9AB7-F104BC57591A}"/>
          </ac:spMkLst>
        </pc:spChg>
        <pc:spChg chg="del mod">
          <ac:chgData name="Fan Cheng" userId="73b39abba4055029" providerId="LiveId" clId="{B27E2DBB-1D91-4927-A0E2-5E1C0F6E4D7F}" dt="2023-08-14T14:27:38.320" v="84" actId="478"/>
          <ac:spMkLst>
            <pc:docMk/>
            <pc:sldMk cId="1647851755" sldId="300"/>
            <ac:spMk id="16" creationId="{C841FF4D-098D-6A37-7723-248CDC9725FA}"/>
          </ac:spMkLst>
        </pc:spChg>
        <pc:spChg chg="del">
          <ac:chgData name="Fan Cheng" userId="73b39abba4055029" providerId="LiveId" clId="{B27E2DBB-1D91-4927-A0E2-5E1C0F6E4D7F}" dt="2023-08-14T14:27:49.481" v="85" actId="478"/>
          <ac:spMkLst>
            <pc:docMk/>
            <pc:sldMk cId="1647851755" sldId="300"/>
            <ac:spMk id="17" creationId="{3C3C3BA8-27EB-63D2-5EE3-A6D635B2022A}"/>
          </ac:spMkLst>
        </pc:spChg>
        <pc:grpChg chg="add mod">
          <ac:chgData name="Fan Cheng" userId="73b39abba4055029" providerId="LiveId" clId="{B27E2DBB-1D91-4927-A0E2-5E1C0F6E4D7F}" dt="2023-08-14T14:47:46.734" v="310" actId="1076"/>
          <ac:grpSpMkLst>
            <pc:docMk/>
            <pc:sldMk cId="1647851755" sldId="300"/>
            <ac:grpSpMk id="5" creationId="{2274734D-1F1E-DF32-EEDA-A924F6F7D235}"/>
          </ac:grpSpMkLst>
        </pc:grpChg>
        <pc:grpChg chg="add mod">
          <ac:chgData name="Fan Cheng" userId="73b39abba4055029" providerId="LiveId" clId="{B27E2DBB-1D91-4927-A0E2-5E1C0F6E4D7F}" dt="2023-08-14T14:47:42.010" v="308" actId="1076"/>
          <ac:grpSpMkLst>
            <pc:docMk/>
            <pc:sldMk cId="1647851755" sldId="300"/>
            <ac:grpSpMk id="9" creationId="{CA6B990B-2CD4-987C-214B-F3A85FB43CE7}"/>
          </ac:grpSpMkLst>
        </pc:grpChg>
        <pc:picChg chg="add mod">
          <ac:chgData name="Fan Cheng" userId="73b39abba4055029" providerId="LiveId" clId="{B27E2DBB-1D91-4927-A0E2-5E1C0F6E4D7F}" dt="2023-08-14T14:44:07.799" v="248" actId="571"/>
          <ac:picMkLst>
            <pc:docMk/>
            <pc:sldMk cId="1647851755" sldId="300"/>
            <ac:picMk id="6" creationId="{48890777-81D4-0C30-F412-0FED3618CC3A}"/>
          </ac:picMkLst>
        </pc:picChg>
        <pc:picChg chg="add mod">
          <ac:chgData name="Fan Cheng" userId="73b39abba4055029" providerId="LiveId" clId="{B27E2DBB-1D91-4927-A0E2-5E1C0F6E4D7F}" dt="2023-08-14T14:44:07.799" v="248" actId="571"/>
          <ac:picMkLst>
            <pc:docMk/>
            <pc:sldMk cId="1647851755" sldId="300"/>
            <ac:picMk id="7" creationId="{703B285B-E5F3-7992-1FFD-9A72E52BD617}"/>
          </ac:picMkLst>
        </pc:picChg>
        <pc:picChg chg="mod">
          <ac:chgData name="Fan Cheng" userId="73b39abba4055029" providerId="LiveId" clId="{B27E2DBB-1D91-4927-A0E2-5E1C0F6E4D7F}" dt="2023-08-14T14:47:39.577" v="307" actId="164"/>
          <ac:picMkLst>
            <pc:docMk/>
            <pc:sldMk cId="1647851755" sldId="300"/>
            <ac:picMk id="10" creationId="{D2C969EE-F7D6-657A-A799-C31AE74E4FA8}"/>
          </ac:picMkLst>
        </pc:picChg>
        <pc:picChg chg="mod">
          <ac:chgData name="Fan Cheng" userId="73b39abba4055029" providerId="LiveId" clId="{B27E2DBB-1D91-4927-A0E2-5E1C0F6E4D7F}" dt="2023-08-14T14:47:39.577" v="307" actId="164"/>
          <ac:picMkLst>
            <pc:docMk/>
            <pc:sldMk cId="1647851755" sldId="300"/>
            <ac:picMk id="11" creationId="{D7392617-459A-C397-36BD-C2A75BD18682}"/>
          </ac:picMkLst>
        </pc:picChg>
        <pc:picChg chg="mod">
          <ac:chgData name="Fan Cheng" userId="73b39abba4055029" providerId="LiveId" clId="{B27E2DBB-1D91-4927-A0E2-5E1C0F6E4D7F}" dt="2023-08-14T14:47:46.734" v="310" actId="1076"/>
          <ac:picMkLst>
            <pc:docMk/>
            <pc:sldMk cId="1647851755" sldId="300"/>
            <ac:picMk id="12" creationId="{7B3BD2E5-6C7A-1F42-BD8F-6EEE9E21AB67}"/>
          </ac:picMkLst>
        </pc:picChg>
        <pc:picChg chg="mod">
          <ac:chgData name="Fan Cheng" userId="73b39abba4055029" providerId="LiveId" clId="{B27E2DBB-1D91-4927-A0E2-5E1C0F6E4D7F}" dt="2023-08-14T14:47:46.734" v="310" actId="1076"/>
          <ac:picMkLst>
            <pc:docMk/>
            <pc:sldMk cId="1647851755" sldId="300"/>
            <ac:picMk id="13" creationId="{C2E0AFFF-E26D-8FDF-0012-8D73AA5A0EB8}"/>
          </ac:picMkLst>
        </pc:picChg>
        <pc:picChg chg="mod">
          <ac:chgData name="Fan Cheng" userId="73b39abba4055029" providerId="LiveId" clId="{B27E2DBB-1D91-4927-A0E2-5E1C0F6E4D7F}" dt="2023-08-14T14:47:46.734" v="310" actId="1076"/>
          <ac:picMkLst>
            <pc:docMk/>
            <pc:sldMk cId="1647851755" sldId="300"/>
            <ac:picMk id="14" creationId="{0DA2FF20-B6A9-A43C-3283-E7245647767D}"/>
          </ac:picMkLst>
        </pc:picChg>
        <pc:cxnChg chg="add mod">
          <ac:chgData name="Fan Cheng" userId="73b39abba4055029" providerId="LiveId" clId="{B27E2DBB-1D91-4927-A0E2-5E1C0F6E4D7F}" dt="2023-08-14T14:47:44.884" v="309" actId="1076"/>
          <ac:cxnSpMkLst>
            <pc:docMk/>
            <pc:sldMk cId="1647851755" sldId="300"/>
            <ac:cxnSpMk id="4" creationId="{7FDECCA9-4F2C-2FED-0990-403BDD58F142}"/>
          </ac:cxnSpMkLst>
        </pc:cxnChg>
      </pc:sldChg>
      <pc:sldChg chg="addSp modSp mod">
        <pc:chgData name="Fan Cheng" userId="73b39abba4055029" providerId="LiveId" clId="{B27E2DBB-1D91-4927-A0E2-5E1C0F6E4D7F}" dt="2023-08-14T15:28:28.789" v="818" actId="2710"/>
        <pc:sldMkLst>
          <pc:docMk/>
          <pc:sldMk cId="1129712445" sldId="301"/>
        </pc:sldMkLst>
        <pc:spChg chg="mod">
          <ac:chgData name="Fan Cheng" userId="73b39abba4055029" providerId="LiveId" clId="{B27E2DBB-1D91-4927-A0E2-5E1C0F6E4D7F}" dt="2023-08-14T15:28:28.789" v="818" actId="2710"/>
          <ac:spMkLst>
            <pc:docMk/>
            <pc:sldMk cId="1129712445" sldId="301"/>
            <ac:spMk id="3" creationId="{DE0DD2BD-D8D2-1B30-123F-B04979D2EF01}"/>
          </ac:spMkLst>
        </pc:spChg>
        <pc:spChg chg="mod">
          <ac:chgData name="Fan Cheng" userId="73b39abba4055029" providerId="LiveId" clId="{B27E2DBB-1D91-4927-A0E2-5E1C0F6E4D7F}" dt="2023-08-14T14:59:03.949" v="475" actId="1076"/>
          <ac:spMkLst>
            <pc:docMk/>
            <pc:sldMk cId="1129712445" sldId="301"/>
            <ac:spMk id="8" creationId="{9377F2BE-C2A7-A8A7-B294-BCF71EE6965A}"/>
          </ac:spMkLst>
        </pc:spChg>
        <pc:spChg chg="add mod">
          <ac:chgData name="Fan Cheng" userId="73b39abba4055029" providerId="LiveId" clId="{B27E2DBB-1D91-4927-A0E2-5E1C0F6E4D7F}" dt="2023-08-14T15:02:04.259" v="562" actId="20577"/>
          <ac:spMkLst>
            <pc:docMk/>
            <pc:sldMk cId="1129712445" sldId="301"/>
            <ac:spMk id="10" creationId="{0993861B-5520-D798-DCCC-D81E5ABEA7E1}"/>
          </ac:spMkLst>
        </pc:spChg>
        <pc:picChg chg="mod">
          <ac:chgData name="Fan Cheng" userId="73b39abba4055029" providerId="LiveId" clId="{B27E2DBB-1D91-4927-A0E2-5E1C0F6E4D7F}" dt="2023-08-14T15:04:47.755" v="582" actId="1076"/>
          <ac:picMkLst>
            <pc:docMk/>
            <pc:sldMk cId="1129712445" sldId="301"/>
            <ac:picMk id="5" creationId="{EB9F5B38-8886-1A5F-4F0E-A56B70EBCBDB}"/>
          </ac:picMkLst>
        </pc:picChg>
        <pc:picChg chg="add mod">
          <ac:chgData name="Fan Cheng" userId="73b39abba4055029" providerId="LiveId" clId="{B27E2DBB-1D91-4927-A0E2-5E1C0F6E4D7F}" dt="2023-08-14T15:04:42.826" v="580" actId="1076"/>
          <ac:picMkLst>
            <pc:docMk/>
            <pc:sldMk cId="1129712445" sldId="301"/>
            <ac:picMk id="9" creationId="{71525B37-867E-3274-8E2A-C42C54BE5786}"/>
          </ac:picMkLst>
        </pc:picChg>
      </pc:sldChg>
      <pc:sldChg chg="modSp mod">
        <pc:chgData name="Fan Cheng" userId="73b39abba4055029" providerId="LiveId" clId="{B27E2DBB-1D91-4927-A0E2-5E1C0F6E4D7F}" dt="2023-08-14T15:28:40.920" v="819" actId="1076"/>
        <pc:sldMkLst>
          <pc:docMk/>
          <pc:sldMk cId="3307036969" sldId="304"/>
        </pc:sldMkLst>
        <pc:spChg chg="mod">
          <ac:chgData name="Fan Cheng" userId="73b39abba4055029" providerId="LiveId" clId="{B27E2DBB-1D91-4927-A0E2-5E1C0F6E4D7F}" dt="2023-08-14T15:12:31.099" v="766" actId="1076"/>
          <ac:spMkLst>
            <pc:docMk/>
            <pc:sldMk cId="3307036969" sldId="304"/>
            <ac:spMk id="3" creationId="{D29E1074-5690-73C3-3188-10B6DF0CDF49}"/>
          </ac:spMkLst>
        </pc:spChg>
        <pc:spChg chg="mod">
          <ac:chgData name="Fan Cheng" userId="73b39abba4055029" providerId="LiveId" clId="{B27E2DBB-1D91-4927-A0E2-5E1C0F6E4D7F}" dt="2023-08-14T15:12:33.721" v="767" actId="1076"/>
          <ac:spMkLst>
            <pc:docMk/>
            <pc:sldMk cId="3307036969" sldId="304"/>
            <ac:spMk id="4" creationId="{D509D6B2-4C8D-59F0-75F2-0EF2A025DC9F}"/>
          </ac:spMkLst>
        </pc:spChg>
        <pc:spChg chg="mod">
          <ac:chgData name="Fan Cheng" userId="73b39abba4055029" providerId="LiveId" clId="{B27E2DBB-1D91-4927-A0E2-5E1C0F6E4D7F}" dt="2023-08-14T15:28:40.920" v="819" actId="1076"/>
          <ac:spMkLst>
            <pc:docMk/>
            <pc:sldMk cId="3307036969" sldId="304"/>
            <ac:spMk id="5" creationId="{94C9BB9C-FB7B-1737-A125-060AE11D0025}"/>
          </ac:spMkLst>
        </pc:spChg>
        <pc:spChg chg="mod">
          <ac:chgData name="Fan Cheng" userId="73b39abba4055029" providerId="LiveId" clId="{B27E2DBB-1D91-4927-A0E2-5E1C0F6E4D7F}" dt="2023-08-14T15:11:59.749" v="761" actId="1076"/>
          <ac:spMkLst>
            <pc:docMk/>
            <pc:sldMk cId="3307036969" sldId="304"/>
            <ac:spMk id="8" creationId="{17951D1C-CDF0-58DB-11C5-26BD710FD885}"/>
          </ac:spMkLst>
        </pc:spChg>
        <pc:spChg chg="mod">
          <ac:chgData name="Fan Cheng" userId="73b39abba4055029" providerId="LiveId" clId="{B27E2DBB-1D91-4927-A0E2-5E1C0F6E4D7F}" dt="2023-08-14T15:11:55.746" v="760" actId="14100"/>
          <ac:spMkLst>
            <pc:docMk/>
            <pc:sldMk cId="3307036969" sldId="304"/>
            <ac:spMk id="9" creationId="{09335925-0F3A-036C-8FBE-F26811C66CC7}"/>
          </ac:spMkLst>
        </pc:spChg>
      </pc:sldChg>
      <pc:sldChg chg="modSp mod">
        <pc:chgData name="Fan Cheng" userId="73b39abba4055029" providerId="LiveId" clId="{B27E2DBB-1D91-4927-A0E2-5E1C0F6E4D7F}" dt="2023-08-14T15:16:34.158" v="800" actId="1035"/>
        <pc:sldMkLst>
          <pc:docMk/>
          <pc:sldMk cId="1769655032" sldId="308"/>
        </pc:sldMkLst>
        <pc:spChg chg="mod">
          <ac:chgData name="Fan Cheng" userId="73b39abba4055029" providerId="LiveId" clId="{B27E2DBB-1D91-4927-A0E2-5E1C0F6E4D7F}" dt="2023-08-14T15:16:15.826" v="799" actId="113"/>
          <ac:spMkLst>
            <pc:docMk/>
            <pc:sldMk cId="1769655032" sldId="308"/>
            <ac:spMk id="3" creationId="{F94CC770-9059-39A6-2A58-DA7826FFEC1E}"/>
          </ac:spMkLst>
        </pc:spChg>
        <pc:spChg chg="mod">
          <ac:chgData name="Fan Cheng" userId="73b39abba4055029" providerId="LiveId" clId="{B27E2DBB-1D91-4927-A0E2-5E1C0F6E4D7F}" dt="2023-08-14T15:14:26.208" v="782" actId="1076"/>
          <ac:spMkLst>
            <pc:docMk/>
            <pc:sldMk cId="1769655032" sldId="308"/>
            <ac:spMk id="5" creationId="{1844B6CF-F68C-1C2C-1901-CE980BDD9CF3}"/>
          </ac:spMkLst>
        </pc:spChg>
        <pc:picChg chg="mod">
          <ac:chgData name="Fan Cheng" userId="73b39abba4055029" providerId="LiveId" clId="{B27E2DBB-1D91-4927-A0E2-5E1C0F6E4D7F}" dt="2023-08-14T15:16:34.158" v="800" actId="1035"/>
          <ac:picMkLst>
            <pc:docMk/>
            <pc:sldMk cId="1769655032" sldId="308"/>
            <ac:picMk id="4" creationId="{3018A1BB-88C2-99D4-190B-BD90061A9AA9}"/>
          </ac:picMkLst>
        </pc:picChg>
      </pc:sldChg>
      <pc:sldChg chg="modSp mod">
        <pc:chgData name="Fan Cheng" userId="73b39abba4055029" providerId="LiveId" clId="{B27E2DBB-1D91-4927-A0E2-5E1C0F6E4D7F}" dt="2023-08-14T15:17:22.985" v="804" actId="14100"/>
        <pc:sldMkLst>
          <pc:docMk/>
          <pc:sldMk cId="1115514431" sldId="309"/>
        </pc:sldMkLst>
        <pc:spChg chg="mod">
          <ac:chgData name="Fan Cheng" userId="73b39abba4055029" providerId="LiveId" clId="{B27E2DBB-1D91-4927-A0E2-5E1C0F6E4D7F}" dt="2023-08-14T15:17:22.985" v="804" actId="14100"/>
          <ac:spMkLst>
            <pc:docMk/>
            <pc:sldMk cId="1115514431" sldId="309"/>
            <ac:spMk id="3" creationId="{E73B0D44-A7DC-41AE-6520-DCBA927E508D}"/>
          </ac:spMkLst>
        </pc:spChg>
      </pc:sldChg>
      <pc:sldChg chg="modSp mod">
        <pc:chgData name="Fan Cheng" userId="73b39abba4055029" providerId="LiveId" clId="{B27E2DBB-1D91-4927-A0E2-5E1C0F6E4D7F}" dt="2023-08-16T14:37:58.932" v="1928" actId="207"/>
        <pc:sldMkLst>
          <pc:docMk/>
          <pc:sldMk cId="1562206920" sldId="310"/>
        </pc:sldMkLst>
        <pc:spChg chg="mod">
          <ac:chgData name="Fan Cheng" userId="73b39abba4055029" providerId="LiveId" clId="{B27E2DBB-1D91-4927-A0E2-5E1C0F6E4D7F}" dt="2023-08-14T15:17:56.350" v="811" actId="1076"/>
          <ac:spMkLst>
            <pc:docMk/>
            <pc:sldMk cId="1562206920" sldId="310"/>
            <ac:spMk id="3" creationId="{DC0E6662-D4BA-503B-174D-18EF3C84D198}"/>
          </ac:spMkLst>
        </pc:spChg>
        <pc:spChg chg="mod">
          <ac:chgData name="Fan Cheng" userId="73b39abba4055029" providerId="LiveId" clId="{B27E2DBB-1D91-4927-A0E2-5E1C0F6E4D7F}" dt="2023-08-14T15:18:07.391" v="813" actId="1076"/>
          <ac:spMkLst>
            <pc:docMk/>
            <pc:sldMk cId="1562206920" sldId="310"/>
            <ac:spMk id="4" creationId="{A58354F1-5577-1D59-4081-0CFB4C184DBA}"/>
          </ac:spMkLst>
        </pc:spChg>
        <pc:spChg chg="mod">
          <ac:chgData name="Fan Cheng" userId="73b39abba4055029" providerId="LiveId" clId="{B27E2DBB-1D91-4927-A0E2-5E1C0F6E4D7F}" dt="2023-08-16T14:37:58.932" v="1928" actId="207"/>
          <ac:spMkLst>
            <pc:docMk/>
            <pc:sldMk cId="1562206920" sldId="310"/>
            <ac:spMk id="5" creationId="{75F242C6-F51C-9E86-8817-542AFB1BAED5}"/>
          </ac:spMkLst>
        </pc:spChg>
      </pc:sldChg>
      <pc:sldChg chg="modSp mod">
        <pc:chgData name="Fan Cheng" userId="73b39abba4055029" providerId="LiveId" clId="{B27E2DBB-1D91-4927-A0E2-5E1C0F6E4D7F}" dt="2023-08-14T15:33:01.070" v="880" actId="13900"/>
        <pc:sldMkLst>
          <pc:docMk/>
          <pc:sldMk cId="1524369602" sldId="314"/>
        </pc:sldMkLst>
        <pc:spChg chg="mod">
          <ac:chgData name="Fan Cheng" userId="73b39abba4055029" providerId="LiveId" clId="{B27E2DBB-1D91-4927-A0E2-5E1C0F6E4D7F}" dt="2023-08-14T15:33:01.070" v="880" actId="13900"/>
          <ac:spMkLst>
            <pc:docMk/>
            <pc:sldMk cId="1524369602" sldId="314"/>
            <ac:spMk id="3" creationId="{AA31367F-FFCB-ED0A-7E32-322656280BF9}"/>
          </ac:spMkLst>
        </pc:spChg>
        <pc:picChg chg="mod">
          <ac:chgData name="Fan Cheng" userId="73b39abba4055029" providerId="LiveId" clId="{B27E2DBB-1D91-4927-A0E2-5E1C0F6E4D7F}" dt="2023-08-14T15:32:51.231" v="878" actId="1076"/>
          <ac:picMkLst>
            <pc:docMk/>
            <pc:sldMk cId="1524369602" sldId="314"/>
            <ac:picMk id="4" creationId="{A9E07B52-ABA1-48B3-AE0B-2F1D4FAB55A1}"/>
          </ac:picMkLst>
        </pc:picChg>
      </pc:sldChg>
      <pc:sldChg chg="modSp mod">
        <pc:chgData name="Fan Cheng" userId="73b39abba4055029" providerId="LiveId" clId="{B27E2DBB-1D91-4927-A0E2-5E1C0F6E4D7F}" dt="2023-08-16T14:37:02.706" v="1925" actId="1076"/>
        <pc:sldMkLst>
          <pc:docMk/>
          <pc:sldMk cId="276772710" sldId="317"/>
        </pc:sldMkLst>
        <pc:spChg chg="mod">
          <ac:chgData name="Fan Cheng" userId="73b39abba4055029" providerId="LiveId" clId="{B27E2DBB-1D91-4927-A0E2-5E1C0F6E4D7F}" dt="2023-08-16T14:37:02.706" v="1925" actId="1076"/>
          <ac:spMkLst>
            <pc:docMk/>
            <pc:sldMk cId="276772710" sldId="317"/>
            <ac:spMk id="2" creationId="{3110E0CC-32D2-EAD4-DAFB-555E46545226}"/>
          </ac:spMkLst>
        </pc:spChg>
        <pc:spChg chg="mod">
          <ac:chgData name="Fan Cheng" userId="73b39abba4055029" providerId="LiveId" clId="{B27E2DBB-1D91-4927-A0E2-5E1C0F6E4D7F}" dt="2023-08-14T15:16:52.046" v="801" actId="255"/>
          <ac:spMkLst>
            <pc:docMk/>
            <pc:sldMk cId="276772710" sldId="317"/>
            <ac:spMk id="3" creationId="{7DC02EC6-69AF-2492-9686-8B1B30FA11E3}"/>
          </ac:spMkLst>
        </pc:spChg>
      </pc:sldChg>
      <pc:sldChg chg="modSp mod">
        <pc:chgData name="Fan Cheng" userId="73b39abba4055029" providerId="LiveId" clId="{B27E2DBB-1D91-4927-A0E2-5E1C0F6E4D7F}" dt="2023-08-14T14:15:45.227" v="17" actId="1076"/>
        <pc:sldMkLst>
          <pc:docMk/>
          <pc:sldMk cId="587538676" sldId="320"/>
        </pc:sldMkLst>
        <pc:spChg chg="mod">
          <ac:chgData name="Fan Cheng" userId="73b39abba4055029" providerId="LiveId" clId="{B27E2DBB-1D91-4927-A0E2-5E1C0F6E4D7F}" dt="2023-08-14T14:15:42.013" v="16" actId="27636"/>
          <ac:spMkLst>
            <pc:docMk/>
            <pc:sldMk cId="587538676" sldId="320"/>
            <ac:spMk id="3" creationId="{69CB70A2-4261-477B-7F11-1BC9A1FF70E1}"/>
          </ac:spMkLst>
        </pc:spChg>
        <pc:spChg chg="mod">
          <ac:chgData name="Fan Cheng" userId="73b39abba4055029" providerId="LiveId" clId="{B27E2DBB-1D91-4927-A0E2-5E1C0F6E4D7F}" dt="2023-08-14T14:15:45.227" v="17" actId="1076"/>
          <ac:spMkLst>
            <pc:docMk/>
            <pc:sldMk cId="587538676" sldId="320"/>
            <ac:spMk id="5" creationId="{00C7F175-1F21-995B-EC26-9B14592769A0}"/>
          </ac:spMkLst>
        </pc:spChg>
        <pc:picChg chg="mod">
          <ac:chgData name="Fan Cheng" userId="73b39abba4055029" providerId="LiveId" clId="{B27E2DBB-1D91-4927-A0E2-5E1C0F6E4D7F}" dt="2023-08-14T14:15:31.925" v="13" actId="1076"/>
          <ac:picMkLst>
            <pc:docMk/>
            <pc:sldMk cId="587538676" sldId="320"/>
            <ac:picMk id="4" creationId="{0B4E2586-40C0-7463-A6DA-D46C8C79882E}"/>
          </ac:picMkLst>
        </pc:picChg>
      </pc:sldChg>
      <pc:sldChg chg="modSp mod">
        <pc:chgData name="Fan Cheng" userId="73b39abba4055029" providerId="LiveId" clId="{B27E2DBB-1D91-4927-A0E2-5E1C0F6E4D7F}" dt="2023-08-14T15:09:58.516" v="748" actId="113"/>
        <pc:sldMkLst>
          <pc:docMk/>
          <pc:sldMk cId="974391794" sldId="325"/>
        </pc:sldMkLst>
        <pc:spChg chg="mod">
          <ac:chgData name="Fan Cheng" userId="73b39abba4055029" providerId="LiveId" clId="{B27E2DBB-1D91-4927-A0E2-5E1C0F6E4D7F}" dt="2023-08-14T15:09:58.516" v="748" actId="113"/>
          <ac:spMkLst>
            <pc:docMk/>
            <pc:sldMk cId="974391794" sldId="325"/>
            <ac:spMk id="3" creationId="{CE297AA3-85FA-3397-E79C-CC36DAE05F07}"/>
          </ac:spMkLst>
        </pc:spChg>
        <pc:spChg chg="mod">
          <ac:chgData name="Fan Cheng" userId="73b39abba4055029" providerId="LiveId" clId="{B27E2DBB-1D91-4927-A0E2-5E1C0F6E4D7F}" dt="2023-08-14T15:09:16.507" v="731" actId="207"/>
          <ac:spMkLst>
            <pc:docMk/>
            <pc:sldMk cId="974391794" sldId="325"/>
            <ac:spMk id="6" creationId="{A2BF9D11-B0D2-7C5A-42D9-73B9CCB82B2E}"/>
          </ac:spMkLst>
        </pc:spChg>
      </pc:sldChg>
      <pc:sldChg chg="modSp mod">
        <pc:chgData name="Fan Cheng" userId="73b39abba4055029" providerId="LiveId" clId="{B27E2DBB-1D91-4927-A0E2-5E1C0F6E4D7F}" dt="2023-08-14T15:09:45.417" v="746" actId="113"/>
        <pc:sldMkLst>
          <pc:docMk/>
          <pc:sldMk cId="2829944021" sldId="326"/>
        </pc:sldMkLst>
        <pc:spChg chg="mod">
          <ac:chgData name="Fan Cheng" userId="73b39abba4055029" providerId="LiveId" clId="{B27E2DBB-1D91-4927-A0E2-5E1C0F6E4D7F}" dt="2023-08-14T15:09:45.417" v="746" actId="113"/>
          <ac:spMkLst>
            <pc:docMk/>
            <pc:sldMk cId="2829944021" sldId="326"/>
            <ac:spMk id="3" creationId="{CE297AA3-85FA-3397-E79C-CC36DAE05F07}"/>
          </ac:spMkLst>
        </pc:spChg>
        <pc:spChg chg="mod">
          <ac:chgData name="Fan Cheng" userId="73b39abba4055029" providerId="LiveId" clId="{B27E2DBB-1D91-4927-A0E2-5E1C0F6E4D7F}" dt="2023-08-14T15:09:20.280" v="732" actId="207"/>
          <ac:spMkLst>
            <pc:docMk/>
            <pc:sldMk cId="2829944021" sldId="326"/>
            <ac:spMk id="6" creationId="{3F0A2B65-5010-918D-F806-A6429D912317}"/>
          </ac:spMkLst>
        </pc:spChg>
      </pc:sldChg>
      <pc:sldChg chg="addSp delSp modSp add mod">
        <pc:chgData name="Fan Cheng" userId="73b39abba4055029" providerId="LiveId" clId="{B27E2DBB-1D91-4927-A0E2-5E1C0F6E4D7F}" dt="2023-08-14T14:55:38.241" v="405" actId="1076"/>
        <pc:sldMkLst>
          <pc:docMk/>
          <pc:sldMk cId="2998035075" sldId="327"/>
        </pc:sldMkLst>
        <pc:spChg chg="mod">
          <ac:chgData name="Fan Cheng" userId="73b39abba4055029" providerId="LiveId" clId="{B27E2DBB-1D91-4927-A0E2-5E1C0F6E4D7F}" dt="2023-08-14T14:34:53.424" v="114" actId="20577"/>
          <ac:spMkLst>
            <pc:docMk/>
            <pc:sldMk cId="2998035075" sldId="327"/>
            <ac:spMk id="2" creationId="{212E2092-76F3-CAD1-0E23-9BE16D6762E7}"/>
          </ac:spMkLst>
        </pc:spChg>
        <pc:spChg chg="add mod">
          <ac:chgData name="Fan Cheng" userId="73b39abba4055029" providerId="LiveId" clId="{B27E2DBB-1D91-4927-A0E2-5E1C0F6E4D7F}" dt="2023-08-14T14:36:20.444" v="201" actId="20577"/>
          <ac:spMkLst>
            <pc:docMk/>
            <pc:sldMk cId="2998035075" sldId="327"/>
            <ac:spMk id="3" creationId="{BD5980E8-8766-BD13-CF62-D7BC74B7D159}"/>
          </ac:spMkLst>
        </pc:spChg>
        <pc:spChg chg="add mod">
          <ac:chgData name="Fan Cheng" userId="73b39abba4055029" providerId="LiveId" clId="{B27E2DBB-1D91-4927-A0E2-5E1C0F6E4D7F}" dt="2023-08-14T14:55:01.431" v="397" actId="27636"/>
          <ac:spMkLst>
            <pc:docMk/>
            <pc:sldMk cId="2998035075" sldId="327"/>
            <ac:spMk id="6" creationId="{CE8058BB-A42B-198B-4D0A-D49064AE2664}"/>
          </ac:spMkLst>
        </pc:spChg>
        <pc:spChg chg="add mod">
          <ac:chgData name="Fan Cheng" userId="73b39abba4055029" providerId="LiveId" clId="{B27E2DBB-1D91-4927-A0E2-5E1C0F6E4D7F}" dt="2023-08-14T14:55:38.241" v="405" actId="1076"/>
          <ac:spMkLst>
            <pc:docMk/>
            <pc:sldMk cId="2998035075" sldId="327"/>
            <ac:spMk id="7" creationId="{1555A772-EAD1-5BFE-657A-A2C9C8A13D4F}"/>
          </ac:spMkLst>
        </pc:spChg>
        <pc:spChg chg="add del">
          <ac:chgData name="Fan Cheng" userId="73b39abba4055029" providerId="LiveId" clId="{B27E2DBB-1D91-4927-A0E2-5E1C0F6E4D7F}" dt="2023-08-14T14:55:07.025" v="399" actId="22"/>
          <ac:spMkLst>
            <pc:docMk/>
            <pc:sldMk cId="2998035075" sldId="327"/>
            <ac:spMk id="9" creationId="{EE4756CE-197C-F8F1-FD78-A102BEAFE689}"/>
          </ac:spMkLst>
        </pc:spChg>
        <pc:spChg chg="del">
          <ac:chgData name="Fan Cheng" userId="73b39abba4055029" providerId="LiveId" clId="{B27E2DBB-1D91-4927-A0E2-5E1C0F6E4D7F}" dt="2023-08-14T14:35:01.919" v="119" actId="478"/>
          <ac:spMkLst>
            <pc:docMk/>
            <pc:sldMk cId="2998035075" sldId="327"/>
            <ac:spMk id="15" creationId="{74F67E53-EBF7-5E9D-9AB7-F104BC57591A}"/>
          </ac:spMkLst>
        </pc:spChg>
        <pc:spChg chg="add mod">
          <ac:chgData name="Fan Cheng" userId="73b39abba4055029" providerId="LiveId" clId="{B27E2DBB-1D91-4927-A0E2-5E1C0F6E4D7F}" dt="2023-08-14T14:55:21.346" v="403" actId="1076"/>
          <ac:spMkLst>
            <pc:docMk/>
            <pc:sldMk cId="2998035075" sldId="327"/>
            <ac:spMk id="17" creationId="{925D557E-9937-0CA8-6160-A021756D2DA6}"/>
          </ac:spMkLst>
        </pc:spChg>
        <pc:grpChg chg="del">
          <ac:chgData name="Fan Cheng" userId="73b39abba4055029" providerId="LiveId" clId="{B27E2DBB-1D91-4927-A0E2-5E1C0F6E4D7F}" dt="2023-08-14T14:35:00.528" v="118" actId="478"/>
          <ac:grpSpMkLst>
            <pc:docMk/>
            <pc:sldMk cId="2998035075" sldId="327"/>
            <ac:grpSpMk id="5" creationId="{2274734D-1F1E-DF32-EEDA-A924F6F7D235}"/>
          </ac:grpSpMkLst>
        </pc:grpChg>
        <pc:picChg chg="del">
          <ac:chgData name="Fan Cheng" userId="73b39abba4055029" providerId="LiveId" clId="{B27E2DBB-1D91-4927-A0E2-5E1C0F6E4D7F}" dt="2023-08-14T14:34:57.985" v="115" actId="478"/>
          <ac:picMkLst>
            <pc:docMk/>
            <pc:sldMk cId="2998035075" sldId="327"/>
            <ac:picMk id="10" creationId="{D2C969EE-F7D6-657A-A799-C31AE74E4FA8}"/>
          </ac:picMkLst>
        </pc:picChg>
        <pc:picChg chg="del">
          <ac:chgData name="Fan Cheng" userId="73b39abba4055029" providerId="LiveId" clId="{B27E2DBB-1D91-4927-A0E2-5E1C0F6E4D7F}" dt="2023-08-14T14:34:59.727" v="117" actId="478"/>
          <ac:picMkLst>
            <pc:docMk/>
            <pc:sldMk cId="2998035075" sldId="327"/>
            <ac:picMk id="11" creationId="{D7392617-459A-C397-36BD-C2A75BD18682}"/>
          </ac:picMkLst>
        </pc:picChg>
        <pc:cxnChg chg="del">
          <ac:chgData name="Fan Cheng" userId="73b39abba4055029" providerId="LiveId" clId="{B27E2DBB-1D91-4927-A0E2-5E1C0F6E4D7F}" dt="2023-08-14T14:34:59.036" v="116" actId="478"/>
          <ac:cxnSpMkLst>
            <pc:docMk/>
            <pc:sldMk cId="2998035075" sldId="327"/>
            <ac:cxnSpMk id="4" creationId="{7FDECCA9-4F2C-2FED-0990-403BDD58F142}"/>
          </ac:cxnSpMkLst>
        </pc:cxnChg>
      </pc:sldChg>
      <pc:sldChg chg="addSp delSp modSp new mod">
        <pc:chgData name="Fan Cheng" userId="73b39abba4055029" providerId="LiveId" clId="{B27E2DBB-1D91-4927-A0E2-5E1C0F6E4D7F}" dt="2023-08-14T15:31:43.287" v="867" actId="1076"/>
        <pc:sldMkLst>
          <pc:docMk/>
          <pc:sldMk cId="3721427531" sldId="328"/>
        </pc:sldMkLst>
        <pc:spChg chg="mod">
          <ac:chgData name="Fan Cheng" userId="73b39abba4055029" providerId="LiveId" clId="{B27E2DBB-1D91-4927-A0E2-5E1C0F6E4D7F}" dt="2023-08-14T15:31:30.160" v="864"/>
          <ac:spMkLst>
            <pc:docMk/>
            <pc:sldMk cId="3721427531" sldId="328"/>
            <ac:spMk id="2" creationId="{79FC0A8D-BECD-861B-80D9-86F0725FFC39}"/>
          </ac:spMkLst>
        </pc:spChg>
        <pc:spChg chg="del">
          <ac:chgData name="Fan Cheng" userId="73b39abba4055029" providerId="LiveId" clId="{B27E2DBB-1D91-4927-A0E2-5E1C0F6E4D7F}" dt="2023-08-14T15:31:20.540" v="858" actId="478"/>
          <ac:spMkLst>
            <pc:docMk/>
            <pc:sldMk cId="3721427531" sldId="328"/>
            <ac:spMk id="3" creationId="{9701A82B-481F-90E6-F1CA-802E95178392}"/>
          </ac:spMkLst>
        </pc:spChg>
        <pc:picChg chg="add mod">
          <ac:chgData name="Fan Cheng" userId="73b39abba4055029" providerId="LiveId" clId="{B27E2DBB-1D91-4927-A0E2-5E1C0F6E4D7F}" dt="2023-08-14T15:31:43.287" v="867" actId="1076"/>
          <ac:picMkLst>
            <pc:docMk/>
            <pc:sldMk cId="3721427531" sldId="328"/>
            <ac:picMk id="4" creationId="{0F2F1BEF-2084-48BC-6EE4-5B4AF6186099}"/>
          </ac:picMkLst>
        </pc:picChg>
        <pc:picChg chg="add del mod">
          <ac:chgData name="Fan Cheng" userId="73b39abba4055029" providerId="LiveId" clId="{B27E2DBB-1D91-4927-A0E2-5E1C0F6E4D7F}" dt="2023-08-14T15:31:10.475" v="855" actId="478"/>
          <ac:picMkLst>
            <pc:docMk/>
            <pc:sldMk cId="3721427531" sldId="328"/>
            <ac:picMk id="1026" creationId="{EA87A866-690A-5971-4F1B-6EF287F64D73}"/>
          </ac:picMkLst>
        </pc:picChg>
      </pc:sldChg>
      <pc:sldChg chg="add">
        <pc:chgData name="Fan Cheng" userId="73b39abba4055029" providerId="LiveId" clId="{B27E2DBB-1D91-4927-A0E2-5E1C0F6E4D7F}" dt="2023-08-16T14:12:54.671" v="1263"/>
        <pc:sldMkLst>
          <pc:docMk/>
          <pc:sldMk cId="1043074602" sldId="329"/>
        </pc:sldMkLst>
      </pc:sldChg>
      <pc:sldChg chg="add del mod modShow">
        <pc:chgData name="Fan Cheng" userId="73b39abba4055029" providerId="LiveId" clId="{B27E2DBB-1D91-4927-A0E2-5E1C0F6E4D7F}" dt="2023-08-16T14:12:49.546" v="1262" actId="2696"/>
        <pc:sldMkLst>
          <pc:docMk/>
          <pc:sldMk cId="2977667947" sldId="329"/>
        </pc:sldMkLst>
      </pc:sldChg>
      <pc:sldChg chg="addSp delSp modSp add del mod modShow">
        <pc:chgData name="Fan Cheng" userId="73b39abba4055029" providerId="LiveId" clId="{B27E2DBB-1D91-4927-A0E2-5E1C0F6E4D7F}" dt="2023-08-16T14:20:15.969" v="1316" actId="47"/>
        <pc:sldMkLst>
          <pc:docMk/>
          <pc:sldMk cId="1093557389" sldId="330"/>
        </pc:sldMkLst>
        <pc:spChg chg="del">
          <ac:chgData name="Fan Cheng" userId="73b39abba4055029" providerId="LiveId" clId="{B27E2DBB-1D91-4927-A0E2-5E1C0F6E4D7F}" dt="2023-08-16T14:14:12.265" v="1265" actId="478"/>
          <ac:spMkLst>
            <pc:docMk/>
            <pc:sldMk cId="1093557389" sldId="330"/>
            <ac:spMk id="3" creationId="{08E2C3B7-3180-8E29-03BD-08448F9E2D71}"/>
          </ac:spMkLst>
        </pc:spChg>
        <pc:spChg chg="add del mod">
          <ac:chgData name="Fan Cheng" userId="73b39abba4055029" providerId="LiveId" clId="{B27E2DBB-1D91-4927-A0E2-5E1C0F6E4D7F}" dt="2023-08-16T14:14:14.546" v="1266" actId="478"/>
          <ac:spMkLst>
            <pc:docMk/>
            <pc:sldMk cId="1093557389" sldId="330"/>
            <ac:spMk id="5" creationId="{D9D4B206-36A6-1772-86E4-9BFFBECDF5C9}"/>
          </ac:spMkLst>
        </pc:spChg>
        <pc:spChg chg="add del mod">
          <ac:chgData name="Fan Cheng" userId="73b39abba4055029" providerId="LiveId" clId="{B27E2DBB-1D91-4927-A0E2-5E1C0F6E4D7F}" dt="2023-08-16T14:14:33.733" v="1268"/>
          <ac:spMkLst>
            <pc:docMk/>
            <pc:sldMk cId="1093557389" sldId="330"/>
            <ac:spMk id="6" creationId="{884CEADA-4406-3E94-C58A-3B6EB88146CD}"/>
          </ac:spMkLst>
        </pc:spChg>
        <pc:spChg chg="add del mod">
          <ac:chgData name="Fan Cheng" userId="73b39abba4055029" providerId="LiveId" clId="{B27E2DBB-1D91-4927-A0E2-5E1C0F6E4D7F}" dt="2023-08-16T14:14:33.733" v="1268"/>
          <ac:spMkLst>
            <pc:docMk/>
            <pc:sldMk cId="1093557389" sldId="330"/>
            <ac:spMk id="7" creationId="{7DFA91AE-7E59-EAE1-FA3E-325DE38AD5E3}"/>
          </ac:spMkLst>
        </pc:spChg>
        <pc:spChg chg="add mod">
          <ac:chgData name="Fan Cheng" userId="73b39abba4055029" providerId="LiveId" clId="{B27E2DBB-1D91-4927-A0E2-5E1C0F6E4D7F}" dt="2023-08-16T14:17:55.985" v="1308" actId="255"/>
          <ac:spMkLst>
            <pc:docMk/>
            <pc:sldMk cId="1093557389" sldId="330"/>
            <ac:spMk id="9" creationId="{E24878B6-A1F0-D5F5-B1E2-4A97ABF7FFB6}"/>
          </ac:spMkLst>
        </pc:spChg>
        <pc:spChg chg="add mod">
          <ac:chgData name="Fan Cheng" userId="73b39abba4055029" providerId="LiveId" clId="{B27E2DBB-1D91-4927-A0E2-5E1C0F6E4D7F}" dt="2023-08-16T14:18:00.984" v="1309" actId="255"/>
          <ac:spMkLst>
            <pc:docMk/>
            <pc:sldMk cId="1093557389" sldId="330"/>
            <ac:spMk id="10" creationId="{28626E21-DF86-D331-700A-DC543A6133C7}"/>
          </ac:spMkLst>
        </pc:spChg>
        <pc:graphicFrameChg chg="add del mod">
          <ac:chgData name="Fan Cheng" userId="73b39abba4055029" providerId="LiveId" clId="{B27E2DBB-1D91-4927-A0E2-5E1C0F6E4D7F}" dt="2023-08-16T14:14:33.733" v="1268"/>
          <ac:graphicFrameMkLst>
            <pc:docMk/>
            <pc:sldMk cId="1093557389" sldId="330"/>
            <ac:graphicFrameMk id="8" creationId="{59B1AE5A-692C-4542-BAA4-E3B56B283846}"/>
          </ac:graphicFrameMkLst>
        </pc:graphicFrameChg>
        <pc:graphicFrameChg chg="add mod modGraphic">
          <ac:chgData name="Fan Cheng" userId="73b39abba4055029" providerId="LiveId" clId="{B27E2DBB-1D91-4927-A0E2-5E1C0F6E4D7F}" dt="2023-08-16T14:18:33.282" v="1311" actId="255"/>
          <ac:graphicFrameMkLst>
            <pc:docMk/>
            <pc:sldMk cId="1093557389" sldId="330"/>
            <ac:graphicFrameMk id="11" creationId="{246652E0-1B53-59A8-31C0-EF195D80E669}"/>
          </ac:graphicFrameMkLst>
        </pc:graphicFrameChg>
      </pc:sldChg>
      <pc:sldChg chg="addSp delSp modSp add mod">
        <pc:chgData name="Fan Cheng" userId="73b39abba4055029" providerId="LiveId" clId="{B27E2DBB-1D91-4927-A0E2-5E1C0F6E4D7F}" dt="2023-08-16T14:35:54.995" v="1923" actId="1076"/>
        <pc:sldMkLst>
          <pc:docMk/>
          <pc:sldMk cId="3277435879" sldId="330"/>
        </pc:sldMkLst>
        <pc:spChg chg="mod">
          <ac:chgData name="Fan Cheng" userId="73b39abba4055029" providerId="LiveId" clId="{B27E2DBB-1D91-4927-A0E2-5E1C0F6E4D7F}" dt="2023-08-16T14:34:44.335" v="1852" actId="20577"/>
          <ac:spMkLst>
            <pc:docMk/>
            <pc:sldMk cId="3277435879" sldId="330"/>
            <ac:spMk id="2" creationId="{A4B04789-7550-28CF-9B5D-6F0CC7E51200}"/>
          </ac:spMkLst>
        </pc:spChg>
        <pc:spChg chg="del">
          <ac:chgData name="Fan Cheng" userId="73b39abba4055029" providerId="LiveId" clId="{B27E2DBB-1D91-4927-A0E2-5E1C0F6E4D7F}" dt="2023-08-16T14:34:47.657" v="1853" actId="478"/>
          <ac:spMkLst>
            <pc:docMk/>
            <pc:sldMk cId="3277435879" sldId="330"/>
            <ac:spMk id="3" creationId="{AA31367F-FFCB-ED0A-7E32-322656280BF9}"/>
          </ac:spMkLst>
        </pc:spChg>
        <pc:spChg chg="add del mod">
          <ac:chgData name="Fan Cheng" userId="73b39abba4055029" providerId="LiveId" clId="{B27E2DBB-1D91-4927-A0E2-5E1C0F6E4D7F}" dt="2023-08-16T14:34:51.077" v="1854" actId="478"/>
          <ac:spMkLst>
            <pc:docMk/>
            <pc:sldMk cId="3277435879" sldId="330"/>
            <ac:spMk id="6" creationId="{11AD1A4E-D75B-1278-7025-18CEC3AAC493}"/>
          </ac:spMkLst>
        </pc:spChg>
        <pc:spChg chg="add del">
          <ac:chgData name="Fan Cheng" userId="73b39abba4055029" providerId="LiveId" clId="{B27E2DBB-1D91-4927-A0E2-5E1C0F6E4D7F}" dt="2023-08-16T14:35:25.291" v="1857" actId="478"/>
          <ac:spMkLst>
            <pc:docMk/>
            <pc:sldMk cId="3277435879" sldId="330"/>
            <ac:spMk id="7" creationId="{D296AEE4-C163-5639-86F3-A08CEB50E14C}"/>
          </ac:spMkLst>
        </pc:spChg>
        <pc:spChg chg="add mod">
          <ac:chgData name="Fan Cheng" userId="73b39abba4055029" providerId="LiveId" clId="{B27E2DBB-1D91-4927-A0E2-5E1C0F6E4D7F}" dt="2023-08-16T14:35:54.995" v="1923" actId="1076"/>
          <ac:spMkLst>
            <pc:docMk/>
            <pc:sldMk cId="3277435879" sldId="330"/>
            <ac:spMk id="8" creationId="{C1E44ACB-5543-2979-1424-51E30562F48E}"/>
          </ac:spMkLst>
        </pc:spChg>
        <pc:picChg chg="del">
          <ac:chgData name="Fan Cheng" userId="73b39abba4055029" providerId="LiveId" clId="{B27E2DBB-1D91-4927-A0E2-5E1C0F6E4D7F}" dt="2023-08-16T14:34:51.950" v="1855" actId="478"/>
          <ac:picMkLst>
            <pc:docMk/>
            <pc:sldMk cId="3277435879" sldId="330"/>
            <ac:picMk id="4" creationId="{A9E07B52-ABA1-48B3-AE0B-2F1D4FAB55A1}"/>
          </ac:picMkLst>
        </pc:picChg>
      </pc:sldChg>
      <pc:sldChg chg="new del">
        <pc:chgData name="Fan Cheng" userId="73b39abba4055029" providerId="LiveId" clId="{B27E2DBB-1D91-4927-A0E2-5E1C0F6E4D7F}" dt="2023-08-16T14:37:14.220" v="1927" actId="47"/>
        <pc:sldMkLst>
          <pc:docMk/>
          <pc:sldMk cId="4129397126" sldId="331"/>
        </pc:sldMkLst>
      </pc:sldChg>
    </pc:docChg>
  </pc:docChgLst>
  <pc:docChgLst>
    <pc:chgData name="Fan" userId="73b39abba4055029" providerId="LiveId" clId="{4543FC07-F948-4295-BABD-D02D5BDA30A1}"/>
    <pc:docChg chg="undo custSel addSld delSld modSld modSection">
      <pc:chgData name="Fan" userId="73b39abba4055029" providerId="LiveId" clId="{4543FC07-F948-4295-BABD-D02D5BDA30A1}" dt="2023-08-17T13:01:04.206" v="3932" actId="207"/>
      <pc:docMkLst>
        <pc:docMk/>
      </pc:docMkLst>
      <pc:sldChg chg="addSp modSp mod">
        <pc:chgData name="Fan" userId="73b39abba4055029" providerId="LiveId" clId="{4543FC07-F948-4295-BABD-D02D5BDA30A1}" dt="2023-08-17T11:58:01.909" v="3928" actId="3626"/>
        <pc:sldMkLst>
          <pc:docMk/>
          <pc:sldMk cId="0" sldId="256"/>
        </pc:sldMkLst>
        <pc:spChg chg="mod">
          <ac:chgData name="Fan" userId="73b39abba4055029" providerId="LiveId" clId="{4543FC07-F948-4295-BABD-D02D5BDA30A1}" dt="2023-08-17T11:58:01.909" v="3928" actId="3626"/>
          <ac:spMkLst>
            <pc:docMk/>
            <pc:sldMk cId="0" sldId="256"/>
            <ac:spMk id="4" creationId="{6B29D53E-C1DA-696C-E1A4-D7F86C9A4FB5}"/>
          </ac:spMkLst>
        </pc:spChg>
        <pc:spChg chg="add mod ord">
          <ac:chgData name="Fan" userId="73b39abba4055029" providerId="LiveId" clId="{4543FC07-F948-4295-BABD-D02D5BDA30A1}" dt="2023-08-14T09:12:09.212" v="371" actId="164"/>
          <ac:spMkLst>
            <pc:docMk/>
            <pc:sldMk cId="0" sldId="256"/>
            <ac:spMk id="6" creationId="{F067C357-9C88-469B-8B86-8BB2377B722B}"/>
          </ac:spMkLst>
        </pc:spChg>
        <pc:spChg chg="mod">
          <ac:chgData name="Fan" userId="73b39abba4055029" providerId="LiveId" clId="{4543FC07-F948-4295-BABD-D02D5BDA30A1}" dt="2023-08-16T11:46:56.893" v="2183" actId="20577"/>
          <ac:spMkLst>
            <pc:docMk/>
            <pc:sldMk cId="0" sldId="256"/>
            <ac:spMk id="58" creationId="{00000000-0000-0000-0000-000000000000}"/>
          </ac:spMkLst>
        </pc:spChg>
        <pc:grpChg chg="add mod">
          <ac:chgData name="Fan" userId="73b39abba4055029" providerId="LiveId" clId="{4543FC07-F948-4295-BABD-D02D5BDA30A1}" dt="2023-08-14T09:12:09.212" v="371" actId="164"/>
          <ac:grpSpMkLst>
            <pc:docMk/>
            <pc:sldMk cId="0" sldId="256"/>
            <ac:grpSpMk id="7" creationId="{478E3321-AFAD-DA97-7998-BDE1FDB520BE}"/>
          </ac:grpSpMkLst>
        </pc:grpChg>
        <pc:picChg chg="add mod">
          <ac:chgData name="Fan" userId="73b39abba4055029" providerId="LiveId" clId="{4543FC07-F948-4295-BABD-D02D5BDA30A1}" dt="2023-08-14T09:07:32.813" v="344" actId="14100"/>
          <ac:picMkLst>
            <pc:docMk/>
            <pc:sldMk cId="0" sldId="256"/>
            <ac:picMk id="2" creationId="{81CE1390-9B40-D128-10DE-B3D4BF20874E}"/>
          </ac:picMkLst>
        </pc:picChg>
        <pc:picChg chg="add mod ord">
          <ac:chgData name="Fan" userId="73b39abba4055029" providerId="LiveId" clId="{4543FC07-F948-4295-BABD-D02D5BDA30A1}" dt="2023-08-14T09:12:09.212" v="371" actId="164"/>
          <ac:picMkLst>
            <pc:docMk/>
            <pc:sldMk cId="0" sldId="256"/>
            <ac:picMk id="3" creationId="{478E7E78-CDAB-D84B-9E15-776BF66E1056}"/>
          </ac:picMkLst>
        </pc:picChg>
        <pc:picChg chg="add mod">
          <ac:chgData name="Fan" userId="73b39abba4055029" providerId="LiveId" clId="{4543FC07-F948-4295-BABD-D02D5BDA30A1}" dt="2023-08-14T09:08:18.330" v="349" actId="14100"/>
          <ac:picMkLst>
            <pc:docMk/>
            <pc:sldMk cId="0" sldId="256"/>
            <ac:picMk id="5" creationId="{45FA32D7-511A-5702-70B3-E79FE5E7C330}"/>
          </ac:picMkLst>
        </pc:picChg>
        <pc:picChg chg="add mod">
          <ac:chgData name="Fan" userId="73b39abba4055029" providerId="LiveId" clId="{4543FC07-F948-4295-BABD-D02D5BDA30A1}" dt="2023-08-14T09:08:09.292" v="348" actId="14100"/>
          <ac:picMkLst>
            <pc:docMk/>
            <pc:sldMk cId="0" sldId="256"/>
            <ac:picMk id="1026" creationId="{9523B336-F19A-74D7-CDCC-0FBD655148F5}"/>
          </ac:picMkLst>
        </pc:picChg>
      </pc:sldChg>
      <pc:sldChg chg="addSp delSp modSp mod">
        <pc:chgData name="Fan" userId="73b39abba4055029" providerId="LiveId" clId="{4543FC07-F948-4295-BABD-D02D5BDA30A1}" dt="2023-08-17T10:21:48.518" v="3675"/>
        <pc:sldMkLst>
          <pc:docMk/>
          <pc:sldMk cId="580568948" sldId="258"/>
        </pc:sldMkLst>
        <pc:spChg chg="add mod">
          <ac:chgData name="Fan" userId="73b39abba4055029" providerId="LiveId" clId="{4543FC07-F948-4295-BABD-D02D5BDA30A1}" dt="2023-08-17T05:10:14.426" v="2277" actId="1076"/>
          <ac:spMkLst>
            <pc:docMk/>
            <pc:sldMk cId="580568948" sldId="258"/>
            <ac:spMk id="4" creationId="{8BC55D08-F0FA-C4E7-C0AF-DEE46969C504}"/>
          </ac:spMkLst>
        </pc:spChg>
        <pc:spChg chg="add del mod">
          <ac:chgData name="Fan" userId="73b39abba4055029" providerId="LiveId" clId="{4543FC07-F948-4295-BABD-D02D5BDA30A1}" dt="2023-08-17T10:21:48.518" v="3675"/>
          <ac:spMkLst>
            <pc:docMk/>
            <pc:sldMk cId="580568948" sldId="258"/>
            <ac:spMk id="5" creationId="{080DEBFF-CD26-7268-C2EE-86BCB0D76BC0}"/>
          </ac:spMkLst>
        </pc:spChg>
        <pc:spChg chg="del">
          <ac:chgData name="Fan" userId="73b39abba4055029" providerId="LiveId" clId="{4543FC07-F948-4295-BABD-D02D5BDA30A1}" dt="2023-08-16T06:14:58.126" v="1482" actId="478"/>
          <ac:spMkLst>
            <pc:docMk/>
            <pc:sldMk cId="580568948" sldId="258"/>
            <ac:spMk id="5" creationId="{2B861BF8-3A9C-84FA-BE2E-0106EE4B49CC}"/>
          </ac:spMkLst>
        </pc:spChg>
        <pc:spChg chg="add mod">
          <ac:chgData name="Fan" userId="73b39abba4055029" providerId="LiveId" clId="{4543FC07-F948-4295-BABD-D02D5BDA30A1}" dt="2023-08-17T10:21:42.861" v="3673" actId="2711"/>
          <ac:spMkLst>
            <pc:docMk/>
            <pc:sldMk cId="580568948" sldId="258"/>
            <ac:spMk id="6" creationId="{7E31FFB5-36BC-12C3-85CD-2AF68D10A566}"/>
          </ac:spMkLst>
        </pc:spChg>
        <pc:spChg chg="mod">
          <ac:chgData name="Fan" userId="73b39abba4055029" providerId="LiveId" clId="{4543FC07-F948-4295-BABD-D02D5BDA30A1}" dt="2023-08-17T10:20:49.426" v="3632" actId="14100"/>
          <ac:spMkLst>
            <pc:docMk/>
            <pc:sldMk cId="580568948" sldId="258"/>
            <ac:spMk id="71" creationId="{00000000-0000-0000-0000-000000000000}"/>
          </ac:spMkLst>
        </pc:spChg>
      </pc:sldChg>
      <pc:sldChg chg="del">
        <pc:chgData name="Fan" userId="73b39abba4055029" providerId="LiveId" clId="{4543FC07-F948-4295-BABD-D02D5BDA30A1}" dt="2023-08-14T12:39:17.258" v="580" actId="47"/>
        <pc:sldMkLst>
          <pc:docMk/>
          <pc:sldMk cId="1448936173" sldId="259"/>
        </pc:sldMkLst>
      </pc:sldChg>
      <pc:sldChg chg="del">
        <pc:chgData name="Fan" userId="73b39abba4055029" providerId="LiveId" clId="{4543FC07-F948-4295-BABD-D02D5BDA30A1}" dt="2023-08-14T12:39:17.860" v="581" actId="47"/>
        <pc:sldMkLst>
          <pc:docMk/>
          <pc:sldMk cId="0" sldId="260"/>
        </pc:sldMkLst>
      </pc:sldChg>
      <pc:sldChg chg="del">
        <pc:chgData name="Fan" userId="73b39abba4055029" providerId="LiveId" clId="{4543FC07-F948-4295-BABD-D02D5BDA30A1}" dt="2023-08-14T12:39:18.603" v="582" actId="47"/>
        <pc:sldMkLst>
          <pc:docMk/>
          <pc:sldMk cId="3825822711" sldId="261"/>
        </pc:sldMkLst>
      </pc:sldChg>
      <pc:sldChg chg="del">
        <pc:chgData name="Fan" userId="73b39abba4055029" providerId="LiveId" clId="{4543FC07-F948-4295-BABD-D02D5BDA30A1}" dt="2023-08-14T12:39:19.694" v="583" actId="47"/>
        <pc:sldMkLst>
          <pc:docMk/>
          <pc:sldMk cId="3970609365" sldId="262"/>
        </pc:sldMkLst>
      </pc:sldChg>
      <pc:sldChg chg="modSp mod">
        <pc:chgData name="Fan" userId="73b39abba4055029" providerId="LiveId" clId="{4543FC07-F948-4295-BABD-D02D5BDA30A1}" dt="2023-08-15T12:56:18.489" v="1233" actId="207"/>
        <pc:sldMkLst>
          <pc:docMk/>
          <pc:sldMk cId="2506709773" sldId="264"/>
        </pc:sldMkLst>
        <pc:spChg chg="mod">
          <ac:chgData name="Fan" userId="73b39abba4055029" providerId="LiveId" clId="{4543FC07-F948-4295-BABD-D02D5BDA30A1}" dt="2023-08-15T12:56:18.489" v="1233" actId="207"/>
          <ac:spMkLst>
            <pc:docMk/>
            <pc:sldMk cId="2506709773" sldId="264"/>
            <ac:spMk id="4" creationId="{B202EE4F-EBAB-B2AC-D209-25DA325337B2}"/>
          </ac:spMkLst>
        </pc:spChg>
      </pc:sldChg>
      <pc:sldChg chg="addSp delSp modSp mod">
        <pc:chgData name="Fan" userId="73b39abba4055029" providerId="LiveId" clId="{4543FC07-F948-4295-BABD-D02D5BDA30A1}" dt="2023-08-17T10:01:57.818" v="3521"/>
        <pc:sldMkLst>
          <pc:docMk/>
          <pc:sldMk cId="1130974117" sldId="265"/>
        </pc:sldMkLst>
        <pc:spChg chg="add mod">
          <ac:chgData name="Fan" userId="73b39abba4055029" providerId="LiveId" clId="{4543FC07-F948-4295-BABD-D02D5BDA30A1}" dt="2023-08-17T10:01:51.553" v="3519" actId="122"/>
          <ac:spMkLst>
            <pc:docMk/>
            <pc:sldMk cId="1130974117" sldId="265"/>
            <ac:spMk id="3" creationId="{4032566E-4940-D203-2D0D-1D1AE5CC5B72}"/>
          </ac:spMkLst>
        </pc:spChg>
        <pc:spChg chg="mod">
          <ac:chgData name="Fan" userId="73b39abba4055029" providerId="LiveId" clId="{4543FC07-F948-4295-BABD-D02D5BDA30A1}" dt="2023-08-15T12:00:29.969" v="892" actId="164"/>
          <ac:spMkLst>
            <pc:docMk/>
            <pc:sldMk cId="1130974117" sldId="265"/>
            <ac:spMk id="22" creationId="{D1565287-A0D5-7661-5F08-1046AA3ACEF3}"/>
          </ac:spMkLst>
        </pc:spChg>
        <pc:spChg chg="mod">
          <ac:chgData name="Fan" userId="73b39abba4055029" providerId="LiveId" clId="{4543FC07-F948-4295-BABD-D02D5BDA30A1}" dt="2023-08-15T12:00:29.969" v="892" actId="164"/>
          <ac:spMkLst>
            <pc:docMk/>
            <pc:sldMk cId="1130974117" sldId="265"/>
            <ac:spMk id="23" creationId="{D6BECF41-FB76-E11D-C02E-D68FF315D146}"/>
          </ac:spMkLst>
        </pc:spChg>
        <pc:spChg chg="mod">
          <ac:chgData name="Fan" userId="73b39abba4055029" providerId="LiveId" clId="{4543FC07-F948-4295-BABD-D02D5BDA30A1}" dt="2023-08-15T12:00:29.969" v="892" actId="164"/>
          <ac:spMkLst>
            <pc:docMk/>
            <pc:sldMk cId="1130974117" sldId="265"/>
            <ac:spMk id="24" creationId="{A8EB93E3-37CF-B4DF-3B1A-ABF92494794C}"/>
          </ac:spMkLst>
        </pc:spChg>
        <pc:spChg chg="mod">
          <ac:chgData name="Fan" userId="73b39abba4055029" providerId="LiveId" clId="{4543FC07-F948-4295-BABD-D02D5BDA30A1}" dt="2023-08-15T12:00:29.969" v="892" actId="164"/>
          <ac:spMkLst>
            <pc:docMk/>
            <pc:sldMk cId="1130974117" sldId="265"/>
            <ac:spMk id="25" creationId="{B96ADDA7-8FDD-5742-E151-E56156D73CE8}"/>
          </ac:spMkLst>
        </pc:spChg>
        <pc:spChg chg="mod">
          <ac:chgData name="Fan" userId="73b39abba4055029" providerId="LiveId" clId="{4543FC07-F948-4295-BABD-D02D5BDA30A1}" dt="2023-08-15T12:00:29.969" v="892" actId="164"/>
          <ac:spMkLst>
            <pc:docMk/>
            <pc:sldMk cId="1130974117" sldId="265"/>
            <ac:spMk id="26" creationId="{96584A55-04B9-D4E5-A5D3-3A68E91D39F9}"/>
          </ac:spMkLst>
        </pc:spChg>
        <pc:spChg chg="mod">
          <ac:chgData name="Fan" userId="73b39abba4055029" providerId="LiveId" clId="{4543FC07-F948-4295-BABD-D02D5BDA30A1}" dt="2023-08-15T12:00:29.969" v="892" actId="164"/>
          <ac:spMkLst>
            <pc:docMk/>
            <pc:sldMk cId="1130974117" sldId="265"/>
            <ac:spMk id="27" creationId="{8AE48645-58DC-FB76-F39D-9B1E3D0F2507}"/>
          </ac:spMkLst>
        </pc:spChg>
        <pc:spChg chg="del mod">
          <ac:chgData name="Fan" userId="73b39abba4055029" providerId="LiveId" clId="{4543FC07-F948-4295-BABD-D02D5BDA30A1}" dt="2023-08-17T10:01:57.818" v="3521"/>
          <ac:spMkLst>
            <pc:docMk/>
            <pc:sldMk cId="1130974117" sldId="265"/>
            <ac:spMk id="29" creationId="{AB10C9B4-ADEF-8F5E-CF05-0D6003220D6D}"/>
          </ac:spMkLst>
        </pc:spChg>
        <pc:grpChg chg="add mod">
          <ac:chgData name="Fan" userId="73b39abba4055029" providerId="LiveId" clId="{4543FC07-F948-4295-BABD-D02D5BDA30A1}" dt="2023-08-15T12:00:35.542" v="893" actId="1076"/>
          <ac:grpSpMkLst>
            <pc:docMk/>
            <pc:sldMk cId="1130974117" sldId="265"/>
            <ac:grpSpMk id="2" creationId="{7D58E117-4EA7-FFDD-CAB5-5E73CD727C3F}"/>
          </ac:grpSpMkLst>
        </pc:grpChg>
      </pc:sldChg>
      <pc:sldChg chg="addSp delSp modSp mod">
        <pc:chgData name="Fan" userId="73b39abba4055029" providerId="LiveId" clId="{4543FC07-F948-4295-BABD-D02D5BDA30A1}" dt="2023-08-17T11:15:48.567" v="3903" actId="2711"/>
        <pc:sldMkLst>
          <pc:docMk/>
          <pc:sldMk cId="1109552967" sldId="267"/>
        </pc:sldMkLst>
        <pc:spChg chg="mod">
          <ac:chgData name="Fan" userId="73b39abba4055029" providerId="LiveId" clId="{4543FC07-F948-4295-BABD-D02D5BDA30A1}" dt="2023-08-17T10:02:55.779" v="3528" actId="20577"/>
          <ac:spMkLst>
            <pc:docMk/>
            <pc:sldMk cId="1109552967" sldId="267"/>
            <ac:spMk id="2" creationId="{CB92D0F5-EDE5-DD0F-3788-11D0354B2079}"/>
          </ac:spMkLst>
        </pc:spChg>
        <pc:spChg chg="add del">
          <ac:chgData name="Fan" userId="73b39abba4055029" providerId="LiveId" clId="{4543FC07-F948-4295-BABD-D02D5BDA30A1}" dt="2023-08-17T10:02:28.163" v="3523" actId="22"/>
          <ac:spMkLst>
            <pc:docMk/>
            <pc:sldMk cId="1109552967" sldId="267"/>
            <ac:spMk id="4" creationId="{05080446-DFE8-DBAD-2108-38B3100B31B2}"/>
          </ac:spMkLst>
        </pc:spChg>
        <pc:spChg chg="add mod">
          <ac:chgData name="Fan" userId="73b39abba4055029" providerId="LiveId" clId="{4543FC07-F948-4295-BABD-D02D5BDA30A1}" dt="2023-08-17T10:03:11.956" v="3534" actId="1076"/>
          <ac:spMkLst>
            <pc:docMk/>
            <pc:sldMk cId="1109552967" sldId="267"/>
            <ac:spMk id="5" creationId="{0532755C-5833-1D1F-711E-C4C0FF156E84}"/>
          </ac:spMkLst>
        </pc:spChg>
        <pc:spChg chg="mod">
          <ac:chgData name="Fan" userId="73b39abba4055029" providerId="LiveId" clId="{4543FC07-F948-4295-BABD-D02D5BDA30A1}" dt="2023-08-16T05:56:21.189" v="1353" actId="1076"/>
          <ac:spMkLst>
            <pc:docMk/>
            <pc:sldMk cId="1109552967" sldId="267"/>
            <ac:spMk id="7" creationId="{79A011D2-42D2-4F80-2D16-45B17010A38E}"/>
          </ac:spMkLst>
        </pc:spChg>
        <pc:spChg chg="mod">
          <ac:chgData name="Fan" userId="73b39abba4055029" providerId="LiveId" clId="{4543FC07-F948-4295-BABD-D02D5BDA30A1}" dt="2023-08-17T11:15:32.364" v="3900" actId="2711"/>
          <ac:spMkLst>
            <pc:docMk/>
            <pc:sldMk cId="1109552967" sldId="267"/>
            <ac:spMk id="11" creationId="{9B9FF65F-C13D-9FDB-6C72-1B6DA9C93C45}"/>
          </ac:spMkLst>
        </pc:spChg>
        <pc:spChg chg="mod">
          <ac:chgData name="Fan" userId="73b39abba4055029" providerId="LiveId" clId="{4543FC07-F948-4295-BABD-D02D5BDA30A1}" dt="2023-08-17T11:15:48.567" v="3903" actId="2711"/>
          <ac:spMkLst>
            <pc:docMk/>
            <pc:sldMk cId="1109552967" sldId="267"/>
            <ac:spMk id="13" creationId="{D577F232-3FAC-CF40-3F13-300A675A2061}"/>
          </ac:spMkLst>
        </pc:spChg>
      </pc:sldChg>
      <pc:sldChg chg="modSp mod">
        <pc:chgData name="Fan" userId="73b39abba4055029" providerId="LiveId" clId="{4543FC07-F948-4295-BABD-D02D5BDA30A1}" dt="2023-08-16T05:58:36.282" v="1413" actId="11"/>
        <pc:sldMkLst>
          <pc:docMk/>
          <pc:sldMk cId="1037302670" sldId="269"/>
        </pc:sldMkLst>
        <pc:spChg chg="mod">
          <ac:chgData name="Fan" userId="73b39abba4055029" providerId="LiveId" clId="{4543FC07-F948-4295-BABD-D02D5BDA30A1}" dt="2023-08-16T05:58:36.282" v="1413" actId="11"/>
          <ac:spMkLst>
            <pc:docMk/>
            <pc:sldMk cId="1037302670" sldId="269"/>
            <ac:spMk id="7" creationId="{6EF1B6C9-2156-93E9-ED5A-08EB0F2A8B38}"/>
          </ac:spMkLst>
        </pc:spChg>
        <pc:spChg chg="mod">
          <ac:chgData name="Fan" userId="73b39abba4055029" providerId="LiveId" clId="{4543FC07-F948-4295-BABD-D02D5BDA30A1}" dt="2023-08-16T05:57:37.362" v="1388" actId="20577"/>
          <ac:spMkLst>
            <pc:docMk/>
            <pc:sldMk cId="1037302670" sldId="269"/>
            <ac:spMk id="9" creationId="{BD19786A-B479-AA58-8D54-5B85C3FF04F4}"/>
          </ac:spMkLst>
        </pc:spChg>
        <pc:spChg chg="mod">
          <ac:chgData name="Fan" userId="73b39abba4055029" providerId="LiveId" clId="{4543FC07-F948-4295-BABD-D02D5BDA30A1}" dt="2023-08-16T05:58:23.704" v="1412" actId="20577"/>
          <ac:spMkLst>
            <pc:docMk/>
            <pc:sldMk cId="1037302670" sldId="269"/>
            <ac:spMk id="12" creationId="{CEC11E46-2C3A-A005-E450-48E36EF9FC86}"/>
          </ac:spMkLst>
        </pc:spChg>
      </pc:sldChg>
      <pc:sldChg chg="addSp delSp modSp mod">
        <pc:chgData name="Fan" userId="73b39abba4055029" providerId="LiveId" clId="{4543FC07-F948-4295-BABD-D02D5BDA30A1}" dt="2023-08-17T05:08:33.247" v="2264" actId="13822"/>
        <pc:sldMkLst>
          <pc:docMk/>
          <pc:sldMk cId="3457562881" sldId="272"/>
        </pc:sldMkLst>
        <pc:spChg chg="del mod">
          <ac:chgData name="Fan" userId="73b39abba4055029" providerId="LiveId" clId="{4543FC07-F948-4295-BABD-D02D5BDA30A1}" dt="2023-08-15T12:07:37.730" v="914" actId="478"/>
          <ac:spMkLst>
            <pc:docMk/>
            <pc:sldMk cId="3457562881" sldId="272"/>
            <ac:spMk id="4" creationId="{7B2B1C2D-F29A-6228-1969-0EA80B52AE4C}"/>
          </ac:spMkLst>
        </pc:spChg>
        <pc:spChg chg="add mod">
          <ac:chgData name="Fan" userId="73b39abba4055029" providerId="LiveId" clId="{4543FC07-F948-4295-BABD-D02D5BDA30A1}" dt="2023-08-15T12:19:27.502" v="1052" actId="14100"/>
          <ac:spMkLst>
            <pc:docMk/>
            <pc:sldMk cId="3457562881" sldId="272"/>
            <ac:spMk id="8" creationId="{1BC41784-677C-48BB-B45A-FCE6C0ADD598}"/>
          </ac:spMkLst>
        </pc:spChg>
        <pc:spChg chg="add del">
          <ac:chgData name="Fan" userId="73b39abba4055029" providerId="LiveId" clId="{4543FC07-F948-4295-BABD-D02D5BDA30A1}" dt="2023-08-15T12:10:57.631" v="935" actId="22"/>
          <ac:spMkLst>
            <pc:docMk/>
            <pc:sldMk cId="3457562881" sldId="272"/>
            <ac:spMk id="10" creationId="{94FF843A-8A36-D7AA-E94D-519AA6C2A478}"/>
          </ac:spMkLst>
        </pc:spChg>
        <pc:spChg chg="add mod">
          <ac:chgData name="Fan" userId="73b39abba4055029" providerId="LiveId" clId="{4543FC07-F948-4295-BABD-D02D5BDA30A1}" dt="2023-08-15T13:11:36.101" v="1306" actId="2711"/>
          <ac:spMkLst>
            <pc:docMk/>
            <pc:sldMk cId="3457562881" sldId="272"/>
            <ac:spMk id="12" creationId="{01BF0253-35AA-F86F-866F-AC95039A0574}"/>
          </ac:spMkLst>
        </pc:spChg>
        <pc:spChg chg="mod">
          <ac:chgData name="Fan" userId="73b39abba4055029" providerId="LiveId" clId="{4543FC07-F948-4295-BABD-D02D5BDA30A1}" dt="2023-08-15T12:38:18.755" v="1145" actId="1037"/>
          <ac:spMkLst>
            <pc:docMk/>
            <pc:sldMk cId="3457562881" sldId="272"/>
            <ac:spMk id="13" creationId="{B967A325-D74E-FC79-E993-1772134FC345}"/>
          </ac:spMkLst>
        </pc:spChg>
        <pc:spChg chg="mod">
          <ac:chgData name="Fan" userId="73b39abba4055029" providerId="LiveId" clId="{4543FC07-F948-4295-BABD-D02D5BDA30A1}" dt="2023-08-15T12:38:18.755" v="1145" actId="1037"/>
          <ac:spMkLst>
            <pc:docMk/>
            <pc:sldMk cId="3457562881" sldId="272"/>
            <ac:spMk id="15" creationId="{1A525C90-C55B-A66E-73FD-70E3129F34F4}"/>
          </ac:spMkLst>
        </pc:spChg>
        <pc:spChg chg="add del">
          <ac:chgData name="Fan" userId="73b39abba4055029" providerId="LiveId" clId="{4543FC07-F948-4295-BABD-D02D5BDA30A1}" dt="2023-08-15T12:13:07.766" v="957" actId="22"/>
          <ac:spMkLst>
            <pc:docMk/>
            <pc:sldMk cId="3457562881" sldId="272"/>
            <ac:spMk id="16" creationId="{D05D6F80-70F0-E84E-A1C7-FC610C37CEFD}"/>
          </ac:spMkLst>
        </pc:spChg>
        <pc:spChg chg="add mod">
          <ac:chgData name="Fan" userId="73b39abba4055029" providerId="LiveId" clId="{4543FC07-F948-4295-BABD-D02D5BDA30A1}" dt="2023-08-15T12:29:03.745" v="1119" actId="1076"/>
          <ac:spMkLst>
            <pc:docMk/>
            <pc:sldMk cId="3457562881" sldId="272"/>
            <ac:spMk id="18" creationId="{EDA0432C-B9FE-33C9-3FB6-74CE8643F095}"/>
          </ac:spMkLst>
        </pc:spChg>
        <pc:spChg chg="add mod">
          <ac:chgData name="Fan" userId="73b39abba4055029" providerId="LiveId" clId="{4543FC07-F948-4295-BABD-D02D5BDA30A1}" dt="2023-08-15T12:34:20.297" v="1128" actId="1076"/>
          <ac:spMkLst>
            <pc:docMk/>
            <pc:sldMk cId="3457562881" sldId="272"/>
            <ac:spMk id="19" creationId="{0595EB2F-B7D5-4565-FBF8-B499D93DE0C4}"/>
          </ac:spMkLst>
        </pc:spChg>
        <pc:spChg chg="add mod">
          <ac:chgData name="Fan" userId="73b39abba4055029" providerId="LiveId" clId="{4543FC07-F948-4295-BABD-D02D5BDA30A1}" dt="2023-08-15T12:38:18.755" v="1145" actId="1037"/>
          <ac:spMkLst>
            <pc:docMk/>
            <pc:sldMk cId="3457562881" sldId="272"/>
            <ac:spMk id="21" creationId="{E69B4850-F1E2-F46C-DD1D-AA3A794015AE}"/>
          </ac:spMkLst>
        </pc:spChg>
        <pc:spChg chg="add mod">
          <ac:chgData name="Fan" userId="73b39abba4055029" providerId="LiveId" clId="{4543FC07-F948-4295-BABD-D02D5BDA30A1}" dt="2023-08-15T13:11:45.028" v="1307" actId="2711"/>
          <ac:spMkLst>
            <pc:docMk/>
            <pc:sldMk cId="3457562881" sldId="272"/>
            <ac:spMk id="23" creationId="{9CFF98D4-630D-9F4F-63AD-895662FE4BD3}"/>
          </ac:spMkLst>
        </pc:spChg>
        <pc:picChg chg="mod">
          <ac:chgData name="Fan" userId="73b39abba4055029" providerId="LiveId" clId="{4543FC07-F948-4295-BABD-D02D5BDA30A1}" dt="2023-08-15T12:18:53.503" v="1047" actId="1076"/>
          <ac:picMkLst>
            <pc:docMk/>
            <pc:sldMk cId="3457562881" sldId="272"/>
            <ac:picMk id="1026" creationId="{DA879F07-C6E4-5B20-831A-B7D6AF92F0F0}"/>
          </ac:picMkLst>
        </pc:picChg>
        <pc:picChg chg="mod">
          <ac:chgData name="Fan" userId="73b39abba4055029" providerId="LiveId" clId="{4543FC07-F948-4295-BABD-D02D5BDA30A1}" dt="2023-08-15T12:18:59.146" v="1049" actId="1076"/>
          <ac:picMkLst>
            <pc:docMk/>
            <pc:sldMk cId="3457562881" sldId="272"/>
            <ac:picMk id="1028" creationId="{DDAE3522-E459-B43F-FC88-7FA1D53B5AB2}"/>
          </ac:picMkLst>
        </pc:picChg>
        <pc:picChg chg="mod">
          <ac:chgData name="Fan" userId="73b39abba4055029" providerId="LiveId" clId="{4543FC07-F948-4295-BABD-D02D5BDA30A1}" dt="2023-08-15T12:27:43.008" v="1109" actId="14100"/>
          <ac:picMkLst>
            <pc:docMk/>
            <pc:sldMk cId="3457562881" sldId="272"/>
            <ac:picMk id="1032" creationId="{2ED9A7E5-27BD-CD8C-B472-98F35C419520}"/>
          </ac:picMkLst>
        </pc:picChg>
        <pc:picChg chg="del mod">
          <ac:chgData name="Fan" userId="73b39abba4055029" providerId="LiveId" clId="{4543FC07-F948-4295-BABD-D02D5BDA30A1}" dt="2023-08-15T12:17:46.480" v="1032" actId="478"/>
          <ac:picMkLst>
            <pc:docMk/>
            <pc:sldMk cId="3457562881" sldId="272"/>
            <ac:picMk id="1034" creationId="{7602BB2D-7C76-B4D7-832A-4C159F42B1F0}"/>
          </ac:picMkLst>
        </pc:picChg>
        <pc:picChg chg="mod">
          <ac:chgData name="Fan" userId="73b39abba4055029" providerId="LiveId" clId="{4543FC07-F948-4295-BABD-D02D5BDA30A1}" dt="2023-08-15T12:38:18.755" v="1145" actId="1037"/>
          <ac:picMkLst>
            <pc:docMk/>
            <pc:sldMk cId="3457562881" sldId="272"/>
            <ac:picMk id="1036" creationId="{86DDE365-12C1-CD16-0A86-D2546C11EB73}"/>
          </ac:picMkLst>
        </pc:picChg>
        <pc:picChg chg="mod">
          <ac:chgData name="Fan" userId="73b39abba4055029" providerId="LiveId" clId="{4543FC07-F948-4295-BABD-D02D5BDA30A1}" dt="2023-08-15T12:38:18.755" v="1145" actId="1037"/>
          <ac:picMkLst>
            <pc:docMk/>
            <pc:sldMk cId="3457562881" sldId="272"/>
            <ac:picMk id="1038" creationId="{216EBF21-C916-C02F-862A-67C2D60E35FE}"/>
          </ac:picMkLst>
        </pc:picChg>
        <pc:picChg chg="del mod">
          <ac:chgData name="Fan" userId="73b39abba4055029" providerId="LiveId" clId="{4543FC07-F948-4295-BABD-D02D5BDA30A1}" dt="2023-08-15T12:26:01.683" v="1097" actId="478"/>
          <ac:picMkLst>
            <pc:docMk/>
            <pc:sldMk cId="3457562881" sldId="272"/>
            <ac:picMk id="1042" creationId="{95257A13-0A1F-45EB-C596-50A604A52EE4}"/>
          </ac:picMkLst>
        </pc:picChg>
        <pc:picChg chg="add mod">
          <ac:chgData name="Fan" userId="73b39abba4055029" providerId="LiveId" clId="{4543FC07-F948-4295-BABD-D02D5BDA30A1}" dt="2023-08-15T12:38:18.755" v="1145" actId="1037"/>
          <ac:picMkLst>
            <pc:docMk/>
            <pc:sldMk cId="3457562881" sldId="272"/>
            <ac:picMk id="2050" creationId="{37D21A8C-6232-07F5-A228-BB31A3AFF72F}"/>
          </ac:picMkLst>
        </pc:picChg>
        <pc:cxnChg chg="add mod">
          <ac:chgData name="Fan" userId="73b39abba4055029" providerId="LiveId" clId="{4543FC07-F948-4295-BABD-D02D5BDA30A1}" dt="2023-08-17T05:08:33.247" v="2264" actId="13822"/>
          <ac:cxnSpMkLst>
            <pc:docMk/>
            <pc:sldMk cId="3457562881" sldId="272"/>
            <ac:cxnSpMk id="4" creationId="{2B7F96C4-ED50-61F9-C520-3581237F2C1E}"/>
          </ac:cxnSpMkLst>
        </pc:cxnChg>
        <pc:cxnChg chg="add mod">
          <ac:chgData name="Fan" userId="73b39abba4055029" providerId="LiveId" clId="{4543FC07-F948-4295-BABD-D02D5BDA30A1}" dt="2023-08-15T12:38:13.039" v="1134" actId="1037"/>
          <ac:cxnSpMkLst>
            <pc:docMk/>
            <pc:sldMk cId="3457562881" sldId="272"/>
            <ac:cxnSpMk id="6" creationId="{C50FFEFD-9F87-A77E-35B4-E662D60E8B81}"/>
          </ac:cxnSpMkLst>
        </pc:cxnChg>
      </pc:sldChg>
      <pc:sldChg chg="addSp modSp mod">
        <pc:chgData name="Fan" userId="73b39abba4055029" providerId="LiveId" clId="{4543FC07-F948-4295-BABD-D02D5BDA30A1}" dt="2023-08-16T06:14:19.978" v="1460" actId="20577"/>
        <pc:sldMkLst>
          <pc:docMk/>
          <pc:sldMk cId="538325705" sldId="273"/>
        </pc:sldMkLst>
        <pc:spChg chg="mod">
          <ac:chgData name="Fan" userId="73b39abba4055029" providerId="LiveId" clId="{4543FC07-F948-4295-BABD-D02D5BDA30A1}" dt="2023-08-14T11:44:44.610" v="541" actId="20577"/>
          <ac:spMkLst>
            <pc:docMk/>
            <pc:sldMk cId="538325705" sldId="273"/>
            <ac:spMk id="2" creationId="{CB92D0F5-EDE5-DD0F-3788-11D0354B2079}"/>
          </ac:spMkLst>
        </pc:spChg>
        <pc:spChg chg="add mod">
          <ac:chgData name="Fan" userId="73b39abba4055029" providerId="LiveId" clId="{4543FC07-F948-4295-BABD-D02D5BDA30A1}" dt="2023-08-15T12:42:04.878" v="1175" actId="113"/>
          <ac:spMkLst>
            <pc:docMk/>
            <pc:sldMk cId="538325705" sldId="273"/>
            <ac:spMk id="4" creationId="{50430E0D-3C11-4C0C-2EE0-BE2D0B3C354F}"/>
          </ac:spMkLst>
        </pc:spChg>
        <pc:spChg chg="mod">
          <ac:chgData name="Fan" userId="73b39abba4055029" providerId="LiveId" clId="{4543FC07-F948-4295-BABD-D02D5BDA30A1}" dt="2023-08-16T06:12:58.858" v="1436" actId="20577"/>
          <ac:spMkLst>
            <pc:docMk/>
            <pc:sldMk cId="538325705" sldId="273"/>
            <ac:spMk id="8" creationId="{CF78CA4A-0737-603D-93F8-3FFE7F916F98}"/>
          </ac:spMkLst>
        </pc:spChg>
        <pc:spChg chg="mod">
          <ac:chgData name="Fan" userId="73b39abba4055029" providerId="LiveId" clId="{4543FC07-F948-4295-BABD-D02D5BDA30A1}" dt="2023-08-16T06:13:43.680" v="1453" actId="14100"/>
          <ac:spMkLst>
            <pc:docMk/>
            <pc:sldMk cId="538325705" sldId="273"/>
            <ac:spMk id="10" creationId="{660334CB-EE52-77DF-9EB9-85E8C70BF166}"/>
          </ac:spMkLst>
        </pc:spChg>
        <pc:spChg chg="mod">
          <ac:chgData name="Fan" userId="73b39abba4055029" providerId="LiveId" clId="{4543FC07-F948-4295-BABD-D02D5BDA30A1}" dt="2023-08-16T06:14:19.978" v="1460" actId="20577"/>
          <ac:spMkLst>
            <pc:docMk/>
            <pc:sldMk cId="538325705" sldId="273"/>
            <ac:spMk id="12" creationId="{F9393714-D744-8108-591A-BB293DC1E6A5}"/>
          </ac:spMkLst>
        </pc:spChg>
        <pc:picChg chg="mod">
          <ac:chgData name="Fan" userId="73b39abba4055029" providerId="LiveId" clId="{4543FC07-F948-4295-BABD-D02D5BDA30A1}" dt="2023-08-15T12:40:01.619" v="1157" actId="12789"/>
          <ac:picMkLst>
            <pc:docMk/>
            <pc:sldMk cId="538325705" sldId="273"/>
            <ac:picMk id="2052" creationId="{2C71D189-486E-B1BA-D2B8-6B825310EB55}"/>
          </ac:picMkLst>
        </pc:picChg>
        <pc:picChg chg="mod">
          <ac:chgData name="Fan" userId="73b39abba4055029" providerId="LiveId" clId="{4543FC07-F948-4295-BABD-D02D5BDA30A1}" dt="2023-08-15T12:40:01.619" v="1157" actId="12789"/>
          <ac:picMkLst>
            <pc:docMk/>
            <pc:sldMk cId="538325705" sldId="273"/>
            <ac:picMk id="2054" creationId="{FC2E718E-DD5D-2330-5544-A443FD4E5AC7}"/>
          </ac:picMkLst>
        </pc:picChg>
        <pc:picChg chg="mod">
          <ac:chgData name="Fan" userId="73b39abba4055029" providerId="LiveId" clId="{4543FC07-F948-4295-BABD-D02D5BDA30A1}" dt="2023-08-15T12:40:01.619" v="1157" actId="12789"/>
          <ac:picMkLst>
            <pc:docMk/>
            <pc:sldMk cId="538325705" sldId="273"/>
            <ac:picMk id="2056" creationId="{4F33EA76-3007-0451-781D-BBE652C26F48}"/>
          </ac:picMkLst>
        </pc:picChg>
        <pc:picChg chg="add mod">
          <ac:chgData name="Fan" userId="73b39abba4055029" providerId="LiveId" clId="{4543FC07-F948-4295-BABD-D02D5BDA30A1}" dt="2023-08-15T12:40:01.619" v="1157" actId="12789"/>
          <ac:picMkLst>
            <pc:docMk/>
            <pc:sldMk cId="538325705" sldId="273"/>
            <ac:picMk id="3074" creationId="{B7EE4A56-21F4-2A84-65C2-EDD8EE89D24F}"/>
          </ac:picMkLst>
        </pc:picChg>
      </pc:sldChg>
      <pc:sldChg chg="modSp mod">
        <pc:chgData name="Fan" userId="73b39abba4055029" providerId="LiveId" clId="{4543FC07-F948-4295-BABD-D02D5BDA30A1}" dt="2023-08-17T05:08:54.726" v="2265" actId="1076"/>
        <pc:sldMkLst>
          <pc:docMk/>
          <pc:sldMk cId="3471814390" sldId="274"/>
        </pc:sldMkLst>
        <pc:picChg chg="mod">
          <ac:chgData name="Fan" userId="73b39abba4055029" providerId="LiveId" clId="{4543FC07-F948-4295-BABD-D02D5BDA30A1}" dt="2023-08-17T05:08:54.726" v="2265" actId="1076"/>
          <ac:picMkLst>
            <pc:docMk/>
            <pc:sldMk cId="3471814390" sldId="274"/>
            <ac:picMk id="3" creationId="{BED4CDA9-BD72-935F-AFF5-09E30E9D9FF8}"/>
          </ac:picMkLst>
        </pc:picChg>
        <pc:picChg chg="mod">
          <ac:chgData name="Fan" userId="73b39abba4055029" providerId="LiveId" clId="{4543FC07-F948-4295-BABD-D02D5BDA30A1}" dt="2023-08-14T12:20:38.633" v="579" actId="1076"/>
          <ac:picMkLst>
            <pc:docMk/>
            <pc:sldMk cId="3471814390" sldId="274"/>
            <ac:picMk id="5" creationId="{E36CE1FB-BD4E-F4A7-DC5F-9DC95214506A}"/>
          </ac:picMkLst>
        </pc:picChg>
        <pc:picChg chg="mod">
          <ac:chgData name="Fan" userId="73b39abba4055029" providerId="LiveId" clId="{4543FC07-F948-4295-BABD-D02D5BDA30A1}" dt="2023-08-14T12:20:36.349" v="578" actId="1076"/>
          <ac:picMkLst>
            <pc:docMk/>
            <pc:sldMk cId="3471814390" sldId="274"/>
            <ac:picMk id="6" creationId="{AD90C0FC-0ADB-5253-4255-281B92E792B4}"/>
          </ac:picMkLst>
        </pc:picChg>
      </pc:sldChg>
      <pc:sldChg chg="addSp delSp modSp mod">
        <pc:chgData name="Fan" userId="73b39abba4055029" providerId="LiveId" clId="{4543FC07-F948-4295-BABD-D02D5BDA30A1}" dt="2023-08-15T12:47:36.512" v="1212" actId="12788"/>
        <pc:sldMkLst>
          <pc:docMk/>
          <pc:sldMk cId="1222958840" sldId="275"/>
        </pc:sldMkLst>
        <pc:spChg chg="mod">
          <ac:chgData name="Fan" userId="73b39abba4055029" providerId="LiveId" clId="{4543FC07-F948-4295-BABD-D02D5BDA30A1}" dt="2023-08-14T11:15:29.123" v="398" actId="1076"/>
          <ac:spMkLst>
            <pc:docMk/>
            <pc:sldMk cId="1222958840" sldId="275"/>
            <ac:spMk id="2" creationId="{47C7D162-9351-C6F8-A83E-42FDE89085FF}"/>
          </ac:spMkLst>
        </pc:spChg>
        <pc:spChg chg="add mod ord">
          <ac:chgData name="Fan" userId="73b39abba4055029" providerId="LiveId" clId="{4543FC07-F948-4295-BABD-D02D5BDA30A1}" dt="2023-08-14T11:24:26.328" v="490" actId="167"/>
          <ac:spMkLst>
            <pc:docMk/>
            <pc:sldMk cId="1222958840" sldId="275"/>
            <ac:spMk id="12" creationId="{BF542142-DE31-799A-E6F0-8FD31EB9A135}"/>
          </ac:spMkLst>
        </pc:spChg>
        <pc:spChg chg="add mod ord">
          <ac:chgData name="Fan" userId="73b39abba4055029" providerId="LiveId" clId="{4543FC07-F948-4295-BABD-D02D5BDA30A1}" dt="2023-08-14T11:30:44.439" v="526" actId="408"/>
          <ac:spMkLst>
            <pc:docMk/>
            <pc:sldMk cId="1222958840" sldId="275"/>
            <ac:spMk id="13" creationId="{968BB651-CD3E-FC39-198B-49D8D301B5C7}"/>
          </ac:spMkLst>
        </pc:spChg>
        <pc:spChg chg="add mod ord">
          <ac:chgData name="Fan" userId="73b39abba4055029" providerId="LiveId" clId="{4543FC07-F948-4295-BABD-D02D5BDA30A1}" dt="2023-08-14T11:30:44.439" v="526" actId="408"/>
          <ac:spMkLst>
            <pc:docMk/>
            <pc:sldMk cId="1222958840" sldId="275"/>
            <ac:spMk id="14" creationId="{F5D83F55-7300-8540-809F-152BC48EA07A}"/>
          </ac:spMkLst>
        </pc:spChg>
        <pc:spChg chg="add mod ord">
          <ac:chgData name="Fan" userId="73b39abba4055029" providerId="LiveId" clId="{4543FC07-F948-4295-BABD-D02D5BDA30A1}" dt="2023-08-14T11:23:02.686" v="469" actId="167"/>
          <ac:spMkLst>
            <pc:docMk/>
            <pc:sldMk cId="1222958840" sldId="275"/>
            <ac:spMk id="15" creationId="{56F745D2-C34B-F5EA-E59E-A42544D72E92}"/>
          </ac:spMkLst>
        </pc:spChg>
        <pc:spChg chg="mod ord">
          <ac:chgData name="Fan" userId="73b39abba4055029" providerId="LiveId" clId="{4543FC07-F948-4295-BABD-D02D5BDA30A1}" dt="2023-08-15T12:45:17.670" v="1202" actId="122"/>
          <ac:spMkLst>
            <pc:docMk/>
            <pc:sldMk cId="1222958840" sldId="275"/>
            <ac:spMk id="41" creationId="{CE749A5A-D8F2-076D-5F7B-5EFCC2F5B04B}"/>
          </ac:spMkLst>
        </pc:spChg>
        <pc:spChg chg="mod ord">
          <ac:chgData name="Fan" userId="73b39abba4055029" providerId="LiveId" clId="{4543FC07-F948-4295-BABD-D02D5BDA30A1}" dt="2023-08-15T12:45:11.801" v="1200" actId="122"/>
          <ac:spMkLst>
            <pc:docMk/>
            <pc:sldMk cId="1222958840" sldId="275"/>
            <ac:spMk id="42" creationId="{A1F63248-CE73-FB81-DFB8-3D6003C31B6D}"/>
          </ac:spMkLst>
        </pc:spChg>
        <pc:spChg chg="mod ord">
          <ac:chgData name="Fan" userId="73b39abba4055029" providerId="LiveId" clId="{4543FC07-F948-4295-BABD-D02D5BDA30A1}" dt="2023-08-15T12:45:14.409" v="1201" actId="122"/>
          <ac:spMkLst>
            <pc:docMk/>
            <pc:sldMk cId="1222958840" sldId="275"/>
            <ac:spMk id="43" creationId="{AE48BF28-2A8B-A0AE-E483-9F7EDC87D2E9}"/>
          </ac:spMkLst>
        </pc:spChg>
        <pc:spChg chg="mod ord">
          <ac:chgData name="Fan" userId="73b39abba4055029" providerId="LiveId" clId="{4543FC07-F948-4295-BABD-D02D5BDA30A1}" dt="2023-08-15T12:45:25.015" v="1203" actId="122"/>
          <ac:spMkLst>
            <pc:docMk/>
            <pc:sldMk cId="1222958840" sldId="275"/>
            <ac:spMk id="44" creationId="{16E17CE6-C50B-D6B8-41EF-EC9B7E2926EE}"/>
          </ac:spMkLst>
        </pc:spChg>
        <pc:picChg chg="add mod">
          <ac:chgData name="Fan" userId="73b39abba4055029" providerId="LiveId" clId="{4543FC07-F948-4295-BABD-D02D5BDA30A1}" dt="2023-08-14T11:31:09.973" v="528" actId="465"/>
          <ac:picMkLst>
            <pc:docMk/>
            <pc:sldMk cId="1222958840" sldId="275"/>
            <ac:picMk id="3" creationId="{5AFC88B9-DF91-2452-EB0E-43DD90C8BEF8}"/>
          </ac:picMkLst>
        </pc:picChg>
        <pc:picChg chg="add del mod">
          <ac:chgData name="Fan" userId="73b39abba4055029" providerId="LiveId" clId="{4543FC07-F948-4295-BABD-D02D5BDA30A1}" dt="2023-08-14T11:21:08.787" v="437" actId="478"/>
          <ac:picMkLst>
            <pc:docMk/>
            <pc:sldMk cId="1222958840" sldId="275"/>
            <ac:picMk id="4" creationId="{14901F0D-6CCB-0F85-9D54-35895D3A8128}"/>
          </ac:picMkLst>
        </pc:picChg>
        <pc:picChg chg="mod">
          <ac:chgData name="Fan" userId="73b39abba4055029" providerId="LiveId" clId="{4543FC07-F948-4295-BABD-D02D5BDA30A1}" dt="2023-08-15T12:47:36.512" v="1212" actId="12788"/>
          <ac:picMkLst>
            <pc:docMk/>
            <pc:sldMk cId="1222958840" sldId="275"/>
            <ac:picMk id="4" creationId="{85338AA6-F548-ED44-188D-A321FD22EE5E}"/>
          </ac:picMkLst>
        </pc:picChg>
        <pc:picChg chg="add del mod">
          <ac:chgData name="Fan" userId="73b39abba4055029" providerId="LiveId" clId="{4543FC07-F948-4295-BABD-D02D5BDA30A1}" dt="2023-08-14T11:24:33.080" v="492" actId="478"/>
          <ac:picMkLst>
            <pc:docMk/>
            <pc:sldMk cId="1222958840" sldId="275"/>
            <ac:picMk id="5" creationId="{2CEA0594-A01B-18A1-FB07-9999890B61DC}"/>
          </ac:picMkLst>
        </pc:picChg>
        <pc:picChg chg="add mod">
          <ac:chgData name="Fan" userId="73b39abba4055029" providerId="LiveId" clId="{4543FC07-F948-4295-BABD-D02D5BDA30A1}" dt="2023-08-14T11:31:02.453" v="527" actId="465"/>
          <ac:picMkLst>
            <pc:docMk/>
            <pc:sldMk cId="1222958840" sldId="275"/>
            <ac:picMk id="6" creationId="{106DA8C3-517D-A62D-8FD7-68AC258E97BA}"/>
          </ac:picMkLst>
        </pc:picChg>
        <pc:picChg chg="add del mod">
          <ac:chgData name="Fan" userId="73b39abba4055029" providerId="LiveId" clId="{4543FC07-F948-4295-BABD-D02D5BDA30A1}" dt="2023-08-14T11:16:07.743" v="409" actId="478"/>
          <ac:picMkLst>
            <pc:docMk/>
            <pc:sldMk cId="1222958840" sldId="275"/>
            <ac:picMk id="7" creationId="{84C8CA66-2A12-073F-F039-49AED6674DC3}"/>
          </ac:picMkLst>
        </pc:picChg>
        <pc:picChg chg="add mod">
          <ac:chgData name="Fan" userId="73b39abba4055029" providerId="LiveId" clId="{4543FC07-F948-4295-BABD-D02D5BDA30A1}" dt="2023-08-14T11:31:09.973" v="528" actId="465"/>
          <ac:picMkLst>
            <pc:docMk/>
            <pc:sldMk cId="1222958840" sldId="275"/>
            <ac:picMk id="8" creationId="{E3344B6A-2F5D-C406-6C9C-C35434EB7D3C}"/>
          </ac:picMkLst>
        </pc:picChg>
        <pc:picChg chg="add mod">
          <ac:chgData name="Fan" userId="73b39abba4055029" providerId="LiveId" clId="{4543FC07-F948-4295-BABD-D02D5BDA30A1}" dt="2023-08-14T11:16:46.171" v="424" actId="571"/>
          <ac:picMkLst>
            <pc:docMk/>
            <pc:sldMk cId="1222958840" sldId="275"/>
            <ac:picMk id="9" creationId="{1BCA57A5-0915-E1F4-74D2-973894B617F7}"/>
          </ac:picMkLst>
        </pc:picChg>
        <pc:picChg chg="add mod">
          <ac:chgData name="Fan" userId="73b39abba4055029" providerId="LiveId" clId="{4543FC07-F948-4295-BABD-D02D5BDA30A1}" dt="2023-08-14T11:16:46.171" v="424" actId="571"/>
          <ac:picMkLst>
            <pc:docMk/>
            <pc:sldMk cId="1222958840" sldId="275"/>
            <ac:picMk id="10" creationId="{BBDFA8B2-B92C-4839-C3E5-FCD55E51989A}"/>
          </ac:picMkLst>
        </pc:picChg>
        <pc:picChg chg="add mod">
          <ac:chgData name="Fan" userId="73b39abba4055029" providerId="LiveId" clId="{4543FC07-F948-4295-BABD-D02D5BDA30A1}" dt="2023-08-14T11:16:46.171" v="424" actId="571"/>
          <ac:picMkLst>
            <pc:docMk/>
            <pc:sldMk cId="1222958840" sldId="275"/>
            <ac:picMk id="11" creationId="{E8DA8D4E-DEA3-30B5-1E50-3FB377386B4E}"/>
          </ac:picMkLst>
        </pc:picChg>
        <pc:picChg chg="del mod">
          <ac:chgData name="Fan" userId="73b39abba4055029" providerId="LiveId" clId="{4543FC07-F948-4295-BABD-D02D5BDA30A1}" dt="2023-08-14T11:16:00.748" v="407" actId="478"/>
          <ac:picMkLst>
            <pc:docMk/>
            <pc:sldMk cId="1222958840" sldId="275"/>
            <ac:picMk id="21" creationId="{C1D26472-3FF2-20E1-10AC-A9F96703FE16}"/>
          </ac:picMkLst>
        </pc:picChg>
        <pc:picChg chg="mod">
          <ac:chgData name="Fan" userId="73b39abba4055029" providerId="LiveId" clId="{4543FC07-F948-4295-BABD-D02D5BDA30A1}" dt="2023-08-15T12:47:36.512" v="1212" actId="12788"/>
          <ac:picMkLst>
            <pc:docMk/>
            <pc:sldMk cId="1222958840" sldId="275"/>
            <ac:picMk id="22" creationId="{EA867594-E461-0E03-3137-0095E2929F2A}"/>
          </ac:picMkLst>
        </pc:picChg>
        <pc:picChg chg="mod">
          <ac:chgData name="Fan" userId="73b39abba4055029" providerId="LiveId" clId="{4543FC07-F948-4295-BABD-D02D5BDA30A1}" dt="2023-08-14T11:31:15.477" v="529" actId="465"/>
          <ac:picMkLst>
            <pc:docMk/>
            <pc:sldMk cId="1222958840" sldId="275"/>
            <ac:picMk id="23" creationId="{E55367FC-C80C-CA1B-0454-C0BA4C8ACE97}"/>
          </ac:picMkLst>
        </pc:picChg>
        <pc:picChg chg="mod">
          <ac:chgData name="Fan" userId="73b39abba4055029" providerId="LiveId" clId="{4543FC07-F948-4295-BABD-D02D5BDA30A1}" dt="2023-08-14T11:31:15.477" v="529" actId="465"/>
          <ac:picMkLst>
            <pc:docMk/>
            <pc:sldMk cId="1222958840" sldId="275"/>
            <ac:picMk id="24" creationId="{98DE87B6-CC96-CD18-786D-16CBA16628F1}"/>
          </ac:picMkLst>
        </pc:picChg>
        <pc:picChg chg="mod">
          <ac:chgData name="Fan" userId="73b39abba4055029" providerId="LiveId" clId="{4543FC07-F948-4295-BABD-D02D5BDA30A1}" dt="2023-08-14T11:24:46.559" v="496" actId="1076"/>
          <ac:picMkLst>
            <pc:docMk/>
            <pc:sldMk cId="1222958840" sldId="275"/>
            <ac:picMk id="25" creationId="{3622FE1F-928E-656C-243A-6A82A04F8F42}"/>
          </ac:picMkLst>
        </pc:picChg>
        <pc:picChg chg="mod">
          <ac:chgData name="Fan" userId="73b39abba4055029" providerId="LiveId" clId="{4543FC07-F948-4295-BABD-D02D5BDA30A1}" dt="2023-08-14T11:31:21.390" v="530" actId="465"/>
          <ac:picMkLst>
            <pc:docMk/>
            <pc:sldMk cId="1222958840" sldId="275"/>
            <ac:picMk id="26" creationId="{411CED69-FE28-7DEA-F073-6EFF8337B74F}"/>
          </ac:picMkLst>
        </pc:picChg>
        <pc:picChg chg="mod">
          <ac:chgData name="Fan" userId="73b39abba4055029" providerId="LiveId" clId="{4543FC07-F948-4295-BABD-D02D5BDA30A1}" dt="2023-08-15T12:47:36.512" v="1212" actId="12788"/>
          <ac:picMkLst>
            <pc:docMk/>
            <pc:sldMk cId="1222958840" sldId="275"/>
            <ac:picMk id="27" creationId="{C7791138-883B-6F19-CFE8-022173C77B95}"/>
          </ac:picMkLst>
        </pc:picChg>
        <pc:picChg chg="mod">
          <ac:chgData name="Fan" userId="73b39abba4055029" providerId="LiveId" clId="{4543FC07-F948-4295-BABD-D02D5BDA30A1}" dt="2023-08-14T11:25:08.488" v="502" actId="1076"/>
          <ac:picMkLst>
            <pc:docMk/>
            <pc:sldMk cId="1222958840" sldId="275"/>
            <ac:picMk id="28" creationId="{ECA81094-8E0D-80F5-E65E-6DA07C07BB23}"/>
          </ac:picMkLst>
        </pc:picChg>
        <pc:picChg chg="mod">
          <ac:chgData name="Fan" userId="73b39abba4055029" providerId="LiveId" clId="{4543FC07-F948-4295-BABD-D02D5BDA30A1}" dt="2023-08-14T11:24:36.420" v="494" actId="1076"/>
          <ac:picMkLst>
            <pc:docMk/>
            <pc:sldMk cId="1222958840" sldId="275"/>
            <ac:picMk id="29" creationId="{7890FBF7-494F-CF26-4022-8B06EAC0CE8B}"/>
          </ac:picMkLst>
        </pc:picChg>
        <pc:picChg chg="del mod">
          <ac:chgData name="Fan" userId="73b39abba4055029" providerId="LiveId" clId="{4543FC07-F948-4295-BABD-D02D5BDA30A1}" dt="2023-08-14T11:21:05.310" v="434" actId="478"/>
          <ac:picMkLst>
            <pc:docMk/>
            <pc:sldMk cId="1222958840" sldId="275"/>
            <ac:picMk id="30" creationId="{DB181E97-28F1-6794-5A9C-5BB1FE8C084C}"/>
          </ac:picMkLst>
        </pc:picChg>
        <pc:picChg chg="mod">
          <ac:chgData name="Fan" userId="73b39abba4055029" providerId="LiveId" clId="{4543FC07-F948-4295-BABD-D02D5BDA30A1}" dt="2023-08-14T11:31:15.477" v="529" actId="465"/>
          <ac:picMkLst>
            <pc:docMk/>
            <pc:sldMk cId="1222958840" sldId="275"/>
            <ac:picMk id="31" creationId="{A2BD591E-35FF-B01A-3682-1AE8CF38C937}"/>
          </ac:picMkLst>
        </pc:picChg>
        <pc:picChg chg="mod">
          <ac:chgData name="Fan" userId="73b39abba4055029" providerId="LiveId" clId="{4543FC07-F948-4295-BABD-D02D5BDA30A1}" dt="2023-08-14T11:31:09.973" v="528" actId="465"/>
          <ac:picMkLst>
            <pc:docMk/>
            <pc:sldMk cId="1222958840" sldId="275"/>
            <ac:picMk id="32" creationId="{30F04B0D-F6E2-2081-C9FA-EC85E71CFB55}"/>
          </ac:picMkLst>
        </pc:picChg>
        <pc:picChg chg="del mod">
          <ac:chgData name="Fan" userId="73b39abba4055029" providerId="LiveId" clId="{4543FC07-F948-4295-BABD-D02D5BDA30A1}" dt="2023-08-14T11:16:09.208" v="410" actId="478"/>
          <ac:picMkLst>
            <pc:docMk/>
            <pc:sldMk cId="1222958840" sldId="275"/>
            <ac:picMk id="33" creationId="{4C2BF51C-1392-EFB4-1E3A-B240510D5154}"/>
          </ac:picMkLst>
        </pc:picChg>
        <pc:picChg chg="mod">
          <ac:chgData name="Fan" userId="73b39abba4055029" providerId="LiveId" clId="{4543FC07-F948-4295-BABD-D02D5BDA30A1}" dt="2023-08-14T11:24:51.633" v="498" actId="1076"/>
          <ac:picMkLst>
            <pc:docMk/>
            <pc:sldMk cId="1222958840" sldId="275"/>
            <ac:picMk id="40" creationId="{CE43C3D5-41CF-70D6-3019-B6D9AA761C80}"/>
          </ac:picMkLst>
        </pc:picChg>
        <pc:picChg chg="add del mod">
          <ac:chgData name="Fan" userId="73b39abba4055029" providerId="LiveId" clId="{4543FC07-F948-4295-BABD-D02D5BDA30A1}" dt="2023-08-15T12:46:46.749" v="1204" actId="478"/>
          <ac:picMkLst>
            <pc:docMk/>
            <pc:sldMk cId="1222958840" sldId="275"/>
            <ac:picMk id="2050" creationId="{0E72887A-D258-2492-B4CA-DF8417F39288}"/>
          </ac:picMkLst>
        </pc:picChg>
        <pc:picChg chg="add mod">
          <ac:chgData name="Fan" userId="73b39abba4055029" providerId="LiveId" clId="{4543FC07-F948-4295-BABD-D02D5BDA30A1}" dt="2023-08-15T12:47:36.512" v="1212" actId="12788"/>
          <ac:picMkLst>
            <pc:docMk/>
            <pc:sldMk cId="1222958840" sldId="275"/>
            <ac:picMk id="3074" creationId="{448C00DF-8802-85F8-B5BC-64BBDE8FC1C0}"/>
          </ac:picMkLst>
        </pc:picChg>
      </pc:sldChg>
      <pc:sldChg chg="addSp delSp modSp mod">
        <pc:chgData name="Fan" userId="73b39abba4055029" providerId="LiveId" clId="{4543FC07-F948-4295-BABD-D02D5BDA30A1}" dt="2023-08-16T06:40:07.412" v="1813" actId="1076"/>
        <pc:sldMkLst>
          <pc:docMk/>
          <pc:sldMk cId="2182504274" sldId="276"/>
        </pc:sldMkLst>
        <pc:spChg chg="add mod">
          <ac:chgData name="Fan" userId="73b39abba4055029" providerId="LiveId" clId="{4543FC07-F948-4295-BABD-D02D5BDA30A1}" dt="2023-08-16T06:38:45.134" v="1792" actId="164"/>
          <ac:spMkLst>
            <pc:docMk/>
            <pc:sldMk cId="2182504274" sldId="276"/>
            <ac:spMk id="4" creationId="{A3EDED8A-E693-2817-972F-F558FB23E5E0}"/>
          </ac:spMkLst>
        </pc:spChg>
        <pc:spChg chg="add mod">
          <ac:chgData name="Fan" userId="73b39abba4055029" providerId="LiveId" clId="{4543FC07-F948-4295-BABD-D02D5BDA30A1}" dt="2023-08-16T06:38:45.134" v="1792" actId="164"/>
          <ac:spMkLst>
            <pc:docMk/>
            <pc:sldMk cId="2182504274" sldId="276"/>
            <ac:spMk id="6" creationId="{C72CDA7D-BF6B-DE11-134B-B8C974DFD550}"/>
          </ac:spMkLst>
        </pc:spChg>
        <pc:spChg chg="del mod">
          <ac:chgData name="Fan" userId="73b39abba4055029" providerId="LiveId" clId="{4543FC07-F948-4295-BABD-D02D5BDA30A1}" dt="2023-08-16T06:39:04.095" v="1798" actId="478"/>
          <ac:spMkLst>
            <pc:docMk/>
            <pc:sldMk cId="2182504274" sldId="276"/>
            <ac:spMk id="7" creationId="{9D7C16D4-486C-C92A-F350-8D27605DC105}"/>
          </ac:spMkLst>
        </pc:spChg>
        <pc:spChg chg="add del mod">
          <ac:chgData name="Fan" userId="73b39abba4055029" providerId="LiveId" clId="{4543FC07-F948-4295-BABD-D02D5BDA30A1}" dt="2023-08-16T06:38:39.973" v="1791" actId="478"/>
          <ac:spMkLst>
            <pc:docMk/>
            <pc:sldMk cId="2182504274" sldId="276"/>
            <ac:spMk id="8" creationId="{8B227852-3B50-831C-EB41-6DA78F1A2ED8}"/>
          </ac:spMkLst>
        </pc:spChg>
        <pc:spChg chg="mod">
          <ac:chgData name="Fan" userId="73b39abba4055029" providerId="LiveId" clId="{4543FC07-F948-4295-BABD-D02D5BDA30A1}" dt="2023-08-16T06:39:15.548" v="1800" actId="207"/>
          <ac:spMkLst>
            <pc:docMk/>
            <pc:sldMk cId="2182504274" sldId="276"/>
            <ac:spMk id="11" creationId="{7A813852-45A2-E8FD-57E7-FB5E1D0E06EF}"/>
          </ac:spMkLst>
        </pc:spChg>
        <pc:spChg chg="add del mod">
          <ac:chgData name="Fan" userId="73b39abba4055029" providerId="LiveId" clId="{4543FC07-F948-4295-BABD-D02D5BDA30A1}" dt="2023-08-16T06:38:37.083" v="1790" actId="478"/>
          <ac:spMkLst>
            <pc:docMk/>
            <pc:sldMk cId="2182504274" sldId="276"/>
            <ac:spMk id="12" creationId="{3F7BF34C-A400-A460-F226-0D3B13325CA1}"/>
          </ac:spMkLst>
        </pc:spChg>
        <pc:spChg chg="mod">
          <ac:chgData name="Fan" userId="73b39abba4055029" providerId="LiveId" clId="{4543FC07-F948-4295-BABD-D02D5BDA30A1}" dt="2023-08-16T06:39:46.607" v="1811" actId="20577"/>
          <ac:spMkLst>
            <pc:docMk/>
            <pc:sldMk cId="2182504274" sldId="276"/>
            <ac:spMk id="13" creationId="{73977E07-4451-49EA-2897-565E6CD8E26F}"/>
          </ac:spMkLst>
        </pc:spChg>
        <pc:spChg chg="del mod">
          <ac:chgData name="Fan" userId="73b39abba4055029" providerId="LiveId" clId="{4543FC07-F948-4295-BABD-D02D5BDA30A1}" dt="2023-08-16T06:38:58.857" v="1796" actId="478"/>
          <ac:spMkLst>
            <pc:docMk/>
            <pc:sldMk cId="2182504274" sldId="276"/>
            <ac:spMk id="14" creationId="{91F4941A-8171-7E19-37AE-F56B045BF36C}"/>
          </ac:spMkLst>
        </pc:spChg>
        <pc:grpChg chg="add mod">
          <ac:chgData name="Fan" userId="73b39abba4055029" providerId="LiveId" clId="{4543FC07-F948-4295-BABD-D02D5BDA30A1}" dt="2023-08-16T06:40:07.412" v="1813" actId="1076"/>
          <ac:grpSpMkLst>
            <pc:docMk/>
            <pc:sldMk cId="2182504274" sldId="276"/>
            <ac:grpSpMk id="9" creationId="{AE415C92-26C4-0DE6-D55A-409818335D48}"/>
          </ac:grpSpMkLst>
        </pc:grpChg>
        <pc:grpChg chg="add mod">
          <ac:chgData name="Fan" userId="73b39abba4055029" providerId="LiveId" clId="{4543FC07-F948-4295-BABD-D02D5BDA30A1}" dt="2023-08-16T06:40:02.629" v="1812" actId="1076"/>
          <ac:grpSpMkLst>
            <pc:docMk/>
            <pc:sldMk cId="2182504274" sldId="276"/>
            <ac:grpSpMk id="10" creationId="{4668358D-663F-7B75-7F0F-FD3CAC2C334D}"/>
          </ac:grpSpMkLst>
        </pc:grpChg>
      </pc:sldChg>
      <pc:sldChg chg="addSp delSp modSp mod">
        <pc:chgData name="Fan" userId="73b39abba4055029" providerId="LiveId" clId="{4543FC07-F948-4295-BABD-D02D5BDA30A1}" dt="2023-08-16T05:58:46.863" v="1414" actId="11"/>
        <pc:sldMkLst>
          <pc:docMk/>
          <pc:sldMk cId="1478980171" sldId="277"/>
        </pc:sldMkLst>
        <pc:spChg chg="add mod">
          <ac:chgData name="Fan" userId="73b39abba4055029" providerId="LiveId" clId="{4543FC07-F948-4295-BABD-D02D5BDA30A1}" dt="2023-08-15T05:45:39.913" v="624" actId="1076"/>
          <ac:spMkLst>
            <pc:docMk/>
            <pc:sldMk cId="1478980171" sldId="277"/>
            <ac:spMk id="7" creationId="{E3552355-6E79-E21C-86A0-0804A20711CB}"/>
          </ac:spMkLst>
        </pc:spChg>
        <pc:spChg chg="mod">
          <ac:chgData name="Fan" userId="73b39abba4055029" providerId="LiveId" clId="{4543FC07-F948-4295-BABD-D02D5BDA30A1}" dt="2023-08-16T05:58:46.863" v="1414" actId="11"/>
          <ac:spMkLst>
            <pc:docMk/>
            <pc:sldMk cId="1478980171" sldId="277"/>
            <ac:spMk id="8" creationId="{D6B4FAF3-9341-FDE7-8A32-4E26FA991E0D}"/>
          </ac:spMkLst>
        </pc:spChg>
        <pc:spChg chg="del mod">
          <ac:chgData name="Fan" userId="73b39abba4055029" providerId="LiveId" clId="{4543FC07-F948-4295-BABD-D02D5BDA30A1}" dt="2023-08-15T05:45:25.111" v="621" actId="478"/>
          <ac:spMkLst>
            <pc:docMk/>
            <pc:sldMk cId="1478980171" sldId="277"/>
            <ac:spMk id="9" creationId="{8BD366BF-6BBB-BE22-2994-F88D0C203A7F}"/>
          </ac:spMkLst>
        </pc:spChg>
        <pc:spChg chg="add mod">
          <ac:chgData name="Fan" userId="73b39abba4055029" providerId="LiveId" clId="{4543FC07-F948-4295-BABD-D02D5BDA30A1}" dt="2023-08-15T05:51:54.558" v="654" actId="1076"/>
          <ac:spMkLst>
            <pc:docMk/>
            <pc:sldMk cId="1478980171" sldId="277"/>
            <ac:spMk id="11" creationId="{577D4418-B79A-2577-E035-C81FDC74CE90}"/>
          </ac:spMkLst>
        </pc:spChg>
        <pc:picChg chg="mod">
          <ac:chgData name="Fan" userId="73b39abba4055029" providerId="LiveId" clId="{4543FC07-F948-4295-BABD-D02D5BDA30A1}" dt="2023-08-15T05:43:52.873" v="610" actId="1076"/>
          <ac:picMkLst>
            <pc:docMk/>
            <pc:sldMk cId="1478980171" sldId="277"/>
            <ac:picMk id="4" creationId="{BC094750-A1DF-8B34-E2D3-ACC1AFDA6E02}"/>
          </ac:picMkLst>
        </pc:picChg>
        <pc:picChg chg="mod">
          <ac:chgData name="Fan" userId="73b39abba4055029" providerId="LiveId" clId="{4543FC07-F948-4295-BABD-D02D5BDA30A1}" dt="2023-08-15T05:45:52.592" v="626" actId="14100"/>
          <ac:picMkLst>
            <pc:docMk/>
            <pc:sldMk cId="1478980171" sldId="277"/>
            <ac:picMk id="6" creationId="{A906CDA7-A956-9CEF-DAB4-834DE6C30161}"/>
          </ac:picMkLst>
        </pc:picChg>
        <pc:picChg chg="add del mod">
          <ac:chgData name="Fan" userId="73b39abba4055029" providerId="LiveId" clId="{4543FC07-F948-4295-BABD-D02D5BDA30A1}" dt="2023-08-15T05:41:34.717" v="602" actId="478"/>
          <ac:picMkLst>
            <pc:docMk/>
            <pc:sldMk cId="1478980171" sldId="277"/>
            <ac:picMk id="1026" creationId="{FB0E954C-FD45-17BA-1823-583F55445718}"/>
          </ac:picMkLst>
        </pc:picChg>
        <pc:picChg chg="add mod">
          <ac:chgData name="Fan" userId="73b39abba4055029" providerId="LiveId" clId="{4543FC07-F948-4295-BABD-D02D5BDA30A1}" dt="2023-08-15T05:44:29.748" v="615" actId="14100"/>
          <ac:picMkLst>
            <pc:docMk/>
            <pc:sldMk cId="1478980171" sldId="277"/>
            <ac:picMk id="1028" creationId="{BAC5A7BF-C1CB-8D68-3FD0-2B8DC9F19C3A}"/>
          </ac:picMkLst>
        </pc:picChg>
        <pc:picChg chg="add del mod">
          <ac:chgData name="Fan" userId="73b39abba4055029" providerId="LiveId" clId="{4543FC07-F948-4295-BABD-D02D5BDA30A1}" dt="2023-08-15T05:48:03.532" v="635" actId="478"/>
          <ac:picMkLst>
            <pc:docMk/>
            <pc:sldMk cId="1478980171" sldId="277"/>
            <ac:picMk id="1030" creationId="{39CC2291-94D7-807A-8D9E-207F443C11D7}"/>
          </ac:picMkLst>
        </pc:picChg>
        <pc:picChg chg="add mod">
          <ac:chgData name="Fan" userId="73b39abba4055029" providerId="LiveId" clId="{4543FC07-F948-4295-BABD-D02D5BDA30A1}" dt="2023-08-15T05:51:28.982" v="653" actId="14100"/>
          <ac:picMkLst>
            <pc:docMk/>
            <pc:sldMk cId="1478980171" sldId="277"/>
            <ac:picMk id="1032" creationId="{E2633257-6C22-933E-2AB8-AC4BC738C1B9}"/>
          </ac:picMkLst>
        </pc:picChg>
      </pc:sldChg>
      <pc:sldChg chg="modSp mod">
        <pc:chgData name="Fan" userId="73b39abba4055029" providerId="LiveId" clId="{4543FC07-F948-4295-BABD-D02D5BDA30A1}" dt="2023-08-16T05:59:02.766" v="1416" actId="1076"/>
        <pc:sldMkLst>
          <pc:docMk/>
          <pc:sldMk cId="2904841685" sldId="278"/>
        </pc:sldMkLst>
        <pc:spChg chg="mod">
          <ac:chgData name="Fan" userId="73b39abba4055029" providerId="LiveId" clId="{4543FC07-F948-4295-BABD-D02D5BDA30A1}" dt="2023-08-15T06:00:11.672" v="822" actId="20577"/>
          <ac:spMkLst>
            <pc:docMk/>
            <pc:sldMk cId="2904841685" sldId="278"/>
            <ac:spMk id="3" creationId="{BFAB4675-0EA0-5625-6E60-CC92328C099D}"/>
          </ac:spMkLst>
        </pc:spChg>
        <pc:spChg chg="mod">
          <ac:chgData name="Fan" userId="73b39abba4055029" providerId="LiveId" clId="{4543FC07-F948-4295-BABD-D02D5BDA30A1}" dt="2023-08-16T05:59:02.766" v="1416" actId="1076"/>
          <ac:spMkLst>
            <pc:docMk/>
            <pc:sldMk cId="2904841685" sldId="278"/>
            <ac:spMk id="5" creationId="{E3ECAB6A-C0A3-69AB-F92E-8FCF7B6141F6}"/>
          </ac:spMkLst>
        </pc:spChg>
        <pc:spChg chg="mod">
          <ac:chgData name="Fan" userId="73b39abba4055029" providerId="LiveId" clId="{4543FC07-F948-4295-BABD-D02D5BDA30A1}" dt="2023-08-15T12:48:13.850" v="1214" actId="113"/>
          <ac:spMkLst>
            <pc:docMk/>
            <pc:sldMk cId="2904841685" sldId="278"/>
            <ac:spMk id="13" creationId="{22F8A58A-A8D4-BF0B-77B6-BBAD9C104870}"/>
          </ac:spMkLst>
        </pc:spChg>
        <pc:picChg chg="mod">
          <ac:chgData name="Fan" userId="73b39abba4055029" providerId="LiveId" clId="{4543FC07-F948-4295-BABD-D02D5BDA30A1}" dt="2023-08-15T06:14:42.439" v="853" actId="1076"/>
          <ac:picMkLst>
            <pc:docMk/>
            <pc:sldMk cId="2904841685" sldId="278"/>
            <ac:picMk id="7" creationId="{69B849E0-6D76-72AB-5F1C-25BC4E677F91}"/>
          </ac:picMkLst>
        </pc:picChg>
        <pc:picChg chg="mod">
          <ac:chgData name="Fan" userId="73b39abba4055029" providerId="LiveId" clId="{4543FC07-F948-4295-BABD-D02D5BDA30A1}" dt="2023-08-15T06:14:46" v="855" actId="1076"/>
          <ac:picMkLst>
            <pc:docMk/>
            <pc:sldMk cId="2904841685" sldId="278"/>
            <ac:picMk id="10" creationId="{09841939-CBA0-5CE5-6BCF-C0B18F30E95F}"/>
          </ac:picMkLst>
        </pc:picChg>
        <pc:picChg chg="mod">
          <ac:chgData name="Fan" userId="73b39abba4055029" providerId="LiveId" clId="{4543FC07-F948-4295-BABD-D02D5BDA30A1}" dt="2023-08-15T06:14:38.592" v="850" actId="14100"/>
          <ac:picMkLst>
            <pc:docMk/>
            <pc:sldMk cId="2904841685" sldId="278"/>
            <ac:picMk id="16" creationId="{11C602F0-0CA7-6ECB-5472-BDB366121D92}"/>
          </ac:picMkLst>
        </pc:picChg>
      </pc:sldChg>
      <pc:sldChg chg="addSp delSp modSp mod">
        <pc:chgData name="Fan" userId="73b39abba4055029" providerId="LiveId" clId="{4543FC07-F948-4295-BABD-D02D5BDA30A1}" dt="2023-08-17T06:45:44.778" v="3487" actId="1076"/>
        <pc:sldMkLst>
          <pc:docMk/>
          <pc:sldMk cId="3430371217" sldId="279"/>
        </pc:sldMkLst>
        <pc:spChg chg="mod">
          <ac:chgData name="Fan" userId="73b39abba4055029" providerId="LiveId" clId="{4543FC07-F948-4295-BABD-D02D5BDA30A1}" dt="2023-08-14T08:43:10.673" v="317" actId="27636"/>
          <ac:spMkLst>
            <pc:docMk/>
            <pc:sldMk cId="3430371217" sldId="279"/>
            <ac:spMk id="3" creationId="{08E2C3B7-3180-8E29-03BD-08448F9E2D71}"/>
          </ac:spMkLst>
        </pc:spChg>
        <pc:spChg chg="add mod">
          <ac:chgData name="Fan" userId="73b39abba4055029" providerId="LiveId" clId="{4543FC07-F948-4295-BABD-D02D5BDA30A1}" dt="2023-08-17T06:45:44.778" v="3487" actId="1076"/>
          <ac:spMkLst>
            <pc:docMk/>
            <pc:sldMk cId="3430371217" sldId="279"/>
            <ac:spMk id="3" creationId="{E82C96C0-2659-7749-AB68-1A9C4CA09BAA}"/>
          </ac:spMkLst>
        </pc:spChg>
        <pc:spChg chg="mod">
          <ac:chgData name="Fan" userId="73b39abba4055029" providerId="LiveId" clId="{4543FC07-F948-4295-BABD-D02D5BDA30A1}" dt="2023-08-14T08:39:48.613" v="237" actId="20577"/>
          <ac:spMkLst>
            <pc:docMk/>
            <pc:sldMk cId="3430371217" sldId="279"/>
            <ac:spMk id="6" creationId="{C36EB9F4-72C5-1090-E326-5B1B3A481D01}"/>
          </ac:spMkLst>
        </pc:spChg>
        <pc:spChg chg="del mod">
          <ac:chgData name="Fan" userId="73b39abba4055029" providerId="LiveId" clId="{4543FC07-F948-4295-BABD-D02D5BDA30A1}" dt="2023-08-17T06:45:31.182" v="3482"/>
          <ac:spMkLst>
            <pc:docMk/>
            <pc:sldMk cId="3430371217" sldId="279"/>
            <ac:spMk id="20" creationId="{6CE40DCB-87DA-0B09-0D42-46ECE479F4FF}"/>
          </ac:spMkLst>
        </pc:spChg>
      </pc:sldChg>
      <pc:sldChg chg="delSp modSp mod">
        <pc:chgData name="Fan" userId="73b39abba4055029" providerId="LiveId" clId="{4543FC07-F948-4295-BABD-D02D5BDA30A1}" dt="2023-08-17T06:45:00.298" v="3478" actId="478"/>
        <pc:sldMkLst>
          <pc:docMk/>
          <pc:sldMk cId="1427944363" sldId="280"/>
        </pc:sldMkLst>
        <pc:spChg chg="del mod">
          <ac:chgData name="Fan" userId="73b39abba4055029" providerId="LiveId" clId="{4543FC07-F948-4295-BABD-D02D5BDA30A1}" dt="2023-08-17T06:45:00.298" v="3478" actId="478"/>
          <ac:spMkLst>
            <pc:docMk/>
            <pc:sldMk cId="1427944363" sldId="280"/>
            <ac:spMk id="4" creationId="{FFE96278-BCBF-487D-5A53-06D84772D933}"/>
          </ac:spMkLst>
        </pc:spChg>
      </pc:sldChg>
      <pc:sldChg chg="modSp del mod">
        <pc:chgData name="Fan" userId="73b39abba4055029" providerId="LiveId" clId="{4543FC07-F948-4295-BABD-D02D5BDA30A1}" dt="2023-08-14T08:25:56.193" v="100" actId="47"/>
        <pc:sldMkLst>
          <pc:docMk/>
          <pc:sldMk cId="3415365333" sldId="282"/>
        </pc:sldMkLst>
        <pc:spChg chg="mod">
          <ac:chgData name="Fan" userId="73b39abba4055029" providerId="LiveId" clId="{4543FC07-F948-4295-BABD-D02D5BDA30A1}" dt="2023-08-14T08:25:42.485" v="97" actId="21"/>
          <ac:spMkLst>
            <pc:docMk/>
            <pc:sldMk cId="3415365333" sldId="282"/>
            <ac:spMk id="3" creationId="{C7658628-C0B6-CDD0-C82F-6D351B8B5891}"/>
          </ac:spMkLst>
        </pc:spChg>
      </pc:sldChg>
      <pc:sldChg chg="del">
        <pc:chgData name="Fan" userId="73b39abba4055029" providerId="LiveId" clId="{4543FC07-F948-4295-BABD-D02D5BDA30A1}" dt="2023-08-17T06:49:14.256" v="3489" actId="47"/>
        <pc:sldMkLst>
          <pc:docMk/>
          <pc:sldMk cId="3391628186" sldId="283"/>
        </pc:sldMkLst>
      </pc:sldChg>
      <pc:sldChg chg="addSp modSp mod">
        <pc:chgData name="Fan" userId="73b39abba4055029" providerId="LiveId" clId="{4543FC07-F948-4295-BABD-D02D5BDA30A1}" dt="2023-08-17T06:44:47.292" v="3476" actId="1076"/>
        <pc:sldMkLst>
          <pc:docMk/>
          <pc:sldMk cId="1171019282" sldId="284"/>
        </pc:sldMkLst>
        <pc:spChg chg="mod">
          <ac:chgData name="Fan" userId="73b39abba4055029" providerId="LiveId" clId="{4543FC07-F948-4295-BABD-D02D5BDA30A1}" dt="2023-08-17T06:44:31.219" v="3472" actId="21"/>
          <ac:spMkLst>
            <pc:docMk/>
            <pc:sldMk cId="1171019282" sldId="284"/>
            <ac:spMk id="3" creationId="{5F59B65A-9B52-76A4-E42F-2D1867CC207B}"/>
          </ac:spMkLst>
        </pc:spChg>
        <pc:spChg chg="add mod">
          <ac:chgData name="Fan" userId="73b39abba4055029" providerId="LiveId" clId="{4543FC07-F948-4295-BABD-D02D5BDA30A1}" dt="2023-08-17T06:44:47.292" v="3476" actId="1076"/>
          <ac:spMkLst>
            <pc:docMk/>
            <pc:sldMk cId="1171019282" sldId="284"/>
            <ac:spMk id="4" creationId="{3268FBB2-2681-17B1-B89C-5BEDAAFC2DA6}"/>
          </ac:spMkLst>
        </pc:spChg>
      </pc:sldChg>
      <pc:sldChg chg="addSp modSp mod">
        <pc:chgData name="Fan" userId="73b39abba4055029" providerId="LiveId" clId="{4543FC07-F948-4295-BABD-D02D5BDA30A1}" dt="2023-08-17T04:59:02.121" v="2196" actId="27636"/>
        <pc:sldMkLst>
          <pc:docMk/>
          <pc:sldMk cId="1530108901" sldId="285"/>
        </pc:sldMkLst>
        <pc:spChg chg="mod">
          <ac:chgData name="Fan" userId="73b39abba4055029" providerId="LiveId" clId="{4543FC07-F948-4295-BABD-D02D5BDA30A1}" dt="2023-08-17T04:59:02.121" v="2196" actId="27636"/>
          <ac:spMkLst>
            <pc:docMk/>
            <pc:sldMk cId="1530108901" sldId="285"/>
            <ac:spMk id="3" creationId="{8D5E9DD3-BF1D-D4F3-6778-0CE5860024B7}"/>
          </ac:spMkLst>
        </pc:spChg>
        <pc:spChg chg="add mod">
          <ac:chgData name="Fan" userId="73b39abba4055029" providerId="LiveId" clId="{4543FC07-F948-4295-BABD-D02D5BDA30A1}" dt="2023-08-15T13:14:25.199" v="1350" actId="20577"/>
          <ac:spMkLst>
            <pc:docMk/>
            <pc:sldMk cId="1530108901" sldId="285"/>
            <ac:spMk id="4" creationId="{6FA23431-D26D-BCBE-C0B7-46BA5546591D}"/>
          </ac:spMkLst>
        </pc:spChg>
      </pc:sldChg>
      <pc:sldChg chg="modSp mod">
        <pc:chgData name="Fan" userId="73b39abba4055029" providerId="LiveId" clId="{4543FC07-F948-4295-BABD-D02D5BDA30A1}" dt="2023-08-15T13:03:24.357" v="1300" actId="20577"/>
        <pc:sldMkLst>
          <pc:docMk/>
          <pc:sldMk cId="3281420797" sldId="286"/>
        </pc:sldMkLst>
        <pc:spChg chg="mod">
          <ac:chgData name="Fan" userId="73b39abba4055029" providerId="LiveId" clId="{4543FC07-F948-4295-BABD-D02D5BDA30A1}" dt="2023-08-15T13:03:24.357" v="1300" actId="20577"/>
          <ac:spMkLst>
            <pc:docMk/>
            <pc:sldMk cId="3281420797" sldId="286"/>
            <ac:spMk id="3" creationId="{F2A5FFCA-EF52-A01D-D836-6ACA492BBCDC}"/>
          </ac:spMkLst>
        </pc:spChg>
      </pc:sldChg>
      <pc:sldChg chg="modSp mod">
        <pc:chgData name="Fan" userId="73b39abba4055029" providerId="LiveId" clId="{4543FC07-F948-4295-BABD-D02D5BDA30A1}" dt="2023-08-17T04:59:41.143" v="2201"/>
        <pc:sldMkLst>
          <pc:docMk/>
          <pc:sldMk cId="2316146497" sldId="287"/>
        </pc:sldMkLst>
        <pc:spChg chg="mod">
          <ac:chgData name="Fan" userId="73b39abba4055029" providerId="LiveId" clId="{4543FC07-F948-4295-BABD-D02D5BDA30A1}" dt="2023-08-17T04:59:41.143" v="2201"/>
          <ac:spMkLst>
            <pc:docMk/>
            <pc:sldMk cId="2316146497" sldId="287"/>
            <ac:spMk id="3" creationId="{9E9BEBD1-6AC6-FCA5-1DE8-D6954B50A3FE}"/>
          </ac:spMkLst>
        </pc:spChg>
      </pc:sldChg>
      <pc:sldChg chg="modSp mod">
        <pc:chgData name="Fan" userId="73b39abba4055029" providerId="LiveId" clId="{4543FC07-F948-4295-BABD-D02D5BDA30A1}" dt="2023-08-17T12:03:55.068" v="3930" actId="1076"/>
        <pc:sldMkLst>
          <pc:docMk/>
          <pc:sldMk cId="2035874156" sldId="288"/>
        </pc:sldMkLst>
        <pc:spChg chg="mod">
          <ac:chgData name="Fan" userId="73b39abba4055029" providerId="LiveId" clId="{4543FC07-F948-4295-BABD-D02D5BDA30A1}" dt="2023-08-17T12:03:55.068" v="3930" actId="1076"/>
          <ac:spMkLst>
            <pc:docMk/>
            <pc:sldMk cId="2035874156" sldId="288"/>
            <ac:spMk id="4" creationId="{C72A247E-B4CF-25C1-1309-B3FE81BA7D56}"/>
          </ac:spMkLst>
        </pc:spChg>
      </pc:sldChg>
      <pc:sldChg chg="addSp delSp modSp mod">
        <pc:chgData name="Fan" userId="73b39abba4055029" providerId="LiveId" clId="{4543FC07-F948-4295-BABD-D02D5BDA30A1}" dt="2023-08-16T12:22:25.934" v="2184" actId="1076"/>
        <pc:sldMkLst>
          <pc:docMk/>
          <pc:sldMk cId="817730624" sldId="292"/>
        </pc:sldMkLst>
        <pc:spChg chg="add mod">
          <ac:chgData name="Fan" userId="73b39abba4055029" providerId="LiveId" clId="{4543FC07-F948-4295-BABD-D02D5BDA30A1}" dt="2023-08-16T06:54:00.410" v="1919" actId="1076"/>
          <ac:spMkLst>
            <pc:docMk/>
            <pc:sldMk cId="817730624" sldId="292"/>
            <ac:spMk id="4" creationId="{106EB7D7-4DA1-2412-6D7B-6246F279391D}"/>
          </ac:spMkLst>
        </pc:spChg>
        <pc:spChg chg="add mod">
          <ac:chgData name="Fan" userId="73b39abba4055029" providerId="LiveId" clId="{4543FC07-F948-4295-BABD-D02D5BDA30A1}" dt="2023-08-16T06:54:00.410" v="1919" actId="1076"/>
          <ac:spMkLst>
            <pc:docMk/>
            <pc:sldMk cId="817730624" sldId="292"/>
            <ac:spMk id="6" creationId="{87518E78-7ED4-9AA8-55C5-0426199BFD96}"/>
          </ac:spMkLst>
        </pc:spChg>
        <pc:spChg chg="add mod">
          <ac:chgData name="Fan" userId="73b39abba4055029" providerId="LiveId" clId="{4543FC07-F948-4295-BABD-D02D5BDA30A1}" dt="2023-08-16T06:54:00.410" v="1919" actId="1076"/>
          <ac:spMkLst>
            <pc:docMk/>
            <pc:sldMk cId="817730624" sldId="292"/>
            <ac:spMk id="8" creationId="{45B5C8BD-5A39-CE98-41CB-F37F946BCA32}"/>
          </ac:spMkLst>
        </pc:spChg>
        <pc:spChg chg="del mod">
          <ac:chgData name="Fan" userId="73b39abba4055029" providerId="LiveId" clId="{4543FC07-F948-4295-BABD-D02D5BDA30A1}" dt="2023-08-16T06:45:33.834" v="1864" actId="478"/>
          <ac:spMkLst>
            <pc:docMk/>
            <pc:sldMk cId="817730624" sldId="292"/>
            <ac:spMk id="9" creationId="{8BD366BF-6BBB-BE22-2994-F88D0C203A7F}"/>
          </ac:spMkLst>
        </pc:spChg>
        <pc:spChg chg="del mod">
          <ac:chgData name="Fan" userId="73b39abba4055029" providerId="LiveId" clId="{4543FC07-F948-4295-BABD-D02D5BDA30A1}" dt="2023-08-15T06:38:16.014" v="876"/>
          <ac:spMkLst>
            <pc:docMk/>
            <pc:sldMk cId="817730624" sldId="292"/>
            <ac:spMk id="10" creationId="{C77FECD6-D4AB-D75C-6342-06027D75DC9B}"/>
          </ac:spMkLst>
        </pc:spChg>
        <pc:spChg chg="mod">
          <ac:chgData name="Fan" userId="73b39abba4055029" providerId="LiveId" clId="{4543FC07-F948-4295-BABD-D02D5BDA30A1}" dt="2023-08-16T06:47:54.831" v="1871" actId="14100"/>
          <ac:spMkLst>
            <pc:docMk/>
            <pc:sldMk cId="817730624" sldId="292"/>
            <ac:spMk id="11" creationId="{AF33E3F5-640E-D9FC-5384-780FDAD43B29}"/>
          </ac:spMkLst>
        </pc:spChg>
        <pc:spChg chg="add mod">
          <ac:chgData name="Fan" userId="73b39abba4055029" providerId="LiveId" clId="{4543FC07-F948-4295-BABD-D02D5BDA30A1}" dt="2023-08-16T06:54:00.410" v="1919" actId="1076"/>
          <ac:spMkLst>
            <pc:docMk/>
            <pc:sldMk cId="817730624" sldId="292"/>
            <ac:spMk id="12" creationId="{F2EA3DC4-4A2C-5B0B-A1A8-ADD89ACFC480}"/>
          </ac:spMkLst>
        </pc:spChg>
        <pc:picChg chg="mod">
          <ac:chgData name="Fan" userId="73b39abba4055029" providerId="LiveId" clId="{4543FC07-F948-4295-BABD-D02D5BDA30A1}" dt="2023-08-16T12:22:25.934" v="2184" actId="1076"/>
          <ac:picMkLst>
            <pc:docMk/>
            <pc:sldMk cId="817730624" sldId="292"/>
            <ac:picMk id="5" creationId="{0301C051-F67B-CE95-4285-0AD5DEED4842}"/>
          </ac:picMkLst>
        </pc:picChg>
        <pc:picChg chg="mod">
          <ac:chgData name="Fan" userId="73b39abba4055029" providerId="LiveId" clId="{4543FC07-F948-4295-BABD-D02D5BDA30A1}" dt="2023-08-16T06:54:00.410" v="1919" actId="1076"/>
          <ac:picMkLst>
            <pc:docMk/>
            <pc:sldMk cId="817730624" sldId="292"/>
            <ac:picMk id="7" creationId="{AF64F0FF-DA16-22AA-2D91-A82C45DCB6A3}"/>
          </ac:picMkLst>
        </pc:picChg>
        <pc:picChg chg="add mod">
          <ac:chgData name="Fan" userId="73b39abba4055029" providerId="LiveId" clId="{4543FC07-F948-4295-BABD-D02D5BDA30A1}" dt="2023-08-16T06:54:00.410" v="1919" actId="1076"/>
          <ac:picMkLst>
            <pc:docMk/>
            <pc:sldMk cId="817730624" sldId="292"/>
            <ac:picMk id="10" creationId="{83BBEC98-E0BE-8418-EFD7-55356A84F60F}"/>
          </ac:picMkLst>
        </pc:picChg>
        <pc:picChg chg="add mod">
          <ac:chgData name="Fan" userId="73b39abba4055029" providerId="LiveId" clId="{4543FC07-F948-4295-BABD-D02D5BDA30A1}" dt="2023-08-16T06:54:00.410" v="1919" actId="1076"/>
          <ac:picMkLst>
            <pc:docMk/>
            <pc:sldMk cId="817730624" sldId="292"/>
            <ac:picMk id="1026" creationId="{424885DD-5826-1391-5456-BBB48FA12B14}"/>
          </ac:picMkLst>
        </pc:picChg>
        <pc:picChg chg="add mod">
          <ac:chgData name="Fan" userId="73b39abba4055029" providerId="LiveId" clId="{4543FC07-F948-4295-BABD-D02D5BDA30A1}" dt="2023-08-16T06:54:00.410" v="1919" actId="1076"/>
          <ac:picMkLst>
            <pc:docMk/>
            <pc:sldMk cId="817730624" sldId="292"/>
            <ac:picMk id="1028" creationId="{591CF855-862C-E752-293D-03001A0307DC}"/>
          </ac:picMkLst>
        </pc:picChg>
      </pc:sldChg>
      <pc:sldChg chg="modSp mod">
        <pc:chgData name="Fan" userId="73b39abba4055029" providerId="LiveId" clId="{4543FC07-F948-4295-BABD-D02D5BDA30A1}" dt="2023-08-17T10:03:48.936" v="3538" actId="115"/>
        <pc:sldMkLst>
          <pc:docMk/>
          <pc:sldMk cId="374132600" sldId="293"/>
        </pc:sldMkLst>
        <pc:spChg chg="mod">
          <ac:chgData name="Fan" userId="73b39abba4055029" providerId="LiveId" clId="{4543FC07-F948-4295-BABD-D02D5BDA30A1}" dt="2023-08-17T05:03:06.611" v="2219" actId="20577"/>
          <ac:spMkLst>
            <pc:docMk/>
            <pc:sldMk cId="374132600" sldId="293"/>
            <ac:spMk id="3" creationId="{BFAB4675-0EA0-5625-6E60-CC92328C099D}"/>
          </ac:spMkLst>
        </pc:spChg>
        <pc:spChg chg="mod">
          <ac:chgData name="Fan" userId="73b39abba4055029" providerId="LiveId" clId="{4543FC07-F948-4295-BABD-D02D5BDA30A1}" dt="2023-08-16T07:08:27.282" v="2125" actId="1076"/>
          <ac:spMkLst>
            <pc:docMk/>
            <pc:sldMk cId="374132600" sldId="293"/>
            <ac:spMk id="7" creationId="{9993A2B9-51DB-FDB5-91A5-D9CA460B1DC6}"/>
          </ac:spMkLst>
        </pc:spChg>
        <pc:spChg chg="mod">
          <ac:chgData name="Fan" userId="73b39abba4055029" providerId="LiveId" clId="{4543FC07-F948-4295-BABD-D02D5BDA30A1}" dt="2023-08-16T07:05:07.069" v="2075" actId="1076"/>
          <ac:spMkLst>
            <pc:docMk/>
            <pc:sldMk cId="374132600" sldId="293"/>
            <ac:spMk id="12" creationId="{33E6C77A-CAAB-9DAE-C0EA-2E1CB52345B2}"/>
          </ac:spMkLst>
        </pc:spChg>
        <pc:spChg chg="mod">
          <ac:chgData name="Fan" userId="73b39abba4055029" providerId="LiveId" clId="{4543FC07-F948-4295-BABD-D02D5BDA30A1}" dt="2023-08-17T10:03:48.936" v="3538" actId="115"/>
          <ac:spMkLst>
            <pc:docMk/>
            <pc:sldMk cId="374132600" sldId="293"/>
            <ac:spMk id="14" creationId="{85DB416B-B280-0723-94DF-16C8E675A881}"/>
          </ac:spMkLst>
        </pc:spChg>
        <pc:picChg chg="mod">
          <ac:chgData name="Fan" userId="73b39abba4055029" providerId="LiveId" clId="{4543FC07-F948-4295-BABD-D02D5BDA30A1}" dt="2023-08-16T07:07:10.372" v="2101" actId="1076"/>
          <ac:picMkLst>
            <pc:docMk/>
            <pc:sldMk cId="374132600" sldId="293"/>
            <ac:picMk id="10" creationId="{CB963AEC-FE31-A795-89F0-93AD32EF5428}"/>
          </ac:picMkLst>
        </pc:picChg>
        <pc:picChg chg="mod">
          <ac:chgData name="Fan" userId="73b39abba4055029" providerId="LiveId" clId="{4543FC07-F948-4295-BABD-D02D5BDA30A1}" dt="2023-08-16T07:07:40.862" v="2106" actId="1076"/>
          <ac:picMkLst>
            <pc:docMk/>
            <pc:sldMk cId="374132600" sldId="293"/>
            <ac:picMk id="11" creationId="{40D64F87-1A17-ED8D-F0D6-4EDF34683F73}"/>
          </ac:picMkLst>
        </pc:picChg>
      </pc:sldChg>
      <pc:sldChg chg="addSp delSp modSp mod">
        <pc:chgData name="Fan" userId="73b39abba4055029" providerId="LiveId" clId="{4543FC07-F948-4295-BABD-D02D5BDA30A1}" dt="2023-08-17T05:20:34.263" v="2281" actId="2711"/>
        <pc:sldMkLst>
          <pc:docMk/>
          <pc:sldMk cId="1436757068" sldId="294"/>
        </pc:sldMkLst>
        <pc:spChg chg="mod">
          <ac:chgData name="Fan" userId="73b39abba4055029" providerId="LiveId" clId="{4543FC07-F948-4295-BABD-D02D5BDA30A1}" dt="2023-08-16T06:58:20.798" v="1969" actId="1076"/>
          <ac:spMkLst>
            <pc:docMk/>
            <pc:sldMk cId="1436757068" sldId="294"/>
            <ac:spMk id="3" creationId="{BFAB4675-0EA0-5625-6E60-CC92328C099D}"/>
          </ac:spMkLst>
        </pc:spChg>
        <pc:spChg chg="add del mod">
          <ac:chgData name="Fan" userId="73b39abba4055029" providerId="LiveId" clId="{4543FC07-F948-4295-BABD-D02D5BDA30A1}" dt="2023-08-16T07:05:23.394" v="2079" actId="478"/>
          <ac:spMkLst>
            <pc:docMk/>
            <pc:sldMk cId="1436757068" sldId="294"/>
            <ac:spMk id="6" creationId="{4E2C3D37-02C6-0B88-7EA1-901B5FB066FE}"/>
          </ac:spMkLst>
        </pc:spChg>
        <pc:spChg chg="mod">
          <ac:chgData name="Fan" userId="73b39abba4055029" providerId="LiveId" clId="{4543FC07-F948-4295-BABD-D02D5BDA30A1}" dt="2023-08-17T05:01:29.229" v="2206" actId="1076"/>
          <ac:spMkLst>
            <pc:docMk/>
            <pc:sldMk cId="1436757068" sldId="294"/>
            <ac:spMk id="9" creationId="{8BD366BF-6BBB-BE22-2994-F88D0C203A7F}"/>
          </ac:spMkLst>
        </pc:spChg>
        <pc:spChg chg="mod">
          <ac:chgData name="Fan" userId="73b39abba4055029" providerId="LiveId" clId="{4543FC07-F948-4295-BABD-D02D5BDA30A1}" dt="2023-08-17T05:20:34.263" v="2281" actId="2711"/>
          <ac:spMkLst>
            <pc:docMk/>
            <pc:sldMk cId="1436757068" sldId="294"/>
            <ac:spMk id="10" creationId="{71AD569E-3452-5EB0-9ECF-FD1736F5C07D}"/>
          </ac:spMkLst>
        </pc:spChg>
        <pc:spChg chg="add mod">
          <ac:chgData name="Fan" userId="73b39abba4055029" providerId="LiveId" clId="{4543FC07-F948-4295-BABD-D02D5BDA30A1}" dt="2023-08-17T05:01:41.401" v="2209" actId="14100"/>
          <ac:spMkLst>
            <pc:docMk/>
            <pc:sldMk cId="1436757068" sldId="294"/>
            <ac:spMk id="11" creationId="{B0422CD1-5F31-F95C-AF11-895A6FB417D7}"/>
          </ac:spMkLst>
        </pc:spChg>
        <pc:spChg chg="add mod">
          <ac:chgData name="Fan" userId="73b39abba4055029" providerId="LiveId" clId="{4543FC07-F948-4295-BABD-D02D5BDA30A1}" dt="2023-08-17T05:01:34.725" v="2207" actId="1076"/>
          <ac:spMkLst>
            <pc:docMk/>
            <pc:sldMk cId="1436757068" sldId="294"/>
            <ac:spMk id="13" creationId="{0F669645-0B05-0A77-B1D4-04D86BFF0789}"/>
          </ac:spMkLst>
        </pc:spChg>
        <pc:spChg chg="add mod">
          <ac:chgData name="Fan" userId="73b39abba4055029" providerId="LiveId" clId="{4543FC07-F948-4295-BABD-D02D5BDA30A1}" dt="2023-08-17T05:01:36.808" v="2208" actId="1076"/>
          <ac:spMkLst>
            <pc:docMk/>
            <pc:sldMk cId="1436757068" sldId="294"/>
            <ac:spMk id="14" creationId="{DF227F1D-033B-902A-FF65-E4B76F9EDD3C}"/>
          </ac:spMkLst>
        </pc:spChg>
        <pc:picChg chg="add del mod">
          <ac:chgData name="Fan" userId="73b39abba4055029" providerId="LiveId" clId="{4543FC07-F948-4295-BABD-D02D5BDA30A1}" dt="2023-08-17T05:20:06.329" v="2279" actId="478"/>
          <ac:picMkLst>
            <pc:docMk/>
            <pc:sldMk cId="1436757068" sldId="294"/>
            <ac:picMk id="4" creationId="{39BBF21D-0AE7-8027-7B8A-6C5DCE98A8B3}"/>
          </ac:picMkLst>
        </pc:picChg>
        <pc:picChg chg="del">
          <ac:chgData name="Fan" userId="73b39abba4055029" providerId="LiveId" clId="{4543FC07-F948-4295-BABD-D02D5BDA30A1}" dt="2023-08-16T06:54:07.281" v="1920" actId="478"/>
          <ac:picMkLst>
            <pc:docMk/>
            <pc:sldMk cId="1436757068" sldId="294"/>
            <ac:picMk id="5" creationId="{734B3D14-2D86-8BF0-D1A6-601007470E3B}"/>
          </ac:picMkLst>
        </pc:picChg>
        <pc:picChg chg="del mod">
          <ac:chgData name="Fan" userId="73b39abba4055029" providerId="LiveId" clId="{4543FC07-F948-4295-BABD-D02D5BDA30A1}" dt="2023-08-16T07:04:04.954" v="2062" actId="478"/>
          <ac:picMkLst>
            <pc:docMk/>
            <pc:sldMk cId="1436757068" sldId="294"/>
            <ac:picMk id="7" creationId="{D34389EC-222C-E088-0E76-CC959FF73976}"/>
          </ac:picMkLst>
        </pc:picChg>
        <pc:picChg chg="add mod">
          <ac:chgData name="Fan" userId="73b39abba4055029" providerId="LiveId" clId="{4543FC07-F948-4295-BABD-D02D5BDA30A1}" dt="2023-08-16T07:02:19.595" v="2060" actId="1076"/>
          <ac:picMkLst>
            <pc:docMk/>
            <pc:sldMk cId="1436757068" sldId="294"/>
            <ac:picMk id="12" creationId="{35740486-30CF-84E4-FAD8-179CAB4395C9}"/>
          </ac:picMkLst>
        </pc:picChg>
        <pc:picChg chg="add mod">
          <ac:chgData name="Fan" userId="73b39abba4055029" providerId="LiveId" clId="{4543FC07-F948-4295-BABD-D02D5BDA30A1}" dt="2023-08-16T07:05:32.012" v="2081" actId="1076"/>
          <ac:picMkLst>
            <pc:docMk/>
            <pc:sldMk cId="1436757068" sldId="294"/>
            <ac:picMk id="15" creationId="{6C07DCF7-D6CD-7041-4EE9-C8F6BDB23AE0}"/>
          </ac:picMkLst>
        </pc:picChg>
        <pc:picChg chg="add del mod">
          <ac:chgData name="Fan" userId="73b39abba4055029" providerId="LiveId" clId="{4543FC07-F948-4295-BABD-D02D5BDA30A1}" dt="2023-08-16T06:56:29.001" v="1960" actId="478"/>
          <ac:picMkLst>
            <pc:docMk/>
            <pc:sldMk cId="1436757068" sldId="294"/>
            <ac:picMk id="2050" creationId="{0AEAEF3E-F784-62E8-361E-C44421ECD3FE}"/>
          </ac:picMkLst>
        </pc:picChg>
        <pc:picChg chg="add mod">
          <ac:chgData name="Fan" userId="73b39abba4055029" providerId="LiveId" clId="{4543FC07-F948-4295-BABD-D02D5BDA30A1}" dt="2023-08-16T07:02:01.158" v="2055" actId="1076"/>
          <ac:picMkLst>
            <pc:docMk/>
            <pc:sldMk cId="1436757068" sldId="294"/>
            <ac:picMk id="2052" creationId="{8C01AE86-DF73-28CC-9C74-81F138213D31}"/>
          </ac:picMkLst>
        </pc:picChg>
        <pc:picChg chg="add del mod">
          <ac:chgData name="Fan" userId="73b39abba4055029" providerId="LiveId" clId="{4543FC07-F948-4295-BABD-D02D5BDA30A1}" dt="2023-08-16T07:00:10.964" v="2020" actId="478"/>
          <ac:picMkLst>
            <pc:docMk/>
            <pc:sldMk cId="1436757068" sldId="294"/>
            <ac:picMk id="2054" creationId="{FE537B95-8897-C2F9-6BC6-6670921BF2C9}"/>
          </ac:picMkLst>
        </pc:picChg>
        <pc:picChg chg="add mod">
          <ac:chgData name="Fan" userId="73b39abba4055029" providerId="LiveId" clId="{4543FC07-F948-4295-BABD-D02D5BDA30A1}" dt="2023-08-16T07:02:05.966" v="2056" actId="1076"/>
          <ac:picMkLst>
            <pc:docMk/>
            <pc:sldMk cId="1436757068" sldId="294"/>
            <ac:picMk id="2056" creationId="{5BF09AD1-4B88-8AD2-D184-5920B2637CAC}"/>
          </ac:picMkLst>
        </pc:picChg>
      </pc:sldChg>
      <pc:sldChg chg="modSp mod">
        <pc:chgData name="Fan" userId="73b39abba4055029" providerId="LiveId" clId="{4543FC07-F948-4295-BABD-D02D5BDA30A1}" dt="2023-08-16T07:09:54.268" v="2137" actId="20577"/>
        <pc:sldMkLst>
          <pc:docMk/>
          <pc:sldMk cId="1912753392" sldId="295"/>
        </pc:sldMkLst>
        <pc:spChg chg="mod">
          <ac:chgData name="Fan" userId="73b39abba4055029" providerId="LiveId" clId="{4543FC07-F948-4295-BABD-D02D5BDA30A1}" dt="2023-08-16T07:09:54.268" v="2137" actId="20577"/>
          <ac:spMkLst>
            <pc:docMk/>
            <pc:sldMk cId="1912753392" sldId="295"/>
            <ac:spMk id="2" creationId="{E167BD63-C8D2-9F77-B5FB-182640C065D0}"/>
          </ac:spMkLst>
        </pc:spChg>
      </pc:sldChg>
      <pc:sldChg chg="add">
        <pc:chgData name="Fan" userId="73b39abba4055029" providerId="LiveId" clId="{4543FC07-F948-4295-BABD-D02D5BDA30A1}" dt="2023-08-16T06:05:04.727" v="1418"/>
        <pc:sldMkLst>
          <pc:docMk/>
          <pc:sldMk cId="2438719408" sldId="296"/>
        </pc:sldMkLst>
      </pc:sldChg>
      <pc:sldChg chg="del">
        <pc:chgData name="Fan" userId="73b39abba4055029" providerId="LiveId" clId="{4543FC07-F948-4295-BABD-D02D5BDA30A1}" dt="2023-08-16T06:04:52.750" v="1417" actId="2696"/>
        <pc:sldMkLst>
          <pc:docMk/>
          <pc:sldMk cId="2800054006" sldId="296"/>
        </pc:sldMkLst>
      </pc:sldChg>
      <pc:sldChg chg="modSp del">
        <pc:chgData name="Fan" userId="73b39abba4055029" providerId="LiveId" clId="{4543FC07-F948-4295-BABD-D02D5BDA30A1}" dt="2023-08-16T06:04:52.750" v="1417" actId="2696"/>
        <pc:sldMkLst>
          <pc:docMk/>
          <pc:sldMk cId="561418844" sldId="297"/>
        </pc:sldMkLst>
        <pc:picChg chg="mod">
          <ac:chgData name="Fan" userId="73b39abba4055029" providerId="LiveId" clId="{4543FC07-F948-4295-BABD-D02D5BDA30A1}" dt="2023-08-14T07:18:25.187" v="2" actId="1076"/>
          <ac:picMkLst>
            <pc:docMk/>
            <pc:sldMk cId="561418844" sldId="297"/>
            <ac:picMk id="3" creationId="{B2CD4CA4-776A-C5DD-4907-887FBB9F59AA}"/>
          </ac:picMkLst>
        </pc:picChg>
        <pc:picChg chg="mod">
          <ac:chgData name="Fan" userId="73b39abba4055029" providerId="LiveId" clId="{4543FC07-F948-4295-BABD-D02D5BDA30A1}" dt="2023-08-14T07:18:28.183" v="3" actId="1076"/>
          <ac:picMkLst>
            <pc:docMk/>
            <pc:sldMk cId="561418844" sldId="297"/>
            <ac:picMk id="8" creationId="{C4CC4E85-F745-12DB-C12D-0BBA42FB6128}"/>
          </ac:picMkLst>
        </pc:picChg>
      </pc:sldChg>
      <pc:sldChg chg="add">
        <pc:chgData name="Fan" userId="73b39abba4055029" providerId="LiveId" clId="{4543FC07-F948-4295-BABD-D02D5BDA30A1}" dt="2023-08-16T06:05:04.727" v="1418"/>
        <pc:sldMkLst>
          <pc:docMk/>
          <pc:sldMk cId="2822890541" sldId="297"/>
        </pc:sldMkLst>
      </pc:sldChg>
      <pc:sldChg chg="add">
        <pc:chgData name="Fan" userId="73b39abba4055029" providerId="LiveId" clId="{4543FC07-F948-4295-BABD-D02D5BDA30A1}" dt="2023-08-16T06:05:04.727" v="1418"/>
        <pc:sldMkLst>
          <pc:docMk/>
          <pc:sldMk cId="297419190" sldId="298"/>
        </pc:sldMkLst>
      </pc:sldChg>
      <pc:sldChg chg="modSp del">
        <pc:chgData name="Fan" userId="73b39abba4055029" providerId="LiveId" clId="{4543FC07-F948-4295-BABD-D02D5BDA30A1}" dt="2023-08-16T06:04:52.750" v="1417" actId="2696"/>
        <pc:sldMkLst>
          <pc:docMk/>
          <pc:sldMk cId="1124812094" sldId="298"/>
        </pc:sldMkLst>
        <pc:picChg chg="mod">
          <ac:chgData name="Fan" userId="73b39abba4055029" providerId="LiveId" clId="{4543FC07-F948-4295-BABD-D02D5BDA30A1}" dt="2023-08-14T07:18:37.744" v="4" actId="1076"/>
          <ac:picMkLst>
            <pc:docMk/>
            <pc:sldMk cId="1124812094" sldId="298"/>
            <ac:picMk id="3" creationId="{906D188A-0337-AED7-F9A6-D9B15BB57D99}"/>
          </ac:picMkLst>
        </pc:picChg>
        <pc:picChg chg="mod">
          <ac:chgData name="Fan" userId="73b39abba4055029" providerId="LiveId" clId="{4543FC07-F948-4295-BABD-D02D5BDA30A1}" dt="2023-08-14T07:18:43.817" v="5" actId="1076"/>
          <ac:picMkLst>
            <pc:docMk/>
            <pc:sldMk cId="1124812094" sldId="298"/>
            <ac:picMk id="8" creationId="{3A8FF95B-A9F6-5802-90E3-7AC0F4AC54B8}"/>
          </ac:picMkLst>
        </pc:picChg>
      </pc:sldChg>
      <pc:sldChg chg="modSp mod">
        <pc:chgData name="Fan" userId="73b39abba4055029" providerId="LiveId" clId="{4543FC07-F948-4295-BABD-D02D5BDA30A1}" dt="2023-08-17T06:50:09.841" v="3491" actId="1076"/>
        <pc:sldMkLst>
          <pc:docMk/>
          <pc:sldMk cId="2719205391" sldId="299"/>
        </pc:sldMkLst>
        <pc:picChg chg="mod">
          <ac:chgData name="Fan" userId="73b39abba4055029" providerId="LiveId" clId="{4543FC07-F948-4295-BABD-D02D5BDA30A1}" dt="2023-08-17T06:50:09.841" v="3491" actId="1076"/>
          <ac:picMkLst>
            <pc:docMk/>
            <pc:sldMk cId="2719205391" sldId="299"/>
            <ac:picMk id="3" creationId="{39A842D1-63EA-D806-8202-EE69E4B9D7D6}"/>
          </ac:picMkLst>
        </pc:picChg>
      </pc:sldChg>
      <pc:sldChg chg="addSp delSp modSp mod">
        <pc:chgData name="Fan" userId="73b39abba4055029" providerId="LiveId" clId="{4543FC07-F948-4295-BABD-D02D5BDA30A1}" dt="2023-08-17T10:05:24.600" v="3554" actId="478"/>
        <pc:sldMkLst>
          <pc:docMk/>
          <pc:sldMk cId="1647851755" sldId="300"/>
        </pc:sldMkLst>
        <pc:spChg chg="add mod">
          <ac:chgData name="Fan" userId="73b39abba4055029" providerId="LiveId" clId="{4543FC07-F948-4295-BABD-D02D5BDA30A1}" dt="2023-08-17T10:05:12.483" v="3553" actId="1076"/>
          <ac:spMkLst>
            <pc:docMk/>
            <pc:sldMk cId="1647851755" sldId="300"/>
            <ac:spMk id="3" creationId="{DAC80CEA-D1A9-D4BF-A225-E2277735E64C}"/>
          </ac:spMkLst>
        </pc:spChg>
        <pc:spChg chg="del mod">
          <ac:chgData name="Fan" userId="73b39abba4055029" providerId="LiveId" clId="{4543FC07-F948-4295-BABD-D02D5BDA30A1}" dt="2023-08-17T10:05:24.600" v="3554" actId="478"/>
          <ac:spMkLst>
            <pc:docMk/>
            <pc:sldMk cId="1647851755" sldId="300"/>
            <ac:spMk id="8" creationId="{24E76CD5-7721-D229-34A3-42ADBF08F838}"/>
          </ac:spMkLst>
        </pc:spChg>
        <pc:spChg chg="mod">
          <ac:chgData name="Fan" userId="73b39abba4055029" providerId="LiveId" clId="{4543FC07-F948-4295-BABD-D02D5BDA30A1}" dt="2023-08-14T07:42:44.704" v="12" actId="1076"/>
          <ac:spMkLst>
            <pc:docMk/>
            <pc:sldMk cId="1647851755" sldId="300"/>
            <ac:spMk id="16" creationId="{C841FF4D-098D-6A37-7723-248CDC9725FA}"/>
          </ac:spMkLst>
        </pc:spChg>
        <pc:spChg chg="mod">
          <ac:chgData name="Fan" userId="73b39abba4055029" providerId="LiveId" clId="{4543FC07-F948-4295-BABD-D02D5BDA30A1}" dt="2023-08-14T07:45:40.223" v="31" actId="1076"/>
          <ac:spMkLst>
            <pc:docMk/>
            <pc:sldMk cId="1647851755" sldId="300"/>
            <ac:spMk id="17" creationId="{3C3C3BA8-27EB-63D2-5EE3-A6D635B2022A}"/>
          </ac:spMkLst>
        </pc:spChg>
      </pc:sldChg>
      <pc:sldChg chg="addSp delSp modSp mod">
        <pc:chgData name="Fan" userId="73b39abba4055029" providerId="LiveId" clId="{4543FC07-F948-4295-BABD-D02D5BDA30A1}" dt="2023-08-17T09:15:47.943" v="3503" actId="14100"/>
        <pc:sldMkLst>
          <pc:docMk/>
          <pc:sldMk cId="1129712445" sldId="301"/>
        </pc:sldMkLst>
        <pc:spChg chg="mod">
          <ac:chgData name="Fan" userId="73b39abba4055029" providerId="LiveId" clId="{4543FC07-F948-4295-BABD-D02D5BDA30A1}" dt="2023-08-17T06:42:06.924" v="3453" actId="21"/>
          <ac:spMkLst>
            <pc:docMk/>
            <pc:sldMk cId="1129712445" sldId="301"/>
            <ac:spMk id="3" creationId="{DE0DD2BD-D8D2-1B30-123F-B04979D2EF01}"/>
          </ac:spMkLst>
        </pc:spChg>
        <pc:spChg chg="del mod">
          <ac:chgData name="Fan" userId="73b39abba4055029" providerId="LiveId" clId="{4543FC07-F948-4295-BABD-D02D5BDA30A1}" dt="2023-08-17T05:31:43.022" v="2457" actId="478"/>
          <ac:spMkLst>
            <pc:docMk/>
            <pc:sldMk cId="1129712445" sldId="301"/>
            <ac:spMk id="6" creationId="{C7A4B176-95BE-6ECB-1D15-2804E060B331}"/>
          </ac:spMkLst>
        </pc:spChg>
        <pc:spChg chg="mod">
          <ac:chgData name="Fan" userId="73b39abba4055029" providerId="LiveId" clId="{4543FC07-F948-4295-BABD-D02D5BDA30A1}" dt="2023-08-17T09:14:46.196" v="3501" actId="12789"/>
          <ac:spMkLst>
            <pc:docMk/>
            <pc:sldMk cId="1129712445" sldId="301"/>
            <ac:spMk id="7" creationId="{F542125B-1B61-DA2E-030A-6AA3FD5667F9}"/>
          </ac:spMkLst>
        </pc:spChg>
        <pc:spChg chg="del mod">
          <ac:chgData name="Fan" userId="73b39abba4055029" providerId="LiveId" clId="{4543FC07-F948-4295-BABD-D02D5BDA30A1}" dt="2023-08-17T05:43:38.017" v="2574" actId="478"/>
          <ac:spMkLst>
            <pc:docMk/>
            <pc:sldMk cId="1129712445" sldId="301"/>
            <ac:spMk id="8" creationId="{9377F2BE-C2A7-A8A7-B294-BCF71EE6965A}"/>
          </ac:spMkLst>
        </pc:spChg>
        <pc:spChg chg="del">
          <ac:chgData name="Fan" userId="73b39abba4055029" providerId="LiveId" clId="{4543FC07-F948-4295-BABD-D02D5BDA30A1}" dt="2023-08-17T05:44:12.933" v="2578" actId="478"/>
          <ac:spMkLst>
            <pc:docMk/>
            <pc:sldMk cId="1129712445" sldId="301"/>
            <ac:spMk id="10" creationId="{0993861B-5520-D798-DCCC-D81E5ABEA7E1}"/>
          </ac:spMkLst>
        </pc:spChg>
        <pc:spChg chg="add del mod">
          <ac:chgData name="Fan" userId="73b39abba4055029" providerId="LiveId" clId="{4543FC07-F948-4295-BABD-D02D5BDA30A1}" dt="2023-08-17T05:32:10.920" v="2465" actId="22"/>
          <ac:spMkLst>
            <pc:docMk/>
            <pc:sldMk cId="1129712445" sldId="301"/>
            <ac:spMk id="14" creationId="{1E41229A-AAC6-6431-4753-FC32855605DB}"/>
          </ac:spMkLst>
        </pc:spChg>
        <pc:spChg chg="add mod">
          <ac:chgData name="Fan" userId="73b39abba4055029" providerId="LiveId" clId="{4543FC07-F948-4295-BABD-D02D5BDA30A1}" dt="2023-08-17T09:15:47.943" v="3503" actId="14100"/>
          <ac:spMkLst>
            <pc:docMk/>
            <pc:sldMk cId="1129712445" sldId="301"/>
            <ac:spMk id="15" creationId="{2816716A-959D-1840-D6C0-376DDAB6885C}"/>
          </ac:spMkLst>
        </pc:spChg>
        <pc:spChg chg="add del mod">
          <ac:chgData name="Fan" userId="73b39abba4055029" providerId="LiveId" clId="{4543FC07-F948-4295-BABD-D02D5BDA30A1}" dt="2023-08-17T05:34:23.957" v="2481" actId="478"/>
          <ac:spMkLst>
            <pc:docMk/>
            <pc:sldMk cId="1129712445" sldId="301"/>
            <ac:spMk id="16" creationId="{89D97771-7EA7-1D51-8034-F6244DE1E751}"/>
          </ac:spMkLst>
        </pc:spChg>
        <pc:spChg chg="add mod">
          <ac:chgData name="Fan" userId="73b39abba4055029" providerId="LiveId" clId="{4543FC07-F948-4295-BABD-D02D5BDA30A1}" dt="2023-08-17T09:14:46.196" v="3501" actId="12789"/>
          <ac:spMkLst>
            <pc:docMk/>
            <pc:sldMk cId="1129712445" sldId="301"/>
            <ac:spMk id="18" creationId="{0CB32E1C-1F9E-7BF2-456F-B1ECFB1E042C}"/>
          </ac:spMkLst>
        </pc:spChg>
        <pc:spChg chg="add mod">
          <ac:chgData name="Fan" userId="73b39abba4055029" providerId="LiveId" clId="{4543FC07-F948-4295-BABD-D02D5BDA30A1}" dt="2023-08-17T09:14:46.196" v="3501" actId="12789"/>
          <ac:spMkLst>
            <pc:docMk/>
            <pc:sldMk cId="1129712445" sldId="301"/>
            <ac:spMk id="20" creationId="{95D72AF7-F037-40A5-789E-A4A423261A5E}"/>
          </ac:spMkLst>
        </pc:spChg>
        <pc:spChg chg="add mod">
          <ac:chgData name="Fan" userId="73b39abba4055029" providerId="LiveId" clId="{4543FC07-F948-4295-BABD-D02D5BDA30A1}" dt="2023-08-17T05:40:19.794" v="2537" actId="571"/>
          <ac:spMkLst>
            <pc:docMk/>
            <pc:sldMk cId="1129712445" sldId="301"/>
            <ac:spMk id="23" creationId="{DB36709D-23DC-8C62-4290-C87DB5199779}"/>
          </ac:spMkLst>
        </pc:spChg>
        <pc:spChg chg="add mod">
          <ac:chgData name="Fan" userId="73b39abba4055029" providerId="LiveId" clId="{4543FC07-F948-4295-BABD-D02D5BDA30A1}" dt="2023-08-17T05:40:19.794" v="2537" actId="571"/>
          <ac:spMkLst>
            <pc:docMk/>
            <pc:sldMk cId="1129712445" sldId="301"/>
            <ac:spMk id="26" creationId="{BD75F758-0FD3-903A-C49D-D054C0443247}"/>
          </ac:spMkLst>
        </pc:spChg>
        <pc:spChg chg="add mod">
          <ac:chgData name="Fan" userId="73b39abba4055029" providerId="LiveId" clId="{4543FC07-F948-4295-BABD-D02D5BDA30A1}" dt="2023-08-17T05:40:19.794" v="2537" actId="571"/>
          <ac:spMkLst>
            <pc:docMk/>
            <pc:sldMk cId="1129712445" sldId="301"/>
            <ac:spMk id="27" creationId="{203FD78D-A49D-CC8F-C58C-BFDA3B3A9106}"/>
          </ac:spMkLst>
        </pc:spChg>
        <pc:spChg chg="add mod">
          <ac:chgData name="Fan" userId="73b39abba4055029" providerId="LiveId" clId="{4543FC07-F948-4295-BABD-D02D5BDA30A1}" dt="2023-08-17T06:42:20.085" v="3457" actId="1076"/>
          <ac:spMkLst>
            <pc:docMk/>
            <pc:sldMk cId="1129712445" sldId="301"/>
            <ac:spMk id="29" creationId="{BB92D230-52E4-684C-B937-6851A54BB4CF}"/>
          </ac:spMkLst>
        </pc:spChg>
        <pc:picChg chg="del mod">
          <ac:chgData name="Fan" userId="73b39abba4055029" providerId="LiveId" clId="{4543FC07-F948-4295-BABD-D02D5BDA30A1}" dt="2023-08-17T05:30:45.840" v="2452" actId="478"/>
          <ac:picMkLst>
            <pc:docMk/>
            <pc:sldMk cId="1129712445" sldId="301"/>
            <ac:picMk id="4" creationId="{1E9BA4A7-5286-7A9E-E029-A936C249C9B2}"/>
          </ac:picMkLst>
        </pc:picChg>
        <pc:picChg chg="del mod">
          <ac:chgData name="Fan" userId="73b39abba4055029" providerId="LiveId" clId="{4543FC07-F948-4295-BABD-D02D5BDA30A1}" dt="2023-08-17T05:30:34.402" v="2448" actId="478"/>
          <ac:picMkLst>
            <pc:docMk/>
            <pc:sldMk cId="1129712445" sldId="301"/>
            <ac:picMk id="5" creationId="{EB9F5B38-8886-1A5F-4F0E-A56B70EBCBDB}"/>
          </ac:picMkLst>
        </pc:picChg>
        <pc:picChg chg="mod">
          <ac:chgData name="Fan" userId="73b39abba4055029" providerId="LiveId" clId="{4543FC07-F948-4295-BABD-D02D5BDA30A1}" dt="2023-08-17T05:40:43.256" v="2539" actId="12789"/>
          <ac:picMkLst>
            <pc:docMk/>
            <pc:sldMk cId="1129712445" sldId="301"/>
            <ac:picMk id="9" creationId="{71525B37-867E-3274-8E2A-C42C54BE5786}"/>
          </ac:picMkLst>
        </pc:picChg>
        <pc:picChg chg="add mod">
          <ac:chgData name="Fan" userId="73b39abba4055029" providerId="LiveId" clId="{4543FC07-F948-4295-BABD-D02D5BDA30A1}" dt="2023-08-17T05:40:43.256" v="2539" actId="12789"/>
          <ac:picMkLst>
            <pc:docMk/>
            <pc:sldMk cId="1129712445" sldId="301"/>
            <ac:picMk id="12" creationId="{EDCFCB3B-B2E8-0E60-3F23-5AB62AFD610E}"/>
          </ac:picMkLst>
        </pc:picChg>
        <pc:picChg chg="add mod">
          <ac:chgData name="Fan" userId="73b39abba4055029" providerId="LiveId" clId="{4543FC07-F948-4295-BABD-D02D5BDA30A1}" dt="2023-08-17T05:40:43.256" v="2539" actId="12789"/>
          <ac:picMkLst>
            <pc:docMk/>
            <pc:sldMk cId="1129712445" sldId="301"/>
            <ac:picMk id="22" creationId="{A63D71B0-6B07-7745-3CB0-3ED475603CE1}"/>
          </ac:picMkLst>
        </pc:picChg>
        <pc:picChg chg="add mod">
          <ac:chgData name="Fan" userId="73b39abba4055029" providerId="LiveId" clId="{4543FC07-F948-4295-BABD-D02D5BDA30A1}" dt="2023-08-17T05:40:19.794" v="2537" actId="571"/>
          <ac:picMkLst>
            <pc:docMk/>
            <pc:sldMk cId="1129712445" sldId="301"/>
            <ac:picMk id="24" creationId="{FC731C33-90FA-D3E6-44BA-7BDCF86A61E5}"/>
          </ac:picMkLst>
        </pc:picChg>
        <pc:picChg chg="add mod">
          <ac:chgData name="Fan" userId="73b39abba4055029" providerId="LiveId" clId="{4543FC07-F948-4295-BABD-D02D5BDA30A1}" dt="2023-08-17T05:40:19.794" v="2537" actId="571"/>
          <ac:picMkLst>
            <pc:docMk/>
            <pc:sldMk cId="1129712445" sldId="301"/>
            <ac:picMk id="25" creationId="{D81DA982-CE1D-6EE7-7317-95D80E6C5B0C}"/>
          </ac:picMkLst>
        </pc:picChg>
        <pc:picChg chg="add mod">
          <ac:chgData name="Fan" userId="73b39abba4055029" providerId="LiveId" clId="{4543FC07-F948-4295-BABD-D02D5BDA30A1}" dt="2023-08-17T05:40:19.794" v="2537" actId="571"/>
          <ac:picMkLst>
            <pc:docMk/>
            <pc:sldMk cId="1129712445" sldId="301"/>
            <ac:picMk id="28" creationId="{5970F620-5399-4B7D-758D-20F56A379E96}"/>
          </ac:picMkLst>
        </pc:picChg>
      </pc:sldChg>
      <pc:sldChg chg="addSp delSp modSp mod">
        <pc:chgData name="Fan" userId="73b39abba4055029" providerId="LiveId" clId="{4543FC07-F948-4295-BABD-D02D5BDA30A1}" dt="2023-08-17T09:16:32.817" v="3512" actId="14100"/>
        <pc:sldMkLst>
          <pc:docMk/>
          <pc:sldMk cId="3307036969" sldId="304"/>
        </pc:sldMkLst>
        <pc:spChg chg="mod">
          <ac:chgData name="Fan" userId="73b39abba4055029" providerId="LiveId" clId="{4543FC07-F948-4295-BABD-D02D5BDA30A1}" dt="2023-08-17T09:16:32.817" v="3512" actId="14100"/>
          <ac:spMkLst>
            <pc:docMk/>
            <pc:sldMk cId="3307036969" sldId="304"/>
            <ac:spMk id="5" creationId="{94C9BB9C-FB7B-1737-A125-060AE11D0025}"/>
          </ac:spMkLst>
        </pc:spChg>
        <pc:spChg chg="add del">
          <ac:chgData name="Fan" userId="73b39abba4055029" providerId="LiveId" clId="{4543FC07-F948-4295-BABD-D02D5BDA30A1}" dt="2023-08-17T06:40:27.509" v="3434" actId="22"/>
          <ac:spMkLst>
            <pc:docMk/>
            <pc:sldMk cId="3307036969" sldId="304"/>
            <ac:spMk id="7" creationId="{AF40D6BA-3646-D267-86D6-1DBEA5DD01CD}"/>
          </ac:spMkLst>
        </pc:spChg>
        <pc:spChg chg="del mod">
          <ac:chgData name="Fan" userId="73b39abba4055029" providerId="LiveId" clId="{4543FC07-F948-4295-BABD-D02D5BDA30A1}" dt="2023-08-17T06:40:39.904" v="3437" actId="478"/>
          <ac:spMkLst>
            <pc:docMk/>
            <pc:sldMk cId="3307036969" sldId="304"/>
            <ac:spMk id="8" creationId="{17951D1C-CDF0-58DB-11C5-26BD710FD885}"/>
          </ac:spMkLst>
        </pc:spChg>
        <pc:spChg chg="mod">
          <ac:chgData name="Fan" userId="73b39abba4055029" providerId="LiveId" clId="{4543FC07-F948-4295-BABD-D02D5BDA30A1}" dt="2023-08-17T09:16:04.589" v="3504" actId="122"/>
          <ac:spMkLst>
            <pc:docMk/>
            <pc:sldMk cId="3307036969" sldId="304"/>
            <ac:spMk id="9" creationId="{09335925-0F3A-036C-8FBE-F26811C66CC7}"/>
          </ac:spMkLst>
        </pc:spChg>
      </pc:sldChg>
      <pc:sldChg chg="addSp delSp modSp mod">
        <pc:chgData name="Fan" userId="73b39abba4055029" providerId="LiveId" clId="{4543FC07-F948-4295-BABD-D02D5BDA30A1}" dt="2023-08-17T05:47:32.847" v="2627" actId="2711"/>
        <pc:sldMkLst>
          <pc:docMk/>
          <pc:sldMk cId="1839028276" sldId="305"/>
        </pc:sldMkLst>
        <pc:spChg chg="add mod">
          <ac:chgData name="Fan" userId="73b39abba4055029" providerId="LiveId" clId="{4543FC07-F948-4295-BABD-D02D5BDA30A1}" dt="2023-08-17T05:47:32.847" v="2627" actId="2711"/>
          <ac:spMkLst>
            <pc:docMk/>
            <pc:sldMk cId="1839028276" sldId="305"/>
            <ac:spMk id="3" creationId="{7E500887-2F42-6363-411A-7B59F5137907}"/>
          </ac:spMkLst>
        </pc:spChg>
        <pc:spChg chg="del mod">
          <ac:chgData name="Fan" userId="73b39abba4055029" providerId="LiveId" clId="{4543FC07-F948-4295-BABD-D02D5BDA30A1}" dt="2023-08-17T05:44:57.406" v="2583" actId="478"/>
          <ac:spMkLst>
            <pc:docMk/>
            <pc:sldMk cId="1839028276" sldId="305"/>
            <ac:spMk id="7" creationId="{16214986-BF9A-1021-2CDD-E67B242B2D4C}"/>
          </ac:spMkLst>
        </pc:spChg>
        <pc:spChg chg="mod">
          <ac:chgData name="Fan" userId="73b39abba4055029" providerId="LiveId" clId="{4543FC07-F948-4295-BABD-D02D5BDA30A1}" dt="2023-08-17T05:47:10.423" v="2603" actId="1076"/>
          <ac:spMkLst>
            <pc:docMk/>
            <pc:sldMk cId="1839028276" sldId="305"/>
            <ac:spMk id="8" creationId="{BF098AAF-20CD-4B31-C07D-70A6D428F971}"/>
          </ac:spMkLst>
        </pc:spChg>
        <pc:picChg chg="mod">
          <ac:chgData name="Fan" userId="73b39abba4055029" providerId="LiveId" clId="{4543FC07-F948-4295-BABD-D02D5BDA30A1}" dt="2023-08-17T05:45:01.807" v="2584" actId="1076"/>
          <ac:picMkLst>
            <pc:docMk/>
            <pc:sldMk cId="1839028276" sldId="305"/>
            <ac:picMk id="4" creationId="{6F5A0F9B-6BAA-38BA-76C6-057B1E9E9F94}"/>
          </ac:picMkLst>
        </pc:picChg>
        <pc:picChg chg="del mod">
          <ac:chgData name="Fan" userId="73b39abba4055029" providerId="LiveId" clId="{4543FC07-F948-4295-BABD-D02D5BDA30A1}" dt="2023-08-17T05:46:14.223" v="2587" actId="478"/>
          <ac:picMkLst>
            <pc:docMk/>
            <pc:sldMk cId="1839028276" sldId="305"/>
            <ac:picMk id="5" creationId="{07977E6E-0E02-AD64-CCEC-5B0926AE2C21}"/>
          </ac:picMkLst>
        </pc:picChg>
        <pc:picChg chg="add mod">
          <ac:chgData name="Fan" userId="73b39abba4055029" providerId="LiveId" clId="{4543FC07-F948-4295-BABD-D02D5BDA30A1}" dt="2023-08-17T05:46:19.667" v="2590" actId="1076"/>
          <ac:picMkLst>
            <pc:docMk/>
            <pc:sldMk cId="1839028276" sldId="305"/>
            <ac:picMk id="9" creationId="{9DB961CA-D424-21AF-6EFA-600BC4461D9A}"/>
          </ac:picMkLst>
        </pc:picChg>
      </pc:sldChg>
      <pc:sldChg chg="addSp delSp modSp mod">
        <pc:chgData name="Fan" userId="73b39abba4055029" providerId="LiveId" clId="{4543FC07-F948-4295-BABD-D02D5BDA30A1}" dt="2023-08-17T10:05:45.579" v="3555" actId="1076"/>
        <pc:sldMkLst>
          <pc:docMk/>
          <pc:sldMk cId="944602954" sldId="306"/>
        </pc:sldMkLst>
        <pc:spChg chg="mod">
          <ac:chgData name="Fan" userId="73b39abba4055029" providerId="LiveId" clId="{4543FC07-F948-4295-BABD-D02D5BDA30A1}" dt="2023-08-17T05:50:20.982" v="2660" actId="207"/>
          <ac:spMkLst>
            <pc:docMk/>
            <pc:sldMk cId="944602954" sldId="306"/>
            <ac:spMk id="3" creationId="{5D60729E-DAA8-D5E7-A01E-AE30D6196140}"/>
          </ac:spMkLst>
        </pc:spChg>
        <pc:spChg chg="del mod">
          <ac:chgData name="Fan" userId="73b39abba4055029" providerId="LiveId" clId="{4543FC07-F948-4295-BABD-D02D5BDA30A1}" dt="2023-08-17T05:51:03.798" v="2662" actId="478"/>
          <ac:spMkLst>
            <pc:docMk/>
            <pc:sldMk cId="944602954" sldId="306"/>
            <ac:spMk id="7" creationId="{7D67DED5-49F9-0081-9DCC-277C92CB8ED6}"/>
          </ac:spMkLst>
        </pc:spChg>
        <pc:spChg chg="add mod">
          <ac:chgData name="Fan" userId="73b39abba4055029" providerId="LiveId" clId="{4543FC07-F948-4295-BABD-D02D5BDA30A1}" dt="2023-08-17T05:53:31.826" v="2677" actId="164"/>
          <ac:spMkLst>
            <pc:docMk/>
            <pc:sldMk cId="944602954" sldId="306"/>
            <ac:spMk id="10" creationId="{1032DFA7-F316-073B-29DC-8A5970051A15}"/>
          </ac:spMkLst>
        </pc:spChg>
        <pc:spChg chg="add mod">
          <ac:chgData name="Fan" userId="73b39abba4055029" providerId="LiveId" clId="{4543FC07-F948-4295-BABD-D02D5BDA30A1}" dt="2023-08-17T05:54:51.807" v="2704" actId="14100"/>
          <ac:spMkLst>
            <pc:docMk/>
            <pc:sldMk cId="944602954" sldId="306"/>
            <ac:spMk id="11" creationId="{63D58164-81F6-74B1-A845-E9C506286286}"/>
          </ac:spMkLst>
        </pc:spChg>
        <pc:grpChg chg="add mod">
          <ac:chgData name="Fan" userId="73b39abba4055029" providerId="LiveId" clId="{4543FC07-F948-4295-BABD-D02D5BDA30A1}" dt="2023-08-17T05:53:31.826" v="2677" actId="164"/>
          <ac:grpSpMkLst>
            <pc:docMk/>
            <pc:sldMk cId="944602954" sldId="306"/>
            <ac:grpSpMk id="12" creationId="{DB1EC0E1-6073-4F5E-95E0-1D358C425AA9}"/>
          </ac:grpSpMkLst>
        </pc:grpChg>
        <pc:picChg chg="del mod">
          <ac:chgData name="Fan" userId="73b39abba4055029" providerId="LiveId" clId="{4543FC07-F948-4295-BABD-D02D5BDA30A1}" dt="2023-08-17T05:48:32.633" v="2628" actId="478"/>
          <ac:picMkLst>
            <pc:docMk/>
            <pc:sldMk cId="944602954" sldId="306"/>
            <ac:picMk id="5" creationId="{D05190BD-6742-88A9-469A-32D84ED16924}"/>
          </ac:picMkLst>
        </pc:picChg>
        <pc:picChg chg="del">
          <ac:chgData name="Fan" userId="73b39abba4055029" providerId="LiveId" clId="{4543FC07-F948-4295-BABD-D02D5BDA30A1}" dt="2023-08-17T05:51:01.229" v="2661" actId="478"/>
          <ac:picMkLst>
            <pc:docMk/>
            <pc:sldMk cId="944602954" sldId="306"/>
            <ac:picMk id="6" creationId="{499E09DE-F38B-7707-FDF4-20C7C0F5376D}"/>
          </ac:picMkLst>
        </pc:picChg>
        <pc:picChg chg="add mod">
          <ac:chgData name="Fan" userId="73b39abba4055029" providerId="LiveId" clId="{4543FC07-F948-4295-BABD-D02D5BDA30A1}" dt="2023-08-17T05:53:31.826" v="2677" actId="164"/>
          <ac:picMkLst>
            <pc:docMk/>
            <pc:sldMk cId="944602954" sldId="306"/>
            <ac:picMk id="9" creationId="{F36C71DE-6623-B84C-270A-7F86C56170C4}"/>
          </ac:picMkLst>
        </pc:picChg>
        <pc:picChg chg="add mod">
          <ac:chgData name="Fan" userId="73b39abba4055029" providerId="LiveId" clId="{4543FC07-F948-4295-BABD-D02D5BDA30A1}" dt="2023-08-17T10:05:45.579" v="3555" actId="1076"/>
          <ac:picMkLst>
            <pc:docMk/>
            <pc:sldMk cId="944602954" sldId="306"/>
            <ac:picMk id="13" creationId="{9194DDC1-CCB6-BCF6-8860-CDED3CC7D99B}"/>
          </ac:picMkLst>
        </pc:picChg>
      </pc:sldChg>
      <pc:sldChg chg="addSp delSp modSp mod">
        <pc:chgData name="Fan" userId="73b39abba4055029" providerId="LiveId" clId="{4543FC07-F948-4295-BABD-D02D5BDA30A1}" dt="2023-08-17T06:03:41.205" v="2795" actId="1076"/>
        <pc:sldMkLst>
          <pc:docMk/>
          <pc:sldMk cId="3407351273" sldId="307"/>
        </pc:sldMkLst>
        <pc:spChg chg="del mod">
          <ac:chgData name="Fan" userId="73b39abba4055029" providerId="LiveId" clId="{4543FC07-F948-4295-BABD-D02D5BDA30A1}" dt="2023-08-17T05:59:37.089" v="2745" actId="478"/>
          <ac:spMkLst>
            <pc:docMk/>
            <pc:sldMk cId="3407351273" sldId="307"/>
            <ac:spMk id="6" creationId="{C132EAF5-4CD2-9374-1134-10E15F109E90}"/>
          </ac:spMkLst>
        </pc:spChg>
        <pc:spChg chg="del mod">
          <ac:chgData name="Fan" userId="73b39abba4055029" providerId="LiveId" clId="{4543FC07-F948-4295-BABD-D02D5BDA30A1}" dt="2023-08-17T05:58:58.194" v="2734" actId="478"/>
          <ac:spMkLst>
            <pc:docMk/>
            <pc:sldMk cId="3407351273" sldId="307"/>
            <ac:spMk id="7" creationId="{43C740DB-EB35-0407-7231-5ED25B0CF631}"/>
          </ac:spMkLst>
        </pc:spChg>
        <pc:spChg chg="mod">
          <ac:chgData name="Fan" userId="73b39abba4055029" providerId="LiveId" clId="{4543FC07-F948-4295-BABD-D02D5BDA30A1}" dt="2023-08-17T06:02:22.170" v="2788" actId="2711"/>
          <ac:spMkLst>
            <pc:docMk/>
            <pc:sldMk cId="3407351273" sldId="307"/>
            <ac:spMk id="8" creationId="{08EA45EB-D5C3-50F8-3681-EC464FCF3BEB}"/>
          </ac:spMkLst>
        </pc:spChg>
        <pc:spChg chg="del mod">
          <ac:chgData name="Fan" userId="73b39abba4055029" providerId="LiveId" clId="{4543FC07-F948-4295-BABD-D02D5BDA30A1}" dt="2023-08-17T05:58:55.569" v="2733" actId="478"/>
          <ac:spMkLst>
            <pc:docMk/>
            <pc:sldMk cId="3407351273" sldId="307"/>
            <ac:spMk id="9" creationId="{E47B004A-A27F-075C-BAF3-1924ADE9D285}"/>
          </ac:spMkLst>
        </pc:spChg>
        <pc:spChg chg="mod">
          <ac:chgData name="Fan" userId="73b39abba4055029" providerId="LiveId" clId="{4543FC07-F948-4295-BABD-D02D5BDA30A1}" dt="2023-08-17T06:03:41.205" v="2795" actId="1076"/>
          <ac:spMkLst>
            <pc:docMk/>
            <pc:sldMk cId="3407351273" sldId="307"/>
            <ac:spMk id="10" creationId="{E6972C53-4E52-6FDA-B2D3-E814E2F508A1}"/>
          </ac:spMkLst>
        </pc:spChg>
        <pc:spChg chg="add mod">
          <ac:chgData name="Fan" userId="73b39abba4055029" providerId="LiveId" clId="{4543FC07-F948-4295-BABD-D02D5BDA30A1}" dt="2023-08-17T05:59:53.837" v="2750" actId="2711"/>
          <ac:spMkLst>
            <pc:docMk/>
            <pc:sldMk cId="3407351273" sldId="307"/>
            <ac:spMk id="16" creationId="{F6707997-173F-7011-16AF-0998350F0513}"/>
          </ac:spMkLst>
        </pc:spChg>
        <pc:spChg chg="add mod">
          <ac:chgData name="Fan" userId="73b39abba4055029" providerId="LiveId" clId="{4543FC07-F948-4295-BABD-D02D5BDA30A1}" dt="2023-08-17T06:00:10.869" v="2760"/>
          <ac:spMkLst>
            <pc:docMk/>
            <pc:sldMk cId="3407351273" sldId="307"/>
            <ac:spMk id="17" creationId="{DD84CF2E-D924-A912-7C8C-419A02B5E7FC}"/>
          </ac:spMkLst>
        </pc:spChg>
        <pc:picChg chg="del">
          <ac:chgData name="Fan" userId="73b39abba4055029" providerId="LiveId" clId="{4543FC07-F948-4295-BABD-D02D5BDA30A1}" dt="2023-08-17T05:57:20.465" v="2715" actId="478"/>
          <ac:picMkLst>
            <pc:docMk/>
            <pc:sldMk cId="3407351273" sldId="307"/>
            <ac:picMk id="4" creationId="{388F82C1-6AB8-FC21-4135-D2519368040F}"/>
          </ac:picMkLst>
        </pc:picChg>
        <pc:picChg chg="del mod">
          <ac:chgData name="Fan" userId="73b39abba4055029" providerId="LiveId" clId="{4543FC07-F948-4295-BABD-D02D5BDA30A1}" dt="2023-08-17T05:57:28.924" v="2720" actId="478"/>
          <ac:picMkLst>
            <pc:docMk/>
            <pc:sldMk cId="3407351273" sldId="307"/>
            <ac:picMk id="5" creationId="{F965C9EC-8719-C502-D683-95A478C82BFA}"/>
          </ac:picMkLst>
        </pc:picChg>
        <pc:picChg chg="add del mod">
          <ac:chgData name="Fan" userId="73b39abba4055029" providerId="LiveId" clId="{4543FC07-F948-4295-BABD-D02D5BDA30A1}" dt="2023-08-17T05:56:31.700" v="2708" actId="21"/>
          <ac:picMkLst>
            <pc:docMk/>
            <pc:sldMk cId="3407351273" sldId="307"/>
            <ac:picMk id="11" creationId="{41639B81-3114-33FB-884B-38380095E085}"/>
          </ac:picMkLst>
        </pc:picChg>
        <pc:picChg chg="add mod">
          <ac:chgData name="Fan" userId="73b39abba4055029" providerId="LiveId" clId="{4543FC07-F948-4295-BABD-D02D5BDA30A1}" dt="2023-08-17T05:59:16.170" v="2739" actId="14100"/>
          <ac:picMkLst>
            <pc:docMk/>
            <pc:sldMk cId="3407351273" sldId="307"/>
            <ac:picMk id="13" creationId="{EC9BDB69-EE57-3BBD-D408-BB8918B79F62}"/>
          </ac:picMkLst>
        </pc:picChg>
        <pc:picChg chg="add mod">
          <ac:chgData name="Fan" userId="73b39abba4055029" providerId="LiveId" clId="{4543FC07-F948-4295-BABD-D02D5BDA30A1}" dt="2023-08-17T05:59:23.188" v="2742" actId="14100"/>
          <ac:picMkLst>
            <pc:docMk/>
            <pc:sldMk cId="3407351273" sldId="307"/>
            <ac:picMk id="15" creationId="{2107A932-B22F-3332-9245-451F7A7C2F29}"/>
          </ac:picMkLst>
        </pc:picChg>
      </pc:sldChg>
      <pc:sldChg chg="addSp delSp modSp mod">
        <pc:chgData name="Fan" userId="73b39abba4055029" providerId="LiveId" clId="{4543FC07-F948-4295-BABD-D02D5BDA30A1}" dt="2023-08-17T12:55:06.121" v="3931" actId="207"/>
        <pc:sldMkLst>
          <pc:docMk/>
          <pc:sldMk cId="1769655032" sldId="308"/>
        </pc:sldMkLst>
        <pc:spChg chg="mod">
          <ac:chgData name="Fan" userId="73b39abba4055029" providerId="LiveId" clId="{4543FC07-F948-4295-BABD-D02D5BDA30A1}" dt="2023-08-17T12:55:06.121" v="3931" actId="207"/>
          <ac:spMkLst>
            <pc:docMk/>
            <pc:sldMk cId="1769655032" sldId="308"/>
            <ac:spMk id="3" creationId="{F94CC770-9059-39A6-2A58-DA7826FFEC1E}"/>
          </ac:spMkLst>
        </pc:spChg>
        <pc:spChg chg="del mod">
          <ac:chgData name="Fan" userId="73b39abba4055029" providerId="LiveId" clId="{4543FC07-F948-4295-BABD-D02D5BDA30A1}" dt="2023-08-17T06:03:53.503" v="2798" actId="478"/>
          <ac:spMkLst>
            <pc:docMk/>
            <pc:sldMk cId="1769655032" sldId="308"/>
            <ac:spMk id="5" creationId="{1844B6CF-F68C-1C2C-1901-CE980BDD9CF3}"/>
          </ac:spMkLst>
        </pc:spChg>
        <pc:spChg chg="add mod">
          <ac:chgData name="Fan" userId="73b39abba4055029" providerId="LiveId" clId="{4543FC07-F948-4295-BABD-D02D5BDA30A1}" dt="2023-08-17T06:04:13.202" v="2803" actId="1076"/>
          <ac:spMkLst>
            <pc:docMk/>
            <pc:sldMk cId="1769655032" sldId="308"/>
            <ac:spMk id="8" creationId="{D62442BC-5399-D89B-5490-C0073496233C}"/>
          </ac:spMkLst>
        </pc:spChg>
        <pc:picChg chg="del">
          <ac:chgData name="Fan" userId="73b39abba4055029" providerId="LiveId" clId="{4543FC07-F948-4295-BABD-D02D5BDA30A1}" dt="2023-08-17T06:01:13.537" v="2781" actId="478"/>
          <ac:picMkLst>
            <pc:docMk/>
            <pc:sldMk cId="1769655032" sldId="308"/>
            <ac:picMk id="4" creationId="{3018A1BB-88C2-99D4-190B-BD90061A9AA9}"/>
          </ac:picMkLst>
        </pc:picChg>
        <pc:picChg chg="add mod">
          <ac:chgData name="Fan" userId="73b39abba4055029" providerId="LiveId" clId="{4543FC07-F948-4295-BABD-D02D5BDA30A1}" dt="2023-08-17T06:03:28.676" v="2793" actId="1076"/>
          <ac:picMkLst>
            <pc:docMk/>
            <pc:sldMk cId="1769655032" sldId="308"/>
            <ac:picMk id="7" creationId="{8502A2C0-CA78-2F4A-AF8D-43D47B4C275D}"/>
          </ac:picMkLst>
        </pc:picChg>
      </pc:sldChg>
      <pc:sldChg chg="modSp mod">
        <pc:chgData name="Fan" userId="73b39abba4055029" providerId="LiveId" clId="{4543FC07-F948-4295-BABD-D02D5BDA30A1}" dt="2023-08-17T06:05:44.657" v="2871" actId="20577"/>
        <pc:sldMkLst>
          <pc:docMk/>
          <pc:sldMk cId="1115514431" sldId="309"/>
        </pc:sldMkLst>
        <pc:spChg chg="mod">
          <ac:chgData name="Fan" userId="73b39abba4055029" providerId="LiveId" clId="{4543FC07-F948-4295-BABD-D02D5BDA30A1}" dt="2023-08-17T06:05:44.657" v="2871" actId="20577"/>
          <ac:spMkLst>
            <pc:docMk/>
            <pc:sldMk cId="1115514431" sldId="309"/>
            <ac:spMk id="3" creationId="{E73B0D44-A7DC-41AE-6520-DCBA927E508D}"/>
          </ac:spMkLst>
        </pc:spChg>
      </pc:sldChg>
      <pc:sldChg chg="addSp delSp modSp mod">
        <pc:chgData name="Fan" userId="73b39abba4055029" providerId="LiveId" clId="{4543FC07-F948-4295-BABD-D02D5BDA30A1}" dt="2023-08-17T06:40:10.139" v="3432" actId="1076"/>
        <pc:sldMkLst>
          <pc:docMk/>
          <pc:sldMk cId="1562206920" sldId="310"/>
        </pc:sldMkLst>
        <pc:spChg chg="mod">
          <ac:chgData name="Fan" userId="73b39abba4055029" providerId="LiveId" clId="{4543FC07-F948-4295-BABD-D02D5BDA30A1}" dt="2023-08-17T06:06:34.341" v="2885"/>
          <ac:spMkLst>
            <pc:docMk/>
            <pc:sldMk cId="1562206920" sldId="310"/>
            <ac:spMk id="2" creationId="{68655BF6-05CA-79E8-3AED-78BC50DB93BE}"/>
          </ac:spMkLst>
        </pc:spChg>
        <pc:spChg chg="mod">
          <ac:chgData name="Fan" userId="73b39abba4055029" providerId="LiveId" clId="{4543FC07-F948-4295-BABD-D02D5BDA30A1}" dt="2023-08-17T06:05:59.074" v="2874" actId="14100"/>
          <ac:spMkLst>
            <pc:docMk/>
            <pc:sldMk cId="1562206920" sldId="310"/>
            <ac:spMk id="3" creationId="{DC0E6662-D4BA-503B-174D-18EF3C84D198}"/>
          </ac:spMkLst>
        </pc:spChg>
        <pc:spChg chg="del mod">
          <ac:chgData name="Fan" userId="73b39abba4055029" providerId="LiveId" clId="{4543FC07-F948-4295-BABD-D02D5BDA30A1}" dt="2023-08-17T06:06:15.800" v="2879" actId="478"/>
          <ac:spMkLst>
            <pc:docMk/>
            <pc:sldMk cId="1562206920" sldId="310"/>
            <ac:spMk id="4" creationId="{A58354F1-5577-1D59-4081-0CFB4C184DBA}"/>
          </ac:spMkLst>
        </pc:spChg>
        <pc:spChg chg="add del mod">
          <ac:chgData name="Fan" userId="73b39abba4055029" providerId="LiveId" clId="{4543FC07-F948-4295-BABD-D02D5BDA30A1}" dt="2023-08-17T06:39:52.491" v="3429" actId="478"/>
          <ac:spMkLst>
            <pc:docMk/>
            <pc:sldMk cId="1562206920" sldId="310"/>
            <ac:spMk id="6" creationId="{6B2771ED-01B7-CE04-75A0-9DE5A3DCF1F0}"/>
          </ac:spMkLst>
        </pc:spChg>
        <pc:spChg chg="add del">
          <ac:chgData name="Fan" userId="73b39abba4055029" providerId="LiveId" clId="{4543FC07-F948-4295-BABD-D02D5BDA30A1}" dt="2023-08-17T06:39:38.973" v="3426" actId="22"/>
          <ac:spMkLst>
            <pc:docMk/>
            <pc:sldMk cId="1562206920" sldId="310"/>
            <ac:spMk id="8" creationId="{10A0BAAD-FA48-1522-EFF4-5329DE8C402F}"/>
          </ac:spMkLst>
        </pc:spChg>
        <pc:spChg chg="add mod">
          <ac:chgData name="Fan" userId="73b39abba4055029" providerId="LiveId" clId="{4543FC07-F948-4295-BABD-D02D5BDA30A1}" dt="2023-08-17T06:40:10.139" v="3432" actId="1076"/>
          <ac:spMkLst>
            <pc:docMk/>
            <pc:sldMk cId="1562206920" sldId="310"/>
            <ac:spMk id="9" creationId="{A68844E5-AFF9-D380-1F28-D78CDBCAC89E}"/>
          </ac:spMkLst>
        </pc:spChg>
      </pc:sldChg>
      <pc:sldChg chg="modSp mod">
        <pc:chgData name="Fan" userId="73b39abba4055029" providerId="LiveId" clId="{4543FC07-F948-4295-BABD-D02D5BDA30A1}" dt="2023-08-17T06:07:38.548" v="2897" actId="207"/>
        <pc:sldMkLst>
          <pc:docMk/>
          <pc:sldMk cId="2350911009" sldId="311"/>
        </pc:sldMkLst>
        <pc:spChg chg="mod">
          <ac:chgData name="Fan" userId="73b39abba4055029" providerId="LiveId" clId="{4543FC07-F948-4295-BABD-D02D5BDA30A1}" dt="2023-08-17T06:07:38.548" v="2897" actId="207"/>
          <ac:spMkLst>
            <pc:docMk/>
            <pc:sldMk cId="2350911009" sldId="311"/>
            <ac:spMk id="3" creationId="{F5B188F9-6E7A-A5DB-8E39-644555EB9736}"/>
          </ac:spMkLst>
        </pc:spChg>
      </pc:sldChg>
      <pc:sldChg chg="addSp delSp modSp mod">
        <pc:chgData name="Fan" userId="73b39abba4055029" providerId="LiveId" clId="{4543FC07-F948-4295-BABD-D02D5BDA30A1}" dt="2023-08-17T10:07:06.191" v="3566" actId="1076"/>
        <pc:sldMkLst>
          <pc:docMk/>
          <pc:sldMk cId="2166460925" sldId="312"/>
        </pc:sldMkLst>
        <pc:spChg chg="del mod">
          <ac:chgData name="Fan" userId="73b39abba4055029" providerId="LiveId" clId="{4543FC07-F948-4295-BABD-D02D5BDA30A1}" dt="2023-08-17T06:12:22.409" v="2908" actId="478"/>
          <ac:spMkLst>
            <pc:docMk/>
            <pc:sldMk cId="2166460925" sldId="312"/>
            <ac:spMk id="3" creationId="{81E6EDD9-9C98-6B1C-4475-9D678C26D534}"/>
          </ac:spMkLst>
        </pc:spChg>
        <pc:spChg chg="mod">
          <ac:chgData name="Fan" userId="73b39abba4055029" providerId="LiveId" clId="{4543FC07-F948-4295-BABD-D02D5BDA30A1}" dt="2023-08-17T10:06:11.129" v="3556" actId="21"/>
          <ac:spMkLst>
            <pc:docMk/>
            <pc:sldMk cId="2166460925" sldId="312"/>
            <ac:spMk id="7" creationId="{B090C455-DBBB-497D-1C8A-E8C465E6121A}"/>
          </ac:spMkLst>
        </pc:spChg>
        <pc:spChg chg="mod">
          <ac:chgData name="Fan" userId="73b39abba4055029" providerId="LiveId" clId="{4543FC07-F948-4295-BABD-D02D5BDA30A1}" dt="2023-08-17T10:07:06.191" v="3566" actId="1076"/>
          <ac:spMkLst>
            <pc:docMk/>
            <pc:sldMk cId="2166460925" sldId="312"/>
            <ac:spMk id="8" creationId="{7BA1E3E5-291A-F8CA-A682-F23294D6D6EC}"/>
          </ac:spMkLst>
        </pc:spChg>
        <pc:spChg chg="add mod">
          <ac:chgData name="Fan" userId="73b39abba4055029" providerId="LiveId" clId="{4543FC07-F948-4295-BABD-D02D5BDA30A1}" dt="2023-08-17T06:12:26.329" v="2909"/>
          <ac:spMkLst>
            <pc:docMk/>
            <pc:sldMk cId="2166460925" sldId="312"/>
            <ac:spMk id="9" creationId="{A35CF12E-1FED-6F8C-10AA-67157D5B4BA2}"/>
          </ac:spMkLst>
        </pc:spChg>
        <pc:spChg chg="add mod">
          <ac:chgData name="Fan" userId="73b39abba4055029" providerId="LiveId" clId="{4543FC07-F948-4295-BABD-D02D5BDA30A1}" dt="2023-08-17T06:13:36.375" v="2944" actId="1076"/>
          <ac:spMkLst>
            <pc:docMk/>
            <pc:sldMk cId="2166460925" sldId="312"/>
            <ac:spMk id="10" creationId="{E98758C0-5DC0-E117-DD25-0C9508FA957D}"/>
          </ac:spMkLst>
        </pc:spChg>
        <pc:spChg chg="add mod">
          <ac:chgData name="Fan" userId="73b39abba4055029" providerId="LiveId" clId="{4543FC07-F948-4295-BABD-D02D5BDA30A1}" dt="2023-08-17T10:06:42.825" v="3563" actId="1076"/>
          <ac:spMkLst>
            <pc:docMk/>
            <pc:sldMk cId="2166460925" sldId="312"/>
            <ac:spMk id="11" creationId="{B26DD3E6-2E1B-81B4-9F5D-ACFDCF2426CD}"/>
          </ac:spMkLst>
        </pc:spChg>
        <pc:picChg chg="mod">
          <ac:chgData name="Fan" userId="73b39abba4055029" providerId="LiveId" clId="{4543FC07-F948-4295-BABD-D02D5BDA30A1}" dt="2023-08-17T06:12:34.169" v="2910" actId="1076"/>
          <ac:picMkLst>
            <pc:docMk/>
            <pc:sldMk cId="2166460925" sldId="312"/>
            <ac:picMk id="5" creationId="{3E4146EE-02A5-D755-BE35-ED7660A4E196}"/>
          </ac:picMkLst>
        </pc:picChg>
        <pc:picChg chg="mod">
          <ac:chgData name="Fan" userId="73b39abba4055029" providerId="LiveId" clId="{4543FC07-F948-4295-BABD-D02D5BDA30A1}" dt="2023-08-17T06:11:35.796" v="2902" actId="1076"/>
          <ac:picMkLst>
            <pc:docMk/>
            <pc:sldMk cId="2166460925" sldId="312"/>
            <ac:picMk id="6" creationId="{511876C1-1BBE-8C6B-F775-2938B8D40B65}"/>
          </ac:picMkLst>
        </pc:picChg>
      </pc:sldChg>
      <pc:sldChg chg="modSp mod">
        <pc:chgData name="Fan" userId="73b39abba4055029" providerId="LiveId" clId="{4543FC07-F948-4295-BABD-D02D5BDA30A1}" dt="2023-08-17T06:15:47.706" v="2965" actId="14100"/>
        <pc:sldMkLst>
          <pc:docMk/>
          <pc:sldMk cId="113986587" sldId="313"/>
        </pc:sldMkLst>
        <pc:spChg chg="mod">
          <ac:chgData name="Fan" userId="73b39abba4055029" providerId="LiveId" clId="{4543FC07-F948-4295-BABD-D02D5BDA30A1}" dt="2023-08-17T06:15:47.706" v="2965" actId="14100"/>
          <ac:spMkLst>
            <pc:docMk/>
            <pc:sldMk cId="113986587" sldId="313"/>
            <ac:spMk id="10" creationId="{459E285F-FFA6-1D66-B644-27A7B5117D79}"/>
          </ac:spMkLst>
        </pc:spChg>
        <pc:spChg chg="mod">
          <ac:chgData name="Fan" userId="73b39abba4055029" providerId="LiveId" clId="{4543FC07-F948-4295-BABD-D02D5BDA30A1}" dt="2023-08-17T06:14:21.489" v="2950" actId="2711"/>
          <ac:spMkLst>
            <pc:docMk/>
            <pc:sldMk cId="113986587" sldId="313"/>
            <ac:spMk id="11" creationId="{CEF5AE91-89EF-B4A6-D2DE-8CBBDD5E06E6}"/>
          </ac:spMkLst>
        </pc:spChg>
        <pc:spChg chg="mod">
          <ac:chgData name="Fan" userId="73b39abba4055029" providerId="LiveId" clId="{4543FC07-F948-4295-BABD-D02D5BDA30A1}" dt="2023-08-17T06:14:44.113" v="2954" actId="255"/>
          <ac:spMkLst>
            <pc:docMk/>
            <pc:sldMk cId="113986587" sldId="313"/>
            <ac:spMk id="12" creationId="{614DD2D6-59AE-400D-04BF-D2EE74CEF627}"/>
          </ac:spMkLst>
        </pc:spChg>
        <pc:spChg chg="mod">
          <ac:chgData name="Fan" userId="73b39abba4055029" providerId="LiveId" clId="{4543FC07-F948-4295-BABD-D02D5BDA30A1}" dt="2023-08-17T06:15:04.425" v="2957" actId="1076"/>
          <ac:spMkLst>
            <pc:docMk/>
            <pc:sldMk cId="113986587" sldId="313"/>
            <ac:spMk id="13" creationId="{33D81768-DF15-C77D-3086-2252268F57DE}"/>
          </ac:spMkLst>
        </pc:spChg>
        <pc:spChg chg="mod">
          <ac:chgData name="Fan" userId="73b39abba4055029" providerId="LiveId" clId="{4543FC07-F948-4295-BABD-D02D5BDA30A1}" dt="2023-08-17T06:15:17.316" v="2959" actId="1076"/>
          <ac:spMkLst>
            <pc:docMk/>
            <pc:sldMk cId="113986587" sldId="313"/>
            <ac:spMk id="14" creationId="{D209EFC2-ABC5-EEF7-603B-B819CFD37461}"/>
          </ac:spMkLst>
        </pc:spChg>
        <pc:picChg chg="mod">
          <ac:chgData name="Fan" userId="73b39abba4055029" providerId="LiveId" clId="{4543FC07-F948-4295-BABD-D02D5BDA30A1}" dt="2023-08-17T06:14:01.311" v="2945" actId="1076"/>
          <ac:picMkLst>
            <pc:docMk/>
            <pc:sldMk cId="113986587" sldId="313"/>
            <ac:picMk id="4" creationId="{71F09614-78BA-A7C4-46EB-B1907160862B}"/>
          </ac:picMkLst>
        </pc:picChg>
        <pc:picChg chg="mod">
          <ac:chgData name="Fan" userId="73b39abba4055029" providerId="LiveId" clId="{4543FC07-F948-4295-BABD-D02D5BDA30A1}" dt="2023-08-17T06:14:03.644" v="2946" actId="1076"/>
          <ac:picMkLst>
            <pc:docMk/>
            <pc:sldMk cId="113986587" sldId="313"/>
            <ac:picMk id="5" creationId="{6AF0E19E-640D-5CB4-6CC6-0E6134A08413}"/>
          </ac:picMkLst>
        </pc:picChg>
        <pc:picChg chg="mod">
          <ac:chgData name="Fan" userId="73b39abba4055029" providerId="LiveId" clId="{4543FC07-F948-4295-BABD-D02D5BDA30A1}" dt="2023-08-17T06:14:06.123" v="2947" actId="1076"/>
          <ac:picMkLst>
            <pc:docMk/>
            <pc:sldMk cId="113986587" sldId="313"/>
            <ac:picMk id="7" creationId="{64233AB6-831D-2C6C-ED3C-3B8C61883716}"/>
          </ac:picMkLst>
        </pc:picChg>
        <pc:picChg chg="mod">
          <ac:chgData name="Fan" userId="73b39abba4055029" providerId="LiveId" clId="{4543FC07-F948-4295-BABD-D02D5BDA30A1}" dt="2023-08-17T06:15:20.517" v="2960" actId="14100"/>
          <ac:picMkLst>
            <pc:docMk/>
            <pc:sldMk cId="113986587" sldId="313"/>
            <ac:picMk id="8" creationId="{D25EE59F-EF9A-58F9-6829-9791A43503C7}"/>
          </ac:picMkLst>
        </pc:picChg>
      </pc:sldChg>
      <pc:sldChg chg="addSp modSp mod">
        <pc:chgData name="Fan" userId="73b39abba4055029" providerId="LiveId" clId="{4543FC07-F948-4295-BABD-D02D5BDA30A1}" dt="2023-08-17T06:19:55.674" v="3114" actId="1076"/>
        <pc:sldMkLst>
          <pc:docMk/>
          <pc:sldMk cId="1524369602" sldId="314"/>
        </pc:sldMkLst>
        <pc:spChg chg="mod">
          <ac:chgData name="Fan" userId="73b39abba4055029" providerId="LiveId" clId="{4543FC07-F948-4295-BABD-D02D5BDA30A1}" dt="2023-08-17T06:19:44.949" v="3110" actId="1076"/>
          <ac:spMkLst>
            <pc:docMk/>
            <pc:sldMk cId="1524369602" sldId="314"/>
            <ac:spMk id="3" creationId="{AA31367F-FFCB-ED0A-7E32-322656280BF9}"/>
          </ac:spMkLst>
        </pc:spChg>
        <pc:spChg chg="add mod">
          <ac:chgData name="Fan" userId="73b39abba4055029" providerId="LiveId" clId="{4543FC07-F948-4295-BABD-D02D5BDA30A1}" dt="2023-08-17T06:19:47.903" v="3111" actId="1076"/>
          <ac:spMkLst>
            <pc:docMk/>
            <pc:sldMk cId="1524369602" sldId="314"/>
            <ac:spMk id="5" creationId="{20A80E4C-551D-218E-7D4E-B0BCFB10DE13}"/>
          </ac:spMkLst>
        </pc:spChg>
        <pc:picChg chg="mod">
          <ac:chgData name="Fan" userId="73b39abba4055029" providerId="LiveId" clId="{4543FC07-F948-4295-BABD-D02D5BDA30A1}" dt="2023-08-17T06:19:55.674" v="3114" actId="1076"/>
          <ac:picMkLst>
            <pc:docMk/>
            <pc:sldMk cId="1524369602" sldId="314"/>
            <ac:picMk id="4" creationId="{A9E07B52-ABA1-48B3-AE0B-2F1D4FAB55A1}"/>
          </ac:picMkLst>
        </pc:picChg>
      </pc:sldChg>
      <pc:sldChg chg="addSp delSp modSp mod">
        <pc:chgData name="Fan" userId="73b39abba4055029" providerId="LiveId" clId="{4543FC07-F948-4295-BABD-D02D5BDA30A1}" dt="2023-08-17T06:39:27.697" v="3424" actId="27636"/>
        <pc:sldMkLst>
          <pc:docMk/>
          <pc:sldMk cId="3865015570" sldId="315"/>
        </pc:sldMkLst>
        <pc:spChg chg="mod">
          <ac:chgData name="Fan" userId="73b39abba4055029" providerId="LiveId" clId="{4543FC07-F948-4295-BABD-D02D5BDA30A1}" dt="2023-08-17T06:39:27.697" v="3424" actId="27636"/>
          <ac:spMkLst>
            <pc:docMk/>
            <pc:sldMk cId="3865015570" sldId="315"/>
            <ac:spMk id="3" creationId="{60032406-0075-F987-E0F2-8AB17ECDA333}"/>
          </ac:spMkLst>
        </pc:spChg>
        <pc:spChg chg="add del">
          <ac:chgData name="Fan" userId="73b39abba4055029" providerId="LiveId" clId="{4543FC07-F948-4295-BABD-D02D5BDA30A1}" dt="2023-08-17T06:39:00.895" v="3408" actId="22"/>
          <ac:spMkLst>
            <pc:docMk/>
            <pc:sldMk cId="3865015570" sldId="315"/>
            <ac:spMk id="5" creationId="{AD739CC9-6B3B-1EBB-4D62-27B404765328}"/>
          </ac:spMkLst>
        </pc:spChg>
        <pc:spChg chg="add mod">
          <ac:chgData name="Fan" userId="73b39abba4055029" providerId="LiveId" clId="{4543FC07-F948-4295-BABD-D02D5BDA30A1}" dt="2023-08-17T06:39:23.934" v="3422"/>
          <ac:spMkLst>
            <pc:docMk/>
            <pc:sldMk cId="3865015570" sldId="315"/>
            <ac:spMk id="6" creationId="{AB43E9D4-AA0A-6CBD-F5E9-A13E7126FB2D}"/>
          </ac:spMkLst>
        </pc:spChg>
      </pc:sldChg>
      <pc:sldChg chg="addSp delSp modSp mod">
        <pc:chgData name="Fan" userId="73b39abba4055029" providerId="LiveId" clId="{4543FC07-F948-4295-BABD-D02D5BDA30A1}" dt="2023-08-17T06:38:53.144" v="3406" actId="1076"/>
        <pc:sldMkLst>
          <pc:docMk/>
          <pc:sldMk cId="754704064" sldId="316"/>
        </pc:sldMkLst>
        <pc:spChg chg="del">
          <ac:chgData name="Fan" userId="73b39abba4055029" providerId="LiveId" clId="{4543FC07-F948-4295-BABD-D02D5BDA30A1}" dt="2023-08-17T06:25:50.142" v="3190" actId="478"/>
          <ac:spMkLst>
            <pc:docMk/>
            <pc:sldMk cId="754704064" sldId="316"/>
            <ac:spMk id="4" creationId="{4E05D18E-749A-BA58-B3CB-78332BF9EE8E}"/>
          </ac:spMkLst>
        </pc:spChg>
        <pc:spChg chg="add del mod">
          <ac:chgData name="Fan" userId="73b39abba4055029" providerId="LiveId" clId="{4543FC07-F948-4295-BABD-D02D5BDA30A1}" dt="2023-08-17T06:38:47.699" v="3405" actId="478"/>
          <ac:spMkLst>
            <pc:docMk/>
            <pc:sldMk cId="754704064" sldId="316"/>
            <ac:spMk id="5" creationId="{D5EE0DA3-C78B-CC32-C5C5-77981D2B751B}"/>
          </ac:spMkLst>
        </pc:spChg>
        <pc:spChg chg="add mod">
          <ac:chgData name="Fan" userId="73b39abba4055029" providerId="LiveId" clId="{4543FC07-F948-4295-BABD-D02D5BDA30A1}" dt="2023-08-17T06:38:53.144" v="3406" actId="1076"/>
          <ac:spMkLst>
            <pc:docMk/>
            <pc:sldMk cId="754704064" sldId="316"/>
            <ac:spMk id="6" creationId="{BE3C27D3-29A5-D46F-2BE0-789AB20486CD}"/>
          </ac:spMkLst>
        </pc:spChg>
      </pc:sldChg>
      <pc:sldChg chg="addSp delSp modSp mod">
        <pc:chgData name="Fan" userId="73b39abba4055029" providerId="LiveId" clId="{4543FC07-F948-4295-BABD-D02D5BDA30A1}" dt="2023-08-17T06:28:30.462" v="3250" actId="113"/>
        <pc:sldMkLst>
          <pc:docMk/>
          <pc:sldMk cId="206035760" sldId="318"/>
        </pc:sldMkLst>
        <pc:spChg chg="mod">
          <ac:chgData name="Fan" userId="73b39abba4055029" providerId="LiveId" clId="{4543FC07-F948-4295-BABD-D02D5BDA30A1}" dt="2023-08-17T06:28:30.462" v="3250" actId="113"/>
          <ac:spMkLst>
            <pc:docMk/>
            <pc:sldMk cId="206035760" sldId="318"/>
            <ac:spMk id="3" creationId="{C22E7C9B-4010-1FEE-3D2F-3A18D4E5897C}"/>
          </ac:spMkLst>
        </pc:spChg>
        <pc:spChg chg="del">
          <ac:chgData name="Fan" userId="73b39abba4055029" providerId="LiveId" clId="{4543FC07-F948-4295-BABD-D02D5BDA30A1}" dt="2023-08-17T06:26:48.934" v="3204" actId="478"/>
          <ac:spMkLst>
            <pc:docMk/>
            <pc:sldMk cId="206035760" sldId="318"/>
            <ac:spMk id="6" creationId="{A78F4D31-5951-C555-0223-7163FA26C2A6}"/>
          </ac:spMkLst>
        </pc:spChg>
        <pc:spChg chg="add del">
          <ac:chgData name="Fan" userId="73b39abba4055029" providerId="LiveId" clId="{4543FC07-F948-4295-BABD-D02D5BDA30A1}" dt="2023-08-17T06:27:38.633" v="3213" actId="22"/>
          <ac:spMkLst>
            <pc:docMk/>
            <pc:sldMk cId="206035760" sldId="318"/>
            <ac:spMk id="8" creationId="{442644B7-B10C-081E-3B64-D33DDE3E4652}"/>
          </ac:spMkLst>
        </pc:spChg>
        <pc:spChg chg="add mod">
          <ac:chgData name="Fan" userId="73b39abba4055029" providerId="LiveId" clId="{4543FC07-F948-4295-BABD-D02D5BDA30A1}" dt="2023-08-17T06:27:54.224" v="3218" actId="1076"/>
          <ac:spMkLst>
            <pc:docMk/>
            <pc:sldMk cId="206035760" sldId="318"/>
            <ac:spMk id="10" creationId="{28743801-BF2C-E807-4F85-4FD7F9602B61}"/>
          </ac:spMkLst>
        </pc:spChg>
        <pc:picChg chg="del">
          <ac:chgData name="Fan" userId="73b39abba4055029" providerId="LiveId" clId="{4543FC07-F948-4295-BABD-D02D5BDA30A1}" dt="2023-08-17T06:26:16.469" v="3202" actId="478"/>
          <ac:picMkLst>
            <pc:docMk/>
            <pc:sldMk cId="206035760" sldId="318"/>
            <ac:picMk id="4" creationId="{7F018EBD-DACB-3053-F00E-E40921161A79}"/>
          </ac:picMkLst>
        </pc:picChg>
        <pc:picChg chg="del">
          <ac:chgData name="Fan" userId="73b39abba4055029" providerId="LiveId" clId="{4543FC07-F948-4295-BABD-D02D5BDA30A1}" dt="2023-08-17T06:26:18.012" v="3203" actId="478"/>
          <ac:picMkLst>
            <pc:docMk/>
            <pc:sldMk cId="206035760" sldId="318"/>
            <ac:picMk id="5" creationId="{8F2B53FB-76ED-0CF7-E5C9-AE1D86D683D2}"/>
          </ac:picMkLst>
        </pc:picChg>
      </pc:sldChg>
      <pc:sldChg chg="delSp modSp mod">
        <pc:chgData name="Fan" userId="73b39abba4055029" providerId="LiveId" clId="{4543FC07-F948-4295-BABD-D02D5BDA30A1}" dt="2023-08-17T10:07:56.309" v="3569" actId="1076"/>
        <pc:sldMkLst>
          <pc:docMk/>
          <pc:sldMk cId="509767715" sldId="319"/>
        </pc:sldMkLst>
        <pc:spChg chg="mod">
          <ac:chgData name="Fan" userId="73b39abba4055029" providerId="LiveId" clId="{4543FC07-F948-4295-BABD-D02D5BDA30A1}" dt="2023-08-17T06:30:41.866" v="3308" actId="27636"/>
          <ac:spMkLst>
            <pc:docMk/>
            <pc:sldMk cId="509767715" sldId="319"/>
            <ac:spMk id="3" creationId="{8D733B11-3EDE-2319-CBD1-70BD90EC9059}"/>
          </ac:spMkLst>
        </pc:spChg>
        <pc:spChg chg="mod">
          <ac:chgData name="Fan" userId="73b39abba4055029" providerId="LiveId" clId="{4543FC07-F948-4295-BABD-D02D5BDA30A1}" dt="2023-08-17T10:07:56.309" v="3569" actId="1076"/>
          <ac:spMkLst>
            <pc:docMk/>
            <pc:sldMk cId="509767715" sldId="319"/>
            <ac:spMk id="6" creationId="{8CDBED6B-1983-C0A4-24CF-A1D63722CC62}"/>
          </ac:spMkLst>
        </pc:spChg>
        <pc:spChg chg="del mod">
          <ac:chgData name="Fan" userId="73b39abba4055029" providerId="LiveId" clId="{4543FC07-F948-4295-BABD-D02D5BDA30A1}" dt="2023-08-17T06:28:56.705" v="3255" actId="478"/>
          <ac:spMkLst>
            <pc:docMk/>
            <pc:sldMk cId="509767715" sldId="319"/>
            <ac:spMk id="9" creationId="{B4C704FD-09E1-E865-E5CD-269F76A23DBC}"/>
          </ac:spMkLst>
        </pc:spChg>
        <pc:picChg chg="del mod">
          <ac:chgData name="Fan" userId="73b39abba4055029" providerId="LiveId" clId="{4543FC07-F948-4295-BABD-D02D5BDA30A1}" dt="2023-08-17T06:30:02.094" v="3297" actId="478"/>
          <ac:picMkLst>
            <pc:docMk/>
            <pc:sldMk cId="509767715" sldId="319"/>
            <ac:picMk id="4" creationId="{1B6B9CFA-F486-44AB-B9B2-CA7115A4F8C6}"/>
          </ac:picMkLst>
        </pc:picChg>
        <pc:picChg chg="del mod">
          <ac:chgData name="Fan" userId="73b39abba4055029" providerId="LiveId" clId="{4543FC07-F948-4295-BABD-D02D5BDA30A1}" dt="2023-08-17T06:30:03.617" v="3298" actId="478"/>
          <ac:picMkLst>
            <pc:docMk/>
            <pc:sldMk cId="509767715" sldId="319"/>
            <ac:picMk id="5" creationId="{22849140-089A-5837-233A-8F1BEEF831AB}"/>
          </ac:picMkLst>
        </pc:picChg>
      </pc:sldChg>
      <pc:sldChg chg="modSp mod">
        <pc:chgData name="Fan" userId="73b39abba4055029" providerId="LiveId" clId="{4543FC07-F948-4295-BABD-D02D5BDA30A1}" dt="2023-08-17T06:32:23.984" v="3326" actId="1076"/>
        <pc:sldMkLst>
          <pc:docMk/>
          <pc:sldMk cId="587538676" sldId="320"/>
        </pc:sldMkLst>
        <pc:spChg chg="mod">
          <ac:chgData name="Fan" userId="73b39abba4055029" providerId="LiveId" clId="{4543FC07-F948-4295-BABD-D02D5BDA30A1}" dt="2023-08-17T06:32:22.012" v="3325" actId="1076"/>
          <ac:spMkLst>
            <pc:docMk/>
            <pc:sldMk cId="587538676" sldId="320"/>
            <ac:spMk id="3" creationId="{69CB70A2-4261-477B-7F11-1BC9A1FF70E1}"/>
          </ac:spMkLst>
        </pc:spChg>
        <pc:spChg chg="mod">
          <ac:chgData name="Fan" userId="73b39abba4055029" providerId="LiveId" clId="{4543FC07-F948-4295-BABD-D02D5BDA30A1}" dt="2023-08-17T06:32:15.130" v="3324" actId="1076"/>
          <ac:spMkLst>
            <pc:docMk/>
            <pc:sldMk cId="587538676" sldId="320"/>
            <ac:spMk id="5" creationId="{00C7F175-1F21-995B-EC26-9B14592769A0}"/>
          </ac:spMkLst>
        </pc:spChg>
        <pc:picChg chg="mod">
          <ac:chgData name="Fan" userId="73b39abba4055029" providerId="LiveId" clId="{4543FC07-F948-4295-BABD-D02D5BDA30A1}" dt="2023-08-17T06:32:23.984" v="3326" actId="1076"/>
          <ac:picMkLst>
            <pc:docMk/>
            <pc:sldMk cId="587538676" sldId="320"/>
            <ac:picMk id="4" creationId="{0B4E2586-40C0-7463-A6DA-D46C8C79882E}"/>
          </ac:picMkLst>
        </pc:picChg>
      </pc:sldChg>
      <pc:sldChg chg="modSp mod">
        <pc:chgData name="Fan" userId="73b39abba4055029" providerId="LiveId" clId="{4543FC07-F948-4295-BABD-D02D5BDA30A1}" dt="2023-08-17T06:33:42.579" v="3343" actId="1076"/>
        <pc:sldMkLst>
          <pc:docMk/>
          <pc:sldMk cId="707064466" sldId="321"/>
        </pc:sldMkLst>
        <pc:spChg chg="mod">
          <ac:chgData name="Fan" userId="73b39abba4055029" providerId="LiveId" clId="{4543FC07-F948-4295-BABD-D02D5BDA30A1}" dt="2023-08-17T06:33:33.787" v="3341" actId="1076"/>
          <ac:spMkLst>
            <pc:docMk/>
            <pc:sldMk cId="707064466" sldId="321"/>
            <ac:spMk id="3" creationId="{BB9C6A17-0885-3CA0-7C8D-5C5C5B5596C4}"/>
          </ac:spMkLst>
        </pc:spChg>
        <pc:spChg chg="mod">
          <ac:chgData name="Fan" userId="73b39abba4055029" providerId="LiveId" clId="{4543FC07-F948-4295-BABD-D02D5BDA30A1}" dt="2023-08-17T06:33:42.579" v="3343" actId="1076"/>
          <ac:spMkLst>
            <pc:docMk/>
            <pc:sldMk cId="707064466" sldId="321"/>
            <ac:spMk id="5" creationId="{042BCC83-AA1B-4D0E-CA57-D95385C2EEC2}"/>
          </ac:spMkLst>
        </pc:spChg>
        <pc:spChg chg="mod">
          <ac:chgData name="Fan" userId="73b39abba4055029" providerId="LiveId" clId="{4543FC07-F948-4295-BABD-D02D5BDA30A1}" dt="2023-08-17T06:33:36.935" v="3342" actId="1076"/>
          <ac:spMkLst>
            <pc:docMk/>
            <pc:sldMk cId="707064466" sldId="321"/>
            <ac:spMk id="6" creationId="{28A30116-E2A3-9CE5-A882-2C112293B0E3}"/>
          </ac:spMkLst>
        </pc:spChg>
        <pc:picChg chg="mod">
          <ac:chgData name="Fan" userId="73b39abba4055029" providerId="LiveId" clId="{4543FC07-F948-4295-BABD-D02D5BDA30A1}" dt="2023-08-17T06:33:30.980" v="3340" actId="1076"/>
          <ac:picMkLst>
            <pc:docMk/>
            <pc:sldMk cId="707064466" sldId="321"/>
            <ac:picMk id="4" creationId="{BE881A8D-1517-295D-A80B-CA0DC2CE482D}"/>
          </ac:picMkLst>
        </pc:picChg>
      </pc:sldChg>
      <pc:sldChg chg="addSp modSp mod">
        <pc:chgData name="Fan" userId="73b39abba4055029" providerId="LiveId" clId="{4543FC07-F948-4295-BABD-D02D5BDA30A1}" dt="2023-08-17T06:35:30.842" v="3366" actId="27636"/>
        <pc:sldMkLst>
          <pc:docMk/>
          <pc:sldMk cId="1822278897" sldId="322"/>
        </pc:sldMkLst>
        <pc:spChg chg="mod">
          <ac:chgData name="Fan" userId="73b39abba4055029" providerId="LiveId" clId="{4543FC07-F948-4295-BABD-D02D5BDA30A1}" dt="2023-08-17T06:35:30.842" v="3366" actId="27636"/>
          <ac:spMkLst>
            <pc:docMk/>
            <pc:sldMk cId="1822278897" sldId="322"/>
            <ac:spMk id="3" creationId="{B8D95BBC-809E-943F-1F61-FFFF95A2C838}"/>
          </ac:spMkLst>
        </pc:spChg>
        <pc:spChg chg="mod">
          <ac:chgData name="Fan" userId="73b39abba4055029" providerId="LiveId" clId="{4543FC07-F948-4295-BABD-D02D5BDA30A1}" dt="2023-08-17T06:34:16.637" v="3349" actId="1076"/>
          <ac:spMkLst>
            <pc:docMk/>
            <pc:sldMk cId="1822278897" sldId="322"/>
            <ac:spMk id="4" creationId="{6B35AFDB-7314-BA5D-57C5-84CD6EF67EE0}"/>
          </ac:spMkLst>
        </pc:spChg>
        <pc:spChg chg="add mod">
          <ac:chgData name="Fan" userId="73b39abba4055029" providerId="LiveId" clId="{4543FC07-F948-4295-BABD-D02D5BDA30A1}" dt="2023-08-17T06:34:53.044" v="3354"/>
          <ac:spMkLst>
            <pc:docMk/>
            <pc:sldMk cId="1822278897" sldId="322"/>
            <ac:spMk id="5" creationId="{6F92AEDB-F7AD-65CC-E98A-C85497EDD07A}"/>
          </ac:spMkLst>
        </pc:spChg>
      </pc:sldChg>
      <pc:sldChg chg="addSp delSp modSp mod">
        <pc:chgData name="Fan" userId="73b39abba4055029" providerId="LiveId" clId="{4543FC07-F948-4295-BABD-D02D5BDA30A1}" dt="2023-08-17T06:38:32.088" v="3402" actId="1076"/>
        <pc:sldMkLst>
          <pc:docMk/>
          <pc:sldMk cId="3464713578" sldId="323"/>
        </pc:sldMkLst>
        <pc:spChg chg="mod">
          <ac:chgData name="Fan" userId="73b39abba4055029" providerId="LiveId" clId="{4543FC07-F948-4295-BABD-D02D5BDA30A1}" dt="2023-08-17T06:38:17.173" v="3400" actId="27636"/>
          <ac:spMkLst>
            <pc:docMk/>
            <pc:sldMk cId="3464713578" sldId="323"/>
            <ac:spMk id="3" creationId="{18387D7F-EBB1-F98D-C24C-849EAB911984}"/>
          </ac:spMkLst>
        </pc:spChg>
        <pc:spChg chg="mod">
          <ac:chgData name="Fan" userId="73b39abba4055029" providerId="LiveId" clId="{4543FC07-F948-4295-BABD-D02D5BDA30A1}" dt="2023-08-17T06:38:29.139" v="3401" actId="1076"/>
          <ac:spMkLst>
            <pc:docMk/>
            <pc:sldMk cId="3464713578" sldId="323"/>
            <ac:spMk id="4" creationId="{B912CB84-9783-24F8-8B9A-E52D228861A8}"/>
          </ac:spMkLst>
        </pc:spChg>
        <pc:spChg chg="del mod">
          <ac:chgData name="Fan" userId="73b39abba4055029" providerId="LiveId" clId="{4543FC07-F948-4295-BABD-D02D5BDA30A1}" dt="2023-08-17T06:36:42.552" v="3374" actId="478"/>
          <ac:spMkLst>
            <pc:docMk/>
            <pc:sldMk cId="3464713578" sldId="323"/>
            <ac:spMk id="5" creationId="{5EC09F83-58E0-5B6D-3947-40D61D0170A8}"/>
          </ac:spMkLst>
        </pc:spChg>
        <pc:spChg chg="add mod">
          <ac:chgData name="Fan" userId="73b39abba4055029" providerId="LiveId" clId="{4543FC07-F948-4295-BABD-D02D5BDA30A1}" dt="2023-08-17T06:38:32.088" v="3402" actId="1076"/>
          <ac:spMkLst>
            <pc:docMk/>
            <pc:sldMk cId="3464713578" sldId="323"/>
            <ac:spMk id="6" creationId="{7606218E-327B-4C2A-3485-BB685632A41D}"/>
          </ac:spMkLst>
        </pc:spChg>
      </pc:sldChg>
      <pc:sldChg chg="modSp mod">
        <pc:chgData name="Fan" userId="73b39abba4055029" providerId="LiveId" clId="{4543FC07-F948-4295-BABD-D02D5BDA30A1}" dt="2023-08-14T07:46:55.218" v="38" actId="20577"/>
        <pc:sldMkLst>
          <pc:docMk/>
          <pc:sldMk cId="1698244363" sldId="324"/>
        </pc:sldMkLst>
        <pc:spChg chg="mod">
          <ac:chgData name="Fan" userId="73b39abba4055029" providerId="LiveId" clId="{4543FC07-F948-4295-BABD-D02D5BDA30A1}" dt="2023-08-14T07:46:55.218" v="38" actId="20577"/>
          <ac:spMkLst>
            <pc:docMk/>
            <pc:sldMk cId="1698244363" sldId="324"/>
            <ac:spMk id="3" creationId="{893C9D1F-C69F-9CA3-0780-9959758805BF}"/>
          </ac:spMkLst>
        </pc:spChg>
      </pc:sldChg>
      <pc:sldChg chg="modSp mod">
        <pc:chgData name="Fan" userId="73b39abba4055029" providerId="LiveId" clId="{4543FC07-F948-4295-BABD-D02D5BDA30A1}" dt="2023-08-14T07:44:51.862" v="26" actId="1076"/>
        <pc:sldMkLst>
          <pc:docMk/>
          <pc:sldMk cId="974391794" sldId="325"/>
        </pc:sldMkLst>
        <pc:spChg chg="mod">
          <ac:chgData name="Fan" userId="73b39abba4055029" providerId="LiveId" clId="{4543FC07-F948-4295-BABD-D02D5BDA30A1}" dt="2023-08-14T07:44:24.689" v="21" actId="27636"/>
          <ac:spMkLst>
            <pc:docMk/>
            <pc:sldMk cId="974391794" sldId="325"/>
            <ac:spMk id="3" creationId="{CE297AA3-85FA-3397-E79C-CC36DAE05F07}"/>
          </ac:spMkLst>
        </pc:spChg>
        <pc:spChg chg="mod">
          <ac:chgData name="Fan" userId="73b39abba4055029" providerId="LiveId" clId="{4543FC07-F948-4295-BABD-D02D5BDA30A1}" dt="2023-08-14T07:44:51.862" v="26" actId="1076"/>
          <ac:spMkLst>
            <pc:docMk/>
            <pc:sldMk cId="974391794" sldId="325"/>
            <ac:spMk id="6" creationId="{A2BF9D11-B0D2-7C5A-42D9-73B9CCB82B2E}"/>
          </ac:spMkLst>
        </pc:spChg>
        <pc:picChg chg="mod">
          <ac:chgData name="Fan" userId="73b39abba4055029" providerId="LiveId" clId="{4543FC07-F948-4295-BABD-D02D5BDA30A1}" dt="2023-08-14T07:44:51.862" v="26" actId="1076"/>
          <ac:picMkLst>
            <pc:docMk/>
            <pc:sldMk cId="974391794" sldId="325"/>
            <ac:picMk id="4" creationId="{7D56BF37-1B76-2324-38C1-51983253EE80}"/>
          </ac:picMkLst>
        </pc:picChg>
        <pc:picChg chg="mod">
          <ac:chgData name="Fan" userId="73b39abba4055029" providerId="LiveId" clId="{4543FC07-F948-4295-BABD-D02D5BDA30A1}" dt="2023-08-14T07:44:51.862" v="26" actId="1076"/>
          <ac:picMkLst>
            <pc:docMk/>
            <pc:sldMk cId="974391794" sldId="325"/>
            <ac:picMk id="5" creationId="{D4A4FFA5-1627-2585-2238-68473E92500A}"/>
          </ac:picMkLst>
        </pc:picChg>
      </pc:sldChg>
      <pc:sldChg chg="modSp mod">
        <pc:chgData name="Fan" userId="73b39abba4055029" providerId="LiveId" clId="{4543FC07-F948-4295-BABD-D02D5BDA30A1}" dt="2023-08-17T13:01:04.206" v="3932" actId="207"/>
        <pc:sldMkLst>
          <pc:docMk/>
          <pc:sldMk cId="2829944021" sldId="326"/>
        </pc:sldMkLst>
        <pc:spChg chg="mod">
          <ac:chgData name="Fan" userId="73b39abba4055029" providerId="LiveId" clId="{4543FC07-F948-4295-BABD-D02D5BDA30A1}" dt="2023-08-17T13:01:04.206" v="3932" actId="207"/>
          <ac:spMkLst>
            <pc:docMk/>
            <pc:sldMk cId="2829944021" sldId="326"/>
            <ac:spMk id="3" creationId="{CE297AA3-85FA-3397-E79C-CC36DAE05F07}"/>
          </ac:spMkLst>
        </pc:spChg>
        <pc:spChg chg="mod">
          <ac:chgData name="Fan" userId="73b39abba4055029" providerId="LiveId" clId="{4543FC07-F948-4295-BABD-D02D5BDA30A1}" dt="2023-08-14T07:45:11.085" v="30" actId="1076"/>
          <ac:spMkLst>
            <pc:docMk/>
            <pc:sldMk cId="2829944021" sldId="326"/>
            <ac:spMk id="6" creationId="{3F0A2B65-5010-918D-F806-A6429D912317}"/>
          </ac:spMkLst>
        </pc:spChg>
        <pc:picChg chg="mod">
          <ac:chgData name="Fan" userId="73b39abba4055029" providerId="LiveId" clId="{4543FC07-F948-4295-BABD-D02D5BDA30A1}" dt="2023-08-14T07:45:11.085" v="30" actId="1076"/>
          <ac:picMkLst>
            <pc:docMk/>
            <pc:sldMk cId="2829944021" sldId="326"/>
            <ac:picMk id="4" creationId="{B61B12E9-B2E5-734C-35FC-8C219C42A327}"/>
          </ac:picMkLst>
        </pc:picChg>
        <pc:picChg chg="mod">
          <ac:chgData name="Fan" userId="73b39abba4055029" providerId="LiveId" clId="{4543FC07-F948-4295-BABD-D02D5BDA30A1}" dt="2023-08-14T07:45:11.085" v="30" actId="1076"/>
          <ac:picMkLst>
            <pc:docMk/>
            <pc:sldMk cId="2829944021" sldId="326"/>
            <ac:picMk id="5" creationId="{A4715EDB-1D27-24B8-9757-2774258A639E}"/>
          </ac:picMkLst>
        </pc:picChg>
      </pc:sldChg>
      <pc:sldChg chg="addSp delSp modSp mod">
        <pc:chgData name="Fan" userId="73b39abba4055029" providerId="LiveId" clId="{4543FC07-F948-4295-BABD-D02D5BDA30A1}" dt="2023-08-17T06:43:00.219" v="3467" actId="1076"/>
        <pc:sldMkLst>
          <pc:docMk/>
          <pc:sldMk cId="2998035075" sldId="327"/>
        </pc:sldMkLst>
        <pc:spChg chg="add del">
          <ac:chgData name="Fan" userId="73b39abba4055029" providerId="LiveId" clId="{4543FC07-F948-4295-BABD-D02D5BDA30A1}" dt="2023-08-17T06:42:32.364" v="3459" actId="22"/>
          <ac:spMkLst>
            <pc:docMk/>
            <pc:sldMk cId="2998035075" sldId="327"/>
            <ac:spMk id="5" creationId="{E8C65D32-C362-52EC-910E-E8342523504D}"/>
          </ac:spMkLst>
        </pc:spChg>
        <pc:spChg chg="mod">
          <ac:chgData name="Fan" userId="73b39abba4055029" providerId="LiveId" clId="{4543FC07-F948-4295-BABD-D02D5BDA30A1}" dt="2023-08-17T06:42:48.215" v="3464" actId="1076"/>
          <ac:spMkLst>
            <pc:docMk/>
            <pc:sldMk cId="2998035075" sldId="327"/>
            <ac:spMk id="6" creationId="{CE8058BB-A42B-198B-4D0A-D49064AE2664}"/>
          </ac:spMkLst>
        </pc:spChg>
        <pc:spChg chg="mod">
          <ac:chgData name="Fan" userId="73b39abba4055029" providerId="LiveId" clId="{4543FC07-F948-4295-BABD-D02D5BDA30A1}" dt="2023-08-17T06:43:00.219" v="3467" actId="1076"/>
          <ac:spMkLst>
            <pc:docMk/>
            <pc:sldMk cId="2998035075" sldId="327"/>
            <ac:spMk id="7" creationId="{1555A772-EAD1-5BFE-657A-A2C9C8A13D4F}"/>
          </ac:spMkLst>
        </pc:spChg>
        <pc:spChg chg="mod">
          <ac:chgData name="Fan" userId="73b39abba4055029" providerId="LiveId" clId="{4543FC07-F948-4295-BABD-D02D5BDA30A1}" dt="2023-08-17T05:23:09.679" v="2301" actId="1076"/>
          <ac:spMkLst>
            <pc:docMk/>
            <pc:sldMk cId="2998035075" sldId="327"/>
            <ac:spMk id="17" creationId="{925D557E-9937-0CA8-6160-A021756D2DA6}"/>
          </ac:spMkLst>
        </pc:spChg>
      </pc:sldChg>
      <pc:sldChg chg="del">
        <pc:chgData name="Fan" userId="73b39abba4055029" providerId="LiveId" clId="{4543FC07-F948-4295-BABD-D02D5BDA30A1}" dt="2023-08-17T06:49:10.488" v="3488" actId="47"/>
        <pc:sldMkLst>
          <pc:docMk/>
          <pc:sldMk cId="1043074602" sldId="329"/>
        </pc:sldMkLst>
      </pc:sldChg>
      <pc:sldChg chg="addSp delSp modSp mod">
        <pc:chgData name="Fan" userId="73b39abba4055029" providerId="LiveId" clId="{4543FC07-F948-4295-BABD-D02D5BDA30A1}" dt="2023-08-17T10:07:21.425" v="3567" actId="20577"/>
        <pc:sldMkLst>
          <pc:docMk/>
          <pc:sldMk cId="3277435879" sldId="330"/>
        </pc:sldMkLst>
        <pc:spChg chg="mod">
          <ac:chgData name="Fan" userId="73b39abba4055029" providerId="LiveId" clId="{4543FC07-F948-4295-BABD-D02D5BDA30A1}" dt="2023-08-17T10:07:21.425" v="3567" actId="20577"/>
          <ac:spMkLst>
            <pc:docMk/>
            <pc:sldMk cId="3277435879" sldId="330"/>
            <ac:spMk id="2" creationId="{A4B04789-7550-28CF-9B5D-6F0CC7E51200}"/>
          </ac:spMkLst>
        </pc:spChg>
        <pc:spChg chg="add mod">
          <ac:chgData name="Fan" userId="73b39abba4055029" providerId="LiveId" clId="{4543FC07-F948-4295-BABD-D02D5BDA30A1}" dt="2023-08-17T06:25:10.322" v="3185" actId="1076"/>
          <ac:spMkLst>
            <pc:docMk/>
            <pc:sldMk cId="3277435879" sldId="330"/>
            <ac:spMk id="7" creationId="{D328C72C-85C2-5A24-7713-00C8FBFC1FEF}"/>
          </ac:spMkLst>
        </pc:spChg>
        <pc:spChg chg="del mod">
          <ac:chgData name="Fan" userId="73b39abba4055029" providerId="LiveId" clId="{4543FC07-F948-4295-BABD-D02D5BDA30A1}" dt="2023-08-17T06:25:10.646" v="3187"/>
          <ac:spMkLst>
            <pc:docMk/>
            <pc:sldMk cId="3277435879" sldId="330"/>
            <ac:spMk id="8" creationId="{C1E44ACB-5543-2979-1424-51E30562F48E}"/>
          </ac:spMkLst>
        </pc:spChg>
        <pc:grpChg chg="add mod">
          <ac:chgData name="Fan" userId="73b39abba4055029" providerId="LiveId" clId="{4543FC07-F948-4295-BABD-D02D5BDA30A1}" dt="2023-08-17T06:24:42.939" v="3177" actId="164"/>
          <ac:grpSpMkLst>
            <pc:docMk/>
            <pc:sldMk cId="3277435879" sldId="330"/>
            <ac:grpSpMk id="9" creationId="{11A1220E-2086-31DB-6E97-3330CA4F2E6E}"/>
          </ac:grpSpMkLst>
        </pc:grpChg>
        <pc:grpChg chg="add mod">
          <ac:chgData name="Fan" userId="73b39abba4055029" providerId="LiveId" clId="{4543FC07-F948-4295-BABD-D02D5BDA30A1}" dt="2023-08-17T06:24:49.195" v="3178" actId="164"/>
          <ac:grpSpMkLst>
            <pc:docMk/>
            <pc:sldMk cId="3277435879" sldId="330"/>
            <ac:grpSpMk id="10" creationId="{2BC0F823-3248-B517-0C25-23B4BEC7DB20}"/>
          </ac:grpSpMkLst>
        </pc:grpChg>
        <pc:picChg chg="add mod">
          <ac:chgData name="Fan" userId="73b39abba4055029" providerId="LiveId" clId="{4543FC07-F948-4295-BABD-D02D5BDA30A1}" dt="2023-08-17T06:23:56.579" v="3165" actId="571"/>
          <ac:picMkLst>
            <pc:docMk/>
            <pc:sldMk cId="3277435879" sldId="330"/>
            <ac:picMk id="3" creationId="{0DFF65CF-A4CF-BF19-24B3-343452C83FD0}"/>
          </ac:picMkLst>
        </pc:picChg>
        <pc:picChg chg="add mod">
          <ac:chgData name="Fan" userId="73b39abba4055029" providerId="LiveId" clId="{4543FC07-F948-4295-BABD-D02D5BDA30A1}" dt="2023-08-17T06:23:56.579" v="3165" actId="571"/>
          <ac:picMkLst>
            <pc:docMk/>
            <pc:sldMk cId="3277435879" sldId="330"/>
            <ac:picMk id="4" creationId="{EA8E6C01-C1B7-D827-C5FE-D53E77BE8033}"/>
          </ac:picMkLst>
        </pc:picChg>
        <pc:picChg chg="add mod">
          <ac:chgData name="Fan" userId="73b39abba4055029" providerId="LiveId" clId="{4543FC07-F948-4295-BABD-D02D5BDA30A1}" dt="2023-08-17T06:23:56.579" v="3165" actId="571"/>
          <ac:picMkLst>
            <pc:docMk/>
            <pc:sldMk cId="3277435879" sldId="330"/>
            <ac:picMk id="5" creationId="{07B9CC79-B976-CF26-441A-B26B43B64675}"/>
          </ac:picMkLst>
        </pc:picChg>
        <pc:picChg chg="add mod">
          <ac:chgData name="Fan" userId="73b39abba4055029" providerId="LiveId" clId="{4543FC07-F948-4295-BABD-D02D5BDA30A1}" dt="2023-08-17T06:23:56.579" v="3165" actId="571"/>
          <ac:picMkLst>
            <pc:docMk/>
            <pc:sldMk cId="3277435879" sldId="330"/>
            <ac:picMk id="6" creationId="{789BB43A-9A94-AAA8-3942-32028910B5E1}"/>
          </ac:picMkLst>
        </pc:picChg>
        <pc:picChg chg="add mod">
          <ac:chgData name="Fan" userId="73b39abba4055029" providerId="LiveId" clId="{4543FC07-F948-4295-BABD-D02D5BDA30A1}" dt="2023-08-17T06:24:49.195" v="3178" actId="164"/>
          <ac:picMkLst>
            <pc:docMk/>
            <pc:sldMk cId="3277435879" sldId="330"/>
            <ac:picMk id="1026" creationId="{DFF4DE4D-AB47-E6A7-DC9B-E56DBAA2119D}"/>
          </ac:picMkLst>
        </pc:picChg>
        <pc:picChg chg="add del mod">
          <ac:chgData name="Fan" userId="73b39abba4055029" providerId="LiveId" clId="{4543FC07-F948-4295-BABD-D02D5BDA30A1}" dt="2023-08-17T06:21:23.703" v="3124" actId="478"/>
          <ac:picMkLst>
            <pc:docMk/>
            <pc:sldMk cId="3277435879" sldId="330"/>
            <ac:picMk id="1028" creationId="{3BF9CB2B-E129-29A7-E64C-6A74E2D23213}"/>
          </ac:picMkLst>
        </pc:picChg>
        <pc:picChg chg="add mod">
          <ac:chgData name="Fan" userId="73b39abba4055029" providerId="LiveId" clId="{4543FC07-F948-4295-BABD-D02D5BDA30A1}" dt="2023-08-17T06:24:49.195" v="3178" actId="164"/>
          <ac:picMkLst>
            <pc:docMk/>
            <pc:sldMk cId="3277435879" sldId="330"/>
            <ac:picMk id="1030" creationId="{8CD67460-077D-0921-A927-CC0CFCF3A638}"/>
          </ac:picMkLst>
        </pc:picChg>
        <pc:picChg chg="add mod">
          <ac:chgData name="Fan" userId="73b39abba4055029" providerId="LiveId" clId="{4543FC07-F948-4295-BABD-D02D5BDA30A1}" dt="2023-08-17T06:24:49.195" v="3178" actId="164"/>
          <ac:picMkLst>
            <pc:docMk/>
            <pc:sldMk cId="3277435879" sldId="330"/>
            <ac:picMk id="1032" creationId="{7CD7EB02-F339-2606-FC2A-8D5B3FF3C3BB}"/>
          </ac:picMkLst>
        </pc:picChg>
        <pc:picChg chg="add mod">
          <ac:chgData name="Fan" userId="73b39abba4055029" providerId="LiveId" clId="{4543FC07-F948-4295-BABD-D02D5BDA30A1}" dt="2023-08-17T06:24:49.195" v="3178" actId="164"/>
          <ac:picMkLst>
            <pc:docMk/>
            <pc:sldMk cId="3277435879" sldId="330"/>
            <ac:picMk id="1034" creationId="{813BD5A2-3499-43A6-C83E-F0E5E6352AA7}"/>
          </ac:picMkLst>
        </pc:picChg>
        <pc:picChg chg="add del mod">
          <ac:chgData name="Fan" userId="73b39abba4055029" providerId="LiveId" clId="{4543FC07-F948-4295-BABD-D02D5BDA30A1}" dt="2023-08-17T06:23:22.861" v="3156" actId="478"/>
          <ac:picMkLst>
            <pc:docMk/>
            <pc:sldMk cId="3277435879" sldId="330"/>
            <ac:picMk id="1036" creationId="{9031E9B0-B1A4-5E26-518D-2022C81A012A}"/>
          </ac:picMkLst>
        </pc:picChg>
        <pc:picChg chg="add mod">
          <ac:chgData name="Fan" userId="73b39abba4055029" providerId="LiveId" clId="{4543FC07-F948-4295-BABD-D02D5BDA30A1}" dt="2023-08-17T06:24:49.195" v="3178" actId="164"/>
          <ac:picMkLst>
            <pc:docMk/>
            <pc:sldMk cId="3277435879" sldId="330"/>
            <ac:picMk id="1038" creationId="{7C5E6CA2-C23E-11F0-CCE3-95D43E841718}"/>
          </ac:picMkLst>
        </pc:picChg>
      </pc:sldChg>
      <pc:sldChg chg="modSp add del mod">
        <pc:chgData name="Fan" userId="73b39abba4055029" providerId="LiveId" clId="{4543FC07-F948-4295-BABD-D02D5BDA30A1}" dt="2023-08-17T10:09:11.234" v="3592" actId="47"/>
        <pc:sldMkLst>
          <pc:docMk/>
          <pc:sldMk cId="1582726597" sldId="331"/>
        </pc:sldMkLst>
        <pc:spChg chg="mod">
          <ac:chgData name="Fan" userId="73b39abba4055029" providerId="LiveId" clId="{4543FC07-F948-4295-BABD-D02D5BDA30A1}" dt="2023-08-17T10:09:00.987" v="3591" actId="20577"/>
          <ac:spMkLst>
            <pc:docMk/>
            <pc:sldMk cId="1582726597" sldId="331"/>
            <ac:spMk id="70" creationId="{00000000-0000-0000-0000-000000000000}"/>
          </ac:spMkLst>
        </pc:spChg>
      </pc:sldChg>
      <pc:sldChg chg="addSp delSp modSp add mod">
        <pc:chgData name="Fan" userId="73b39abba4055029" providerId="LiveId" clId="{4543FC07-F948-4295-BABD-D02D5BDA30A1}" dt="2023-08-17T11:20:58.464" v="3918" actId="1076"/>
        <pc:sldMkLst>
          <pc:docMk/>
          <pc:sldMk cId="1834954081" sldId="331"/>
        </pc:sldMkLst>
        <pc:spChg chg="mod">
          <ac:chgData name="Fan" userId="73b39abba4055029" providerId="LiveId" clId="{4543FC07-F948-4295-BABD-D02D5BDA30A1}" dt="2023-08-17T10:09:28.684" v="3620" actId="20577"/>
          <ac:spMkLst>
            <pc:docMk/>
            <pc:sldMk cId="1834954081" sldId="331"/>
            <ac:spMk id="2" creationId="{C9ADE2D1-D62A-BD4F-8270-CFF61457D294}"/>
          </ac:spMkLst>
        </pc:spChg>
        <pc:spChg chg="del mod">
          <ac:chgData name="Fan" userId="73b39abba4055029" providerId="LiveId" clId="{4543FC07-F948-4295-BABD-D02D5BDA30A1}" dt="2023-08-17T10:22:12.238" v="3678" actId="478"/>
          <ac:spMkLst>
            <pc:docMk/>
            <pc:sldMk cId="1834954081" sldId="331"/>
            <ac:spMk id="3" creationId="{9E9BEBD1-6AC6-FCA5-1DE8-D6954B50A3FE}"/>
          </ac:spMkLst>
        </pc:spChg>
        <pc:spChg chg="add del mod">
          <ac:chgData name="Fan" userId="73b39abba4055029" providerId="LiveId" clId="{4543FC07-F948-4295-BABD-D02D5BDA30A1}" dt="2023-08-17T10:22:15.325" v="3679" actId="478"/>
          <ac:spMkLst>
            <pc:docMk/>
            <pc:sldMk cId="1834954081" sldId="331"/>
            <ac:spMk id="5" creationId="{9BEF4F1B-3351-3D6F-34C3-3E0232F419FD}"/>
          </ac:spMkLst>
        </pc:spChg>
        <pc:spChg chg="add del mod">
          <ac:chgData name="Fan" userId="73b39abba4055029" providerId="LiveId" clId="{4543FC07-F948-4295-BABD-D02D5BDA30A1}" dt="2023-08-17T10:43:52.279" v="3727" actId="478"/>
          <ac:spMkLst>
            <pc:docMk/>
            <pc:sldMk cId="1834954081" sldId="331"/>
            <ac:spMk id="6" creationId="{1A65B7DB-AEA0-B0A3-7F7F-5263415C76DB}"/>
          </ac:spMkLst>
        </pc:spChg>
        <pc:spChg chg="add mod">
          <ac:chgData name="Fan" userId="73b39abba4055029" providerId="LiveId" clId="{4543FC07-F948-4295-BABD-D02D5BDA30A1}" dt="2023-08-17T11:20:31.339" v="3912" actId="1076"/>
          <ac:spMkLst>
            <pc:docMk/>
            <pc:sldMk cId="1834954081" sldId="331"/>
            <ac:spMk id="8" creationId="{7F475F60-8A3D-DDA2-F251-CFDB07CC6F7C}"/>
          </ac:spMkLst>
        </pc:spChg>
        <pc:spChg chg="add mod">
          <ac:chgData name="Fan" userId="73b39abba4055029" providerId="LiveId" clId="{4543FC07-F948-4295-BABD-D02D5BDA30A1}" dt="2023-08-17T11:20:58.464" v="3918" actId="1076"/>
          <ac:spMkLst>
            <pc:docMk/>
            <pc:sldMk cId="1834954081" sldId="331"/>
            <ac:spMk id="10" creationId="{7517074C-2F4A-7234-259F-D6D220F77605}"/>
          </ac:spMkLst>
        </pc:spChg>
        <pc:spChg chg="add mod">
          <ac:chgData name="Fan" userId="73b39abba4055029" providerId="LiveId" clId="{4543FC07-F948-4295-BABD-D02D5BDA30A1}" dt="2023-08-17T11:20:53.707" v="3917" actId="1076"/>
          <ac:spMkLst>
            <pc:docMk/>
            <pc:sldMk cId="1834954081" sldId="331"/>
            <ac:spMk id="11" creationId="{0E95D83D-32C4-1D40-A649-0807B4174BE5}"/>
          </ac:spMkLst>
        </pc:spChg>
        <pc:spChg chg="add mod">
          <ac:chgData name="Fan" userId="73b39abba4055029" providerId="LiveId" clId="{4543FC07-F948-4295-BABD-D02D5BDA30A1}" dt="2023-08-17T11:20:34.832" v="3913" actId="1076"/>
          <ac:spMkLst>
            <pc:docMk/>
            <pc:sldMk cId="1834954081" sldId="331"/>
            <ac:spMk id="13" creationId="{54FEB06F-660D-4E3F-FD46-121C53A4DA58}"/>
          </ac:spMkLst>
        </pc:spChg>
        <pc:picChg chg="add del">
          <ac:chgData name="Fan" userId="73b39abba4055029" providerId="LiveId" clId="{4543FC07-F948-4295-BABD-D02D5BDA30A1}" dt="2023-08-17T10:22:42.050" v="3681"/>
          <ac:picMkLst>
            <pc:docMk/>
            <pc:sldMk cId="1834954081" sldId="331"/>
            <ac:picMk id="1026" creationId="{3E0027BC-CA64-6E78-1101-DC6581CC4FDA}"/>
          </ac:picMkLst>
        </pc:picChg>
        <pc:picChg chg="add del mod">
          <ac:chgData name="Fan" userId="73b39abba4055029" providerId="LiveId" clId="{4543FC07-F948-4295-BABD-D02D5BDA30A1}" dt="2023-08-17T10:31:34.475" v="3687" actId="478"/>
          <ac:picMkLst>
            <pc:docMk/>
            <pc:sldMk cId="1834954081" sldId="331"/>
            <ac:picMk id="1028" creationId="{50534456-719C-9688-977B-81E8BB8BC284}"/>
          </ac:picMkLst>
        </pc:picChg>
        <pc:picChg chg="add mod">
          <ac:chgData name="Fan" userId="73b39abba4055029" providerId="LiveId" clId="{4543FC07-F948-4295-BABD-D02D5BDA30A1}" dt="2023-08-17T11:20:40.804" v="3915" actId="1076"/>
          <ac:picMkLst>
            <pc:docMk/>
            <pc:sldMk cId="1834954081" sldId="331"/>
            <ac:picMk id="1032" creationId="{362E2865-3EA1-63AF-AC5A-45DFBE39C11E}"/>
          </ac:picMkLst>
        </pc:picChg>
        <pc:picChg chg="add mod">
          <ac:chgData name="Fan" userId="73b39abba4055029" providerId="LiveId" clId="{4543FC07-F948-4295-BABD-D02D5BDA30A1}" dt="2023-08-17T11:03:22.339" v="3798" actId="1076"/>
          <ac:picMkLst>
            <pc:docMk/>
            <pc:sldMk cId="1834954081" sldId="331"/>
            <ac:picMk id="1034" creationId="{F1A3713D-A89C-E9D8-751D-ECAD00BBB448}"/>
          </ac:picMkLst>
        </pc:picChg>
        <pc:picChg chg="add mod">
          <ac:chgData name="Fan" userId="73b39abba4055029" providerId="LiveId" clId="{4543FC07-F948-4295-BABD-D02D5BDA30A1}" dt="2023-08-17T10:57:13.515" v="3796" actId="1076"/>
          <ac:picMkLst>
            <pc:docMk/>
            <pc:sldMk cId="1834954081" sldId="331"/>
            <ac:picMk id="1036" creationId="{A515E3AF-84C6-F7C0-4A2D-6E1779E28FC0}"/>
          </ac:picMkLst>
        </pc:picChg>
        <pc:picChg chg="add mod">
          <ac:chgData name="Fan" userId="73b39abba4055029" providerId="LiveId" clId="{4543FC07-F948-4295-BABD-D02D5BDA30A1}" dt="2023-08-17T11:20:37.421" v="3914" actId="1076"/>
          <ac:picMkLst>
            <pc:docMk/>
            <pc:sldMk cId="1834954081" sldId="331"/>
            <ac:picMk id="1038" creationId="{E9A24067-0DC3-F235-374B-6F0498E6DF22}"/>
          </ac:picMkLst>
        </pc:picChg>
      </pc:sldChg>
      <pc:sldMasterChg chg="delSldLayout">
        <pc:chgData name="Fan" userId="73b39abba4055029" providerId="LiveId" clId="{4543FC07-F948-4295-BABD-D02D5BDA30A1}" dt="2023-08-14T12:39:19.694" v="583" actId="47"/>
        <pc:sldMasterMkLst>
          <pc:docMk/>
          <pc:sldMasterMk cId="0" sldId="2147483659"/>
        </pc:sldMasterMkLst>
        <pc:sldLayoutChg chg="del">
          <pc:chgData name="Fan" userId="73b39abba4055029" providerId="LiveId" clId="{4543FC07-F948-4295-BABD-D02D5BDA30A1}" dt="2023-08-14T12:39:19.694" v="583" actId="47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  <pc:docChgLst>
    <pc:chgData name="Fan Cheng" userId="73b39abba4055029" providerId="LiveId" clId="{A7CB03D5-E346-47DC-981F-E68E41D25B7D}"/>
    <pc:docChg chg="undo redo custSel addSld delSld modSld sldOrd addSection delSection modSection">
      <pc:chgData name="Fan Cheng" userId="73b39abba4055029" providerId="LiveId" clId="{A7CB03D5-E346-47DC-981F-E68E41D25B7D}" dt="2023-11-06T09:00:16.295" v="3819" actId="2711"/>
      <pc:docMkLst>
        <pc:docMk/>
      </pc:docMkLst>
      <pc:sldChg chg="modSp mod">
        <pc:chgData name="Fan Cheng" userId="73b39abba4055029" providerId="LiveId" clId="{A7CB03D5-E346-47DC-981F-E68E41D25B7D}" dt="2023-09-16T03:57:45.629" v="0" actId="20577"/>
        <pc:sldMkLst>
          <pc:docMk/>
          <pc:sldMk cId="0" sldId="257"/>
        </pc:sldMkLst>
        <pc:spChg chg="mod">
          <ac:chgData name="Fan Cheng" userId="73b39abba4055029" providerId="LiveId" clId="{A7CB03D5-E346-47DC-981F-E68E41D25B7D}" dt="2023-09-16T03:57:45.629" v="0" actId="20577"/>
          <ac:spMkLst>
            <pc:docMk/>
            <pc:sldMk cId="0" sldId="257"/>
            <ac:spMk id="4" creationId="{85C28901-C9EF-50D4-0C85-DBACF2C42A11}"/>
          </ac:spMkLst>
        </pc:spChg>
      </pc:sldChg>
      <pc:sldChg chg="modSp add del mod">
        <pc:chgData name="Fan Cheng" userId="73b39abba4055029" providerId="LiveId" clId="{A7CB03D5-E346-47DC-981F-E68E41D25B7D}" dt="2023-10-28T03:35:26.053" v="3737" actId="27636"/>
        <pc:sldMkLst>
          <pc:docMk/>
          <pc:sldMk cId="580568948" sldId="258"/>
        </pc:sldMkLst>
        <pc:spChg chg="mod">
          <ac:chgData name="Fan Cheng" userId="73b39abba4055029" providerId="LiveId" clId="{A7CB03D5-E346-47DC-981F-E68E41D25B7D}" dt="2023-10-28T03:35:26.053" v="3737" actId="27636"/>
          <ac:spMkLst>
            <pc:docMk/>
            <pc:sldMk cId="580568948" sldId="258"/>
            <ac:spMk id="2" creationId="{D6D98C34-1A22-4BBD-BF7B-C892F2D0595A}"/>
          </ac:spMkLst>
        </pc:spChg>
        <pc:spChg chg="mod">
          <ac:chgData name="Fan Cheng" userId="73b39abba4055029" providerId="LiveId" clId="{A7CB03D5-E346-47DC-981F-E68E41D25B7D}" dt="2023-10-28T03:35:26.052" v="3736" actId="27636"/>
          <ac:spMkLst>
            <pc:docMk/>
            <pc:sldMk cId="580568948" sldId="258"/>
            <ac:spMk id="3" creationId="{DB610EE3-D956-425B-940F-718000EC10D4}"/>
          </ac:spMkLst>
        </pc:spChg>
      </pc:sldChg>
      <pc:sldChg chg="modSp add del mod">
        <pc:chgData name="Fan Cheng" userId="73b39abba4055029" providerId="LiveId" clId="{A7CB03D5-E346-47DC-981F-E68E41D25B7D}" dt="2023-10-28T03:35:26.063" v="3738" actId="27636"/>
        <pc:sldMkLst>
          <pc:docMk/>
          <pc:sldMk cId="1448936173" sldId="259"/>
        </pc:sldMkLst>
        <pc:spChg chg="mod">
          <ac:chgData name="Fan Cheng" userId="73b39abba4055029" providerId="LiveId" clId="{A7CB03D5-E346-47DC-981F-E68E41D25B7D}" dt="2023-10-28T03:35:26.063" v="3738" actId="27636"/>
          <ac:spMkLst>
            <pc:docMk/>
            <pc:sldMk cId="1448936173" sldId="259"/>
            <ac:spMk id="2" creationId="{C8AB0948-6704-461D-9E44-18A3C81ACE66}"/>
          </ac:spMkLst>
        </pc:spChg>
      </pc:sldChg>
      <pc:sldChg chg="modSp add del mod">
        <pc:chgData name="Fan Cheng" userId="73b39abba4055029" providerId="LiveId" clId="{A7CB03D5-E346-47DC-981F-E68E41D25B7D}" dt="2023-10-28T03:35:26.068" v="3740" actId="27636"/>
        <pc:sldMkLst>
          <pc:docMk/>
          <pc:sldMk cId="3825822711" sldId="261"/>
        </pc:sldMkLst>
        <pc:spChg chg="mod">
          <ac:chgData name="Fan Cheng" userId="73b39abba4055029" providerId="LiveId" clId="{A7CB03D5-E346-47DC-981F-E68E41D25B7D}" dt="2023-10-28T03:35:26.068" v="3740" actId="27636"/>
          <ac:spMkLst>
            <pc:docMk/>
            <pc:sldMk cId="3825822711" sldId="261"/>
            <ac:spMk id="2" creationId="{2C0FB630-0C58-2D44-87E4-B752829602C2}"/>
          </ac:spMkLst>
        </pc:spChg>
      </pc:sldChg>
      <pc:sldChg chg="modSp add del mod">
        <pc:chgData name="Fan Cheng" userId="73b39abba4055029" providerId="LiveId" clId="{A7CB03D5-E346-47DC-981F-E68E41D25B7D}" dt="2023-10-28T03:35:26.071" v="3741" actId="27636"/>
        <pc:sldMkLst>
          <pc:docMk/>
          <pc:sldMk cId="3970609365" sldId="262"/>
        </pc:sldMkLst>
        <pc:spChg chg="mod">
          <ac:chgData name="Fan Cheng" userId="73b39abba4055029" providerId="LiveId" clId="{A7CB03D5-E346-47DC-981F-E68E41D25B7D}" dt="2023-10-28T03:35:26.071" v="3741" actId="27636"/>
          <ac:spMkLst>
            <pc:docMk/>
            <pc:sldMk cId="3970609365" sldId="262"/>
            <ac:spMk id="2" creationId="{931D2268-D84E-7642-82D7-0987CECD2E72}"/>
          </ac:spMkLst>
        </pc:spChg>
      </pc:sldChg>
      <pc:sldChg chg="modSp add del mod">
        <pc:chgData name="Fan Cheng" userId="73b39abba4055029" providerId="LiveId" clId="{A7CB03D5-E346-47DC-981F-E68E41D25B7D}" dt="2023-10-28T03:35:26.076" v="3742" actId="27636"/>
        <pc:sldMkLst>
          <pc:docMk/>
          <pc:sldMk cId="2213538825" sldId="263"/>
        </pc:sldMkLst>
        <pc:spChg chg="mod">
          <ac:chgData name="Fan Cheng" userId="73b39abba4055029" providerId="LiveId" clId="{A7CB03D5-E346-47DC-981F-E68E41D25B7D}" dt="2023-10-28T03:35:26.076" v="3742" actId="27636"/>
          <ac:spMkLst>
            <pc:docMk/>
            <pc:sldMk cId="2213538825" sldId="263"/>
            <ac:spMk id="2" creationId="{47BBA8E7-A2F4-044E-A370-BAF34481AC0E}"/>
          </ac:spMkLst>
        </pc:spChg>
      </pc:sldChg>
      <pc:sldChg chg="modSp add del mod">
        <pc:chgData name="Fan Cheng" userId="73b39abba4055029" providerId="LiveId" clId="{A7CB03D5-E346-47DC-981F-E68E41D25B7D}" dt="2023-10-28T03:40:18.271" v="3744" actId="207"/>
        <pc:sldMkLst>
          <pc:docMk/>
          <pc:sldMk cId="1418548408" sldId="264"/>
        </pc:sldMkLst>
        <pc:spChg chg="mod">
          <ac:chgData name="Fan Cheng" userId="73b39abba4055029" providerId="LiveId" clId="{A7CB03D5-E346-47DC-981F-E68E41D25B7D}" dt="2023-10-28T03:35:26.004" v="3733" actId="27636"/>
          <ac:spMkLst>
            <pc:docMk/>
            <pc:sldMk cId="1418548408" sldId="264"/>
            <ac:spMk id="2" creationId="{025A6EE5-58EC-7846-B8F7-6EEE5334AF0B}"/>
          </ac:spMkLst>
        </pc:spChg>
        <pc:spChg chg="mod">
          <ac:chgData name="Fan Cheng" userId="73b39abba4055029" providerId="LiveId" clId="{A7CB03D5-E346-47DC-981F-E68E41D25B7D}" dt="2023-10-28T03:40:18.271" v="3744" actId="207"/>
          <ac:spMkLst>
            <pc:docMk/>
            <pc:sldMk cId="1418548408" sldId="264"/>
            <ac:spMk id="3" creationId="{78D8AD83-4414-7549-974E-EC20619199D9}"/>
          </ac:spMkLst>
        </pc:spChg>
      </pc:sldChg>
      <pc:sldChg chg="modSp add del mod">
        <pc:chgData name="Fan Cheng" userId="73b39abba4055029" providerId="LiveId" clId="{A7CB03D5-E346-47DC-981F-E68E41D25B7D}" dt="2023-11-06T08:53:01.936" v="3816" actId="20577"/>
        <pc:sldMkLst>
          <pc:docMk/>
          <pc:sldMk cId="689622007" sldId="265"/>
        </pc:sldMkLst>
        <pc:spChg chg="mod">
          <ac:chgData name="Fan Cheng" userId="73b39abba4055029" providerId="LiveId" clId="{A7CB03D5-E346-47DC-981F-E68E41D25B7D}" dt="2023-10-28T03:35:26.033" v="3735" actId="27636"/>
          <ac:spMkLst>
            <pc:docMk/>
            <pc:sldMk cId="689622007" sldId="265"/>
            <ac:spMk id="2" creationId="{2DFD5DD8-EA70-0041-AC9C-4DBDD0DF84E1}"/>
          </ac:spMkLst>
        </pc:spChg>
        <pc:spChg chg="mod">
          <ac:chgData name="Fan Cheng" userId="73b39abba4055029" providerId="LiveId" clId="{A7CB03D5-E346-47DC-981F-E68E41D25B7D}" dt="2023-11-06T08:53:01.936" v="3816" actId="20577"/>
          <ac:spMkLst>
            <pc:docMk/>
            <pc:sldMk cId="689622007" sldId="265"/>
            <ac:spMk id="3" creationId="{C7BC4DBB-8D9E-7A4D-B60C-75B6E6B4A06C}"/>
          </ac:spMkLst>
        </pc:spChg>
      </pc:sldChg>
      <pc:sldChg chg="modSp add del mod">
        <pc:chgData name="Fan Cheng" userId="73b39abba4055029" providerId="LiveId" clId="{A7CB03D5-E346-47DC-981F-E68E41D25B7D}" dt="2023-10-28T03:35:26.064" v="3739" actId="27636"/>
        <pc:sldMkLst>
          <pc:docMk/>
          <pc:sldMk cId="4092123739" sldId="266"/>
        </pc:sldMkLst>
        <pc:spChg chg="mod">
          <ac:chgData name="Fan Cheng" userId="73b39abba4055029" providerId="LiveId" clId="{A7CB03D5-E346-47DC-981F-E68E41D25B7D}" dt="2023-10-28T03:35:26.064" v="3739" actId="27636"/>
          <ac:spMkLst>
            <pc:docMk/>
            <pc:sldMk cId="4092123739" sldId="266"/>
            <ac:spMk id="2" creationId="{BCC93DF7-1326-7746-82F2-94B0BA657911}"/>
          </ac:spMkLst>
        </pc:spChg>
      </pc:sldChg>
      <pc:sldChg chg="modSp add del mod">
        <pc:chgData name="Fan Cheng" userId="73b39abba4055029" providerId="LiveId" clId="{A7CB03D5-E346-47DC-981F-E68E41D25B7D}" dt="2023-10-28T03:35:26.078" v="3743" actId="27636"/>
        <pc:sldMkLst>
          <pc:docMk/>
          <pc:sldMk cId="2532417541" sldId="267"/>
        </pc:sldMkLst>
        <pc:spChg chg="mod">
          <ac:chgData name="Fan Cheng" userId="73b39abba4055029" providerId="LiveId" clId="{A7CB03D5-E346-47DC-981F-E68E41D25B7D}" dt="2023-10-28T03:35:26.078" v="3743" actId="27636"/>
          <ac:spMkLst>
            <pc:docMk/>
            <pc:sldMk cId="2532417541" sldId="267"/>
            <ac:spMk id="2" creationId="{15E87EFE-E711-4DC1-94AA-C16FDDCDB1A2}"/>
          </ac:spMkLst>
        </pc:spChg>
      </pc:sldChg>
      <pc:sldChg chg="modSp mod ord">
        <pc:chgData name="Fan Cheng" userId="73b39abba4055029" providerId="LiveId" clId="{A7CB03D5-E346-47DC-981F-E68E41D25B7D}" dt="2023-10-05T11:08:53.137" v="3319" actId="5793"/>
        <pc:sldMkLst>
          <pc:docMk/>
          <pc:sldMk cId="681359142" sldId="332"/>
        </pc:sldMkLst>
        <pc:spChg chg="mod">
          <ac:chgData name="Fan Cheng" userId="73b39abba4055029" providerId="LiveId" clId="{A7CB03D5-E346-47DC-981F-E68E41D25B7D}" dt="2023-10-05T11:08:53.137" v="3319" actId="5793"/>
          <ac:spMkLst>
            <pc:docMk/>
            <pc:sldMk cId="681359142" sldId="332"/>
            <ac:spMk id="3" creationId="{E4FE813B-C8CE-2436-14FF-12CF09E27834}"/>
          </ac:spMkLst>
        </pc:spChg>
      </pc:sldChg>
      <pc:sldChg chg="addSp delSp modSp del mod ord">
        <pc:chgData name="Fan Cheng" userId="73b39abba4055029" providerId="LiveId" clId="{A7CB03D5-E346-47DC-981F-E68E41D25B7D}" dt="2023-09-25T10:10:52.479" v="1453" actId="47"/>
        <pc:sldMkLst>
          <pc:docMk/>
          <pc:sldMk cId="3891681567" sldId="333"/>
        </pc:sldMkLst>
        <pc:spChg chg="mod">
          <ac:chgData name="Fan Cheng" userId="73b39abba4055029" providerId="LiveId" clId="{A7CB03D5-E346-47DC-981F-E68E41D25B7D}" dt="2023-09-17T10:26:58.228" v="17" actId="465"/>
          <ac:spMkLst>
            <pc:docMk/>
            <pc:sldMk cId="3891681567" sldId="333"/>
            <ac:spMk id="4" creationId="{5930106E-D846-CFAD-C2E5-B39271F0CAFA}"/>
          </ac:spMkLst>
        </pc:spChg>
        <pc:spChg chg="mod">
          <ac:chgData name="Fan Cheng" userId="73b39abba4055029" providerId="LiveId" clId="{A7CB03D5-E346-47DC-981F-E68E41D25B7D}" dt="2023-09-17T10:26:58.228" v="17" actId="465"/>
          <ac:spMkLst>
            <pc:docMk/>
            <pc:sldMk cId="3891681567" sldId="333"/>
            <ac:spMk id="5" creationId="{5167EFAB-6D06-B4EC-4FAE-1C15C246D810}"/>
          </ac:spMkLst>
        </pc:spChg>
        <pc:spChg chg="mod">
          <ac:chgData name="Fan Cheng" userId="73b39abba4055029" providerId="LiveId" clId="{A7CB03D5-E346-47DC-981F-E68E41D25B7D}" dt="2023-09-17T10:25:53.352" v="11" actId="1076"/>
          <ac:spMkLst>
            <pc:docMk/>
            <pc:sldMk cId="3891681567" sldId="333"/>
            <ac:spMk id="6" creationId="{AB82E5DA-450F-4627-1CEB-5A7BD5DB3EC1}"/>
          </ac:spMkLst>
        </pc:spChg>
        <pc:graphicFrameChg chg="add del mod modGraphic">
          <ac:chgData name="Fan Cheng" userId="73b39abba4055029" providerId="LiveId" clId="{A7CB03D5-E346-47DC-981F-E68E41D25B7D}" dt="2023-09-25T10:09:01.325" v="1449" actId="478"/>
          <ac:graphicFrameMkLst>
            <pc:docMk/>
            <pc:sldMk cId="3891681567" sldId="333"/>
            <ac:graphicFrameMk id="2" creationId="{E8DE6F2A-5A84-4A7E-C53F-8516293D11BE}"/>
          </ac:graphicFrameMkLst>
        </pc:graphicFrameChg>
      </pc:sldChg>
      <pc:sldChg chg="modSp del mod">
        <pc:chgData name="Fan Cheng" userId="73b39abba4055029" providerId="LiveId" clId="{A7CB03D5-E346-47DC-981F-E68E41D25B7D}" dt="2023-09-25T10:17:30.756" v="1582" actId="47"/>
        <pc:sldMkLst>
          <pc:docMk/>
          <pc:sldMk cId="3948297553" sldId="334"/>
        </pc:sldMkLst>
        <pc:spChg chg="mod">
          <ac:chgData name="Fan Cheng" userId="73b39abba4055029" providerId="LiveId" clId="{A7CB03D5-E346-47DC-981F-E68E41D25B7D}" dt="2023-09-17T10:28:16.409" v="21" actId="255"/>
          <ac:spMkLst>
            <pc:docMk/>
            <pc:sldMk cId="3948297553" sldId="334"/>
            <ac:spMk id="3" creationId="{16E91C30-85DA-5EA4-A8F9-522F55B7AFD7}"/>
          </ac:spMkLst>
        </pc:spChg>
      </pc:sldChg>
      <pc:sldChg chg="addSp delSp modSp mod ord">
        <pc:chgData name="Fan Cheng" userId="73b39abba4055029" providerId="LiveId" clId="{A7CB03D5-E346-47DC-981F-E68E41D25B7D}" dt="2023-10-28T03:17:17.653" v="3678" actId="14100"/>
        <pc:sldMkLst>
          <pc:docMk/>
          <pc:sldMk cId="2944868517" sldId="335"/>
        </pc:sldMkLst>
        <pc:spChg chg="mod">
          <ac:chgData name="Fan Cheng" userId="73b39abba4055029" providerId="LiveId" clId="{A7CB03D5-E346-47DC-981F-E68E41D25B7D}" dt="2023-10-28T03:16:46.030" v="3660" actId="20577"/>
          <ac:spMkLst>
            <pc:docMk/>
            <pc:sldMk cId="2944868517" sldId="335"/>
            <ac:spMk id="3" creationId="{5BD5B3CE-7A64-D0F5-A7DD-3DC1B1FF6D65}"/>
          </ac:spMkLst>
        </pc:spChg>
        <pc:spChg chg="add mod">
          <ac:chgData name="Fan Cheng" userId="73b39abba4055029" providerId="LiveId" clId="{A7CB03D5-E346-47DC-981F-E68E41D25B7D}" dt="2023-10-28T03:17:17.653" v="3678" actId="14100"/>
          <ac:spMkLst>
            <pc:docMk/>
            <pc:sldMk cId="2944868517" sldId="335"/>
            <ac:spMk id="4" creationId="{EC63900A-DFD2-3A22-0726-C3FBFBCB1E37}"/>
          </ac:spMkLst>
        </pc:spChg>
        <pc:spChg chg="del mod">
          <ac:chgData name="Fan Cheng" userId="73b39abba4055029" providerId="LiveId" clId="{A7CB03D5-E346-47DC-981F-E68E41D25B7D}" dt="2023-09-25T10:16:39.317" v="1564" actId="478"/>
          <ac:spMkLst>
            <pc:docMk/>
            <pc:sldMk cId="2944868517" sldId="335"/>
            <ac:spMk id="5" creationId="{BB794997-08C7-87B5-755F-E79DAC9FB89B}"/>
          </ac:spMkLst>
        </pc:spChg>
      </pc:sldChg>
      <pc:sldChg chg="addSp modSp mod">
        <pc:chgData name="Fan Cheng" userId="73b39abba4055029" providerId="LiveId" clId="{A7CB03D5-E346-47DC-981F-E68E41D25B7D}" dt="2023-11-06T08:56:32.996" v="3817" actId="207"/>
        <pc:sldMkLst>
          <pc:docMk/>
          <pc:sldMk cId="3456814880" sldId="336"/>
        </pc:sldMkLst>
        <pc:spChg chg="mod">
          <ac:chgData name="Fan Cheng" userId="73b39abba4055029" providerId="LiveId" clId="{A7CB03D5-E346-47DC-981F-E68E41D25B7D}" dt="2023-11-06T08:56:32.996" v="3817" actId="207"/>
          <ac:spMkLst>
            <pc:docMk/>
            <pc:sldMk cId="3456814880" sldId="336"/>
            <ac:spMk id="3" creationId="{BAEE1E83-B19C-9CEC-EE84-A97BB1313018}"/>
          </ac:spMkLst>
        </pc:spChg>
        <pc:picChg chg="add mod">
          <ac:chgData name="Fan Cheng" userId="73b39abba4055029" providerId="LiveId" clId="{A7CB03D5-E346-47DC-981F-E68E41D25B7D}" dt="2023-10-05T08:45:45.455" v="1722" actId="1076"/>
          <ac:picMkLst>
            <pc:docMk/>
            <pc:sldMk cId="3456814880" sldId="336"/>
            <ac:picMk id="4" creationId="{659A0E87-B4D6-2B86-EDBD-1C1128747457}"/>
          </ac:picMkLst>
        </pc:picChg>
      </pc:sldChg>
      <pc:sldChg chg="modSp mod">
        <pc:chgData name="Fan Cheng" userId="73b39abba4055029" providerId="LiveId" clId="{A7CB03D5-E346-47DC-981F-E68E41D25B7D}" dt="2023-10-05T08:21:04.023" v="1665" actId="14100"/>
        <pc:sldMkLst>
          <pc:docMk/>
          <pc:sldMk cId="3897965561" sldId="337"/>
        </pc:sldMkLst>
        <pc:spChg chg="mod">
          <ac:chgData name="Fan Cheng" userId="73b39abba4055029" providerId="LiveId" clId="{A7CB03D5-E346-47DC-981F-E68E41D25B7D}" dt="2023-10-05T08:21:04.023" v="1665" actId="14100"/>
          <ac:spMkLst>
            <pc:docMk/>
            <pc:sldMk cId="3897965561" sldId="337"/>
            <ac:spMk id="3" creationId="{2F2A547E-8A64-307D-5D8D-BECA47D46EDC}"/>
          </ac:spMkLst>
        </pc:spChg>
      </pc:sldChg>
      <pc:sldChg chg="addSp delSp modSp mod">
        <pc:chgData name="Fan Cheng" userId="73b39abba4055029" providerId="LiveId" clId="{A7CB03D5-E346-47DC-981F-E68E41D25B7D}" dt="2023-10-05T08:25:54.179" v="1682" actId="1076"/>
        <pc:sldMkLst>
          <pc:docMk/>
          <pc:sldMk cId="979792754" sldId="338"/>
        </pc:sldMkLst>
        <pc:spChg chg="add del mod">
          <ac:chgData name="Fan Cheng" userId="73b39abba4055029" providerId="LiveId" clId="{A7CB03D5-E346-47DC-981F-E68E41D25B7D}" dt="2023-10-05T08:25:47.636" v="1681" actId="1076"/>
          <ac:spMkLst>
            <pc:docMk/>
            <pc:sldMk cId="979792754" sldId="338"/>
            <ac:spMk id="3" creationId="{30623927-0722-BE26-03DD-B910DB640DB1}"/>
          </ac:spMkLst>
        </pc:spChg>
        <pc:picChg chg="add mod">
          <ac:chgData name="Fan Cheng" userId="73b39abba4055029" providerId="LiveId" clId="{A7CB03D5-E346-47DC-981F-E68E41D25B7D}" dt="2023-10-05T08:25:54.179" v="1682" actId="1076"/>
          <ac:picMkLst>
            <pc:docMk/>
            <pc:sldMk cId="979792754" sldId="338"/>
            <ac:picMk id="1026" creationId="{EAFEC46B-DD0C-3263-1529-068007E93488}"/>
          </ac:picMkLst>
        </pc:picChg>
      </pc:sldChg>
      <pc:sldChg chg="modSp mod">
        <pc:chgData name="Fan Cheng" userId="73b39abba4055029" providerId="LiveId" clId="{A7CB03D5-E346-47DC-981F-E68E41D25B7D}" dt="2023-10-05T11:10:06.184" v="3327" actId="1076"/>
        <pc:sldMkLst>
          <pc:docMk/>
          <pc:sldMk cId="3059565119" sldId="340"/>
        </pc:sldMkLst>
        <pc:picChg chg="mod">
          <ac:chgData name="Fan Cheng" userId="73b39abba4055029" providerId="LiveId" clId="{A7CB03D5-E346-47DC-981F-E68E41D25B7D}" dt="2023-10-05T11:10:06.184" v="3327" actId="1076"/>
          <ac:picMkLst>
            <pc:docMk/>
            <pc:sldMk cId="3059565119" sldId="340"/>
            <ac:picMk id="4" creationId="{E8AAC8DB-658E-01BE-D462-3EAEDCF9B297}"/>
          </ac:picMkLst>
        </pc:picChg>
        <pc:picChg chg="mod">
          <ac:chgData name="Fan Cheng" userId="73b39abba4055029" providerId="LiveId" clId="{A7CB03D5-E346-47DC-981F-E68E41D25B7D}" dt="2023-10-05T11:10:06.184" v="3327" actId="1076"/>
          <ac:picMkLst>
            <pc:docMk/>
            <pc:sldMk cId="3059565119" sldId="340"/>
            <ac:picMk id="5" creationId="{C3F7D582-8630-24AE-165E-DAFBA05B8E4E}"/>
          </ac:picMkLst>
        </pc:picChg>
      </pc:sldChg>
      <pc:sldChg chg="modSp mod">
        <pc:chgData name="Fan Cheng" userId="73b39abba4055029" providerId="LiveId" clId="{A7CB03D5-E346-47DC-981F-E68E41D25B7D}" dt="2023-09-17T10:31:07.290" v="50" actId="1076"/>
        <pc:sldMkLst>
          <pc:docMk/>
          <pc:sldMk cId="3709135090" sldId="340"/>
        </pc:sldMkLst>
        <pc:spChg chg="mod">
          <ac:chgData name="Fan Cheng" userId="73b39abba4055029" providerId="LiveId" clId="{A7CB03D5-E346-47DC-981F-E68E41D25B7D}" dt="2023-09-17T10:30:34.633" v="46" actId="27636"/>
          <ac:spMkLst>
            <pc:docMk/>
            <pc:sldMk cId="3709135090" sldId="340"/>
            <ac:spMk id="3" creationId="{56A222DC-5B37-6012-9CA8-0739A1F8334B}"/>
          </ac:spMkLst>
        </pc:spChg>
        <pc:picChg chg="mod">
          <ac:chgData name="Fan Cheng" userId="73b39abba4055029" providerId="LiveId" clId="{A7CB03D5-E346-47DC-981F-E68E41D25B7D}" dt="2023-09-17T10:30:39.113" v="47" actId="1076"/>
          <ac:picMkLst>
            <pc:docMk/>
            <pc:sldMk cId="3709135090" sldId="340"/>
            <ac:picMk id="4" creationId="{E8AAC8DB-658E-01BE-D462-3EAEDCF9B297}"/>
          </ac:picMkLst>
        </pc:picChg>
        <pc:picChg chg="mod">
          <ac:chgData name="Fan Cheng" userId="73b39abba4055029" providerId="LiveId" clId="{A7CB03D5-E346-47DC-981F-E68E41D25B7D}" dt="2023-09-17T10:31:07.290" v="50" actId="1076"/>
          <ac:picMkLst>
            <pc:docMk/>
            <pc:sldMk cId="3709135090" sldId="340"/>
            <ac:picMk id="5" creationId="{C3F7D582-8630-24AE-165E-DAFBA05B8E4E}"/>
          </ac:picMkLst>
        </pc:picChg>
      </pc:sldChg>
      <pc:sldChg chg="modSp mod">
        <pc:chgData name="Fan Cheng" userId="73b39abba4055029" providerId="LiveId" clId="{A7CB03D5-E346-47DC-981F-E68E41D25B7D}" dt="2023-09-17T10:31:53.740" v="63" actId="1076"/>
        <pc:sldMkLst>
          <pc:docMk/>
          <pc:sldMk cId="2775335728" sldId="341"/>
        </pc:sldMkLst>
        <pc:spChg chg="mod">
          <ac:chgData name="Fan Cheng" userId="73b39abba4055029" providerId="LiveId" clId="{A7CB03D5-E346-47DC-981F-E68E41D25B7D}" dt="2023-09-17T10:31:27.557" v="56" actId="255"/>
          <ac:spMkLst>
            <pc:docMk/>
            <pc:sldMk cId="2775335728" sldId="341"/>
            <ac:spMk id="3" creationId="{8B6D7255-93E3-F21A-8640-DDCA2A1D7D93}"/>
          </ac:spMkLst>
        </pc:spChg>
        <pc:spChg chg="mod">
          <ac:chgData name="Fan Cheng" userId="73b39abba4055029" providerId="LiveId" clId="{A7CB03D5-E346-47DC-981F-E68E41D25B7D}" dt="2023-09-17T10:31:53.740" v="63" actId="1076"/>
          <ac:spMkLst>
            <pc:docMk/>
            <pc:sldMk cId="2775335728" sldId="341"/>
            <ac:spMk id="7" creationId="{8DCA324A-A7B5-E1BE-2DAE-B3CD903C543C}"/>
          </ac:spMkLst>
        </pc:spChg>
        <pc:picChg chg="mod">
          <ac:chgData name="Fan Cheng" userId="73b39abba4055029" providerId="LiveId" clId="{A7CB03D5-E346-47DC-981F-E68E41D25B7D}" dt="2023-09-17T10:31:34.403" v="58" actId="1076"/>
          <ac:picMkLst>
            <pc:docMk/>
            <pc:sldMk cId="2775335728" sldId="341"/>
            <ac:picMk id="4" creationId="{7D5F0613-42F1-306D-3351-343F09C6DB76}"/>
          </ac:picMkLst>
        </pc:picChg>
        <pc:picChg chg="mod">
          <ac:chgData name="Fan Cheng" userId="73b39abba4055029" providerId="LiveId" clId="{A7CB03D5-E346-47DC-981F-E68E41D25B7D}" dt="2023-09-17T10:31:36.180" v="59" actId="1076"/>
          <ac:picMkLst>
            <pc:docMk/>
            <pc:sldMk cId="2775335728" sldId="341"/>
            <ac:picMk id="5" creationId="{BE92BE87-6854-A4CA-DCEB-65FC47F7C7BE}"/>
          </ac:picMkLst>
        </pc:picChg>
        <pc:picChg chg="mod">
          <ac:chgData name="Fan Cheng" userId="73b39abba4055029" providerId="LiveId" clId="{A7CB03D5-E346-47DC-981F-E68E41D25B7D}" dt="2023-09-17T10:31:31.239" v="57" actId="1076"/>
          <ac:picMkLst>
            <pc:docMk/>
            <pc:sldMk cId="2775335728" sldId="341"/>
            <ac:picMk id="6" creationId="{DC0A3334-2385-F4EF-F0C2-8A763E72B2DE}"/>
          </ac:picMkLst>
        </pc:picChg>
      </pc:sldChg>
      <pc:sldChg chg="modSp mod">
        <pc:chgData name="Fan Cheng" userId="73b39abba4055029" providerId="LiveId" clId="{A7CB03D5-E346-47DC-981F-E68E41D25B7D}" dt="2023-09-17T10:32:42.952" v="79" actId="1076"/>
        <pc:sldMkLst>
          <pc:docMk/>
          <pc:sldMk cId="3630202546" sldId="342"/>
        </pc:sldMkLst>
        <pc:spChg chg="mod">
          <ac:chgData name="Fan Cheng" userId="73b39abba4055029" providerId="LiveId" clId="{A7CB03D5-E346-47DC-981F-E68E41D25B7D}" dt="2023-09-17T10:32:10.703" v="66" actId="255"/>
          <ac:spMkLst>
            <pc:docMk/>
            <pc:sldMk cId="3630202546" sldId="342"/>
            <ac:spMk id="3" creationId="{70D20BDC-D711-EAD1-0FE8-B1A23CA7D375}"/>
          </ac:spMkLst>
        </pc:spChg>
        <pc:picChg chg="mod">
          <ac:chgData name="Fan Cheng" userId="73b39abba4055029" providerId="LiveId" clId="{A7CB03D5-E346-47DC-981F-E68E41D25B7D}" dt="2023-09-17T10:32:33.572" v="75" actId="1076"/>
          <ac:picMkLst>
            <pc:docMk/>
            <pc:sldMk cId="3630202546" sldId="342"/>
            <ac:picMk id="4" creationId="{753B041E-CD91-16E7-B067-4563D4EF3DD8}"/>
          </ac:picMkLst>
        </pc:picChg>
        <pc:picChg chg="mod">
          <ac:chgData name="Fan Cheng" userId="73b39abba4055029" providerId="LiveId" clId="{A7CB03D5-E346-47DC-981F-E68E41D25B7D}" dt="2023-09-17T10:32:38.435" v="77" actId="14100"/>
          <ac:picMkLst>
            <pc:docMk/>
            <pc:sldMk cId="3630202546" sldId="342"/>
            <ac:picMk id="5" creationId="{6973BA71-365A-A086-E63F-89DE16D5FA4F}"/>
          </ac:picMkLst>
        </pc:picChg>
        <pc:picChg chg="mod">
          <ac:chgData name="Fan Cheng" userId="73b39abba4055029" providerId="LiveId" clId="{A7CB03D5-E346-47DC-981F-E68E41D25B7D}" dt="2023-09-17T10:32:40.840" v="78" actId="1076"/>
          <ac:picMkLst>
            <pc:docMk/>
            <pc:sldMk cId="3630202546" sldId="342"/>
            <ac:picMk id="6" creationId="{6A269B50-8E4C-DB48-55AB-BB768B5E9FAD}"/>
          </ac:picMkLst>
        </pc:picChg>
        <pc:picChg chg="mod">
          <ac:chgData name="Fan Cheng" userId="73b39abba4055029" providerId="LiveId" clId="{A7CB03D5-E346-47DC-981F-E68E41D25B7D}" dt="2023-09-17T10:32:42.952" v="79" actId="1076"/>
          <ac:picMkLst>
            <pc:docMk/>
            <pc:sldMk cId="3630202546" sldId="342"/>
            <ac:picMk id="7" creationId="{CC9C540A-A821-8556-B692-AC5F2DB2B26A}"/>
          </ac:picMkLst>
        </pc:picChg>
      </pc:sldChg>
      <pc:sldChg chg="modSp mod">
        <pc:chgData name="Fan Cheng" userId="73b39abba4055029" providerId="LiveId" clId="{A7CB03D5-E346-47DC-981F-E68E41D25B7D}" dt="2023-09-17T10:33:30.679" v="94" actId="1076"/>
        <pc:sldMkLst>
          <pc:docMk/>
          <pc:sldMk cId="3737755697" sldId="343"/>
        </pc:sldMkLst>
        <pc:spChg chg="mod">
          <ac:chgData name="Fan Cheng" userId="73b39abba4055029" providerId="LiveId" clId="{A7CB03D5-E346-47DC-981F-E68E41D25B7D}" dt="2023-09-17T10:33:25.515" v="92" actId="255"/>
          <ac:spMkLst>
            <pc:docMk/>
            <pc:sldMk cId="3737755697" sldId="343"/>
            <ac:spMk id="3" creationId="{DA0A9047-7BCA-CC83-D2F2-CCE5065ACF27}"/>
          </ac:spMkLst>
        </pc:spChg>
        <pc:picChg chg="mod">
          <ac:chgData name="Fan Cheng" userId="73b39abba4055029" providerId="LiveId" clId="{A7CB03D5-E346-47DC-981F-E68E41D25B7D}" dt="2023-09-17T10:32:49.640" v="81" actId="1076"/>
          <ac:picMkLst>
            <pc:docMk/>
            <pc:sldMk cId="3737755697" sldId="343"/>
            <ac:picMk id="4" creationId="{59F8386A-165E-A6CB-C835-D8EFF32E3668}"/>
          </ac:picMkLst>
        </pc:picChg>
        <pc:picChg chg="mod">
          <ac:chgData name="Fan Cheng" userId="73b39abba4055029" providerId="LiveId" clId="{A7CB03D5-E346-47DC-981F-E68E41D25B7D}" dt="2023-09-17T10:32:53.389" v="83" actId="14100"/>
          <ac:picMkLst>
            <pc:docMk/>
            <pc:sldMk cId="3737755697" sldId="343"/>
            <ac:picMk id="5" creationId="{C6CA5B91-644C-0767-CDCD-8B157C3F25C0}"/>
          </ac:picMkLst>
        </pc:picChg>
        <pc:picChg chg="mod">
          <ac:chgData name="Fan Cheng" userId="73b39abba4055029" providerId="LiveId" clId="{A7CB03D5-E346-47DC-981F-E68E41D25B7D}" dt="2023-09-17T10:33:28.237" v="93" actId="1076"/>
          <ac:picMkLst>
            <pc:docMk/>
            <pc:sldMk cId="3737755697" sldId="343"/>
            <ac:picMk id="6" creationId="{EC2739EC-3576-2326-95A8-C5562C5F63C5}"/>
          </ac:picMkLst>
        </pc:picChg>
        <pc:picChg chg="mod">
          <ac:chgData name="Fan Cheng" userId="73b39abba4055029" providerId="LiveId" clId="{A7CB03D5-E346-47DC-981F-E68E41D25B7D}" dt="2023-09-17T10:33:30.679" v="94" actId="1076"/>
          <ac:picMkLst>
            <pc:docMk/>
            <pc:sldMk cId="3737755697" sldId="343"/>
            <ac:picMk id="7" creationId="{2BF80AE0-70B9-CE82-D8B8-2C38BEF2E37D}"/>
          </ac:picMkLst>
        </pc:picChg>
      </pc:sldChg>
      <pc:sldChg chg="modSp mod">
        <pc:chgData name="Fan Cheng" userId="73b39abba4055029" providerId="LiveId" clId="{A7CB03D5-E346-47DC-981F-E68E41D25B7D}" dt="2023-09-17T10:34:54.047" v="119" actId="20577"/>
        <pc:sldMkLst>
          <pc:docMk/>
          <pc:sldMk cId="3004181110" sldId="344"/>
        </pc:sldMkLst>
        <pc:spChg chg="mod">
          <ac:chgData name="Fan Cheng" userId="73b39abba4055029" providerId="LiveId" clId="{A7CB03D5-E346-47DC-981F-E68E41D25B7D}" dt="2023-09-17T10:34:54.047" v="119" actId="20577"/>
          <ac:spMkLst>
            <pc:docMk/>
            <pc:sldMk cId="3004181110" sldId="344"/>
            <ac:spMk id="3" creationId="{6934D75E-4E03-BE4F-A9AB-1ED978DA6ED3}"/>
          </ac:spMkLst>
        </pc:spChg>
        <pc:picChg chg="mod">
          <ac:chgData name="Fan Cheng" userId="73b39abba4055029" providerId="LiveId" clId="{A7CB03D5-E346-47DC-981F-E68E41D25B7D}" dt="2023-09-17T10:34:51.077" v="118" actId="1076"/>
          <ac:picMkLst>
            <pc:docMk/>
            <pc:sldMk cId="3004181110" sldId="344"/>
            <ac:picMk id="4" creationId="{D68B9541-2A6D-876B-AC03-E5280BC60CBD}"/>
          </ac:picMkLst>
        </pc:picChg>
        <pc:picChg chg="mod">
          <ac:chgData name="Fan Cheng" userId="73b39abba4055029" providerId="LiveId" clId="{A7CB03D5-E346-47DC-981F-E68E41D25B7D}" dt="2023-09-17T10:33:59.417" v="101" actId="14100"/>
          <ac:picMkLst>
            <pc:docMk/>
            <pc:sldMk cId="3004181110" sldId="344"/>
            <ac:picMk id="5" creationId="{9DB4EA32-52EC-2580-6F21-B4B18F2955B0}"/>
          </ac:picMkLst>
        </pc:picChg>
        <pc:picChg chg="mod">
          <ac:chgData name="Fan Cheng" userId="73b39abba4055029" providerId="LiveId" clId="{A7CB03D5-E346-47DC-981F-E68E41D25B7D}" dt="2023-09-17T10:34:06.049" v="105" actId="14100"/>
          <ac:picMkLst>
            <pc:docMk/>
            <pc:sldMk cId="3004181110" sldId="344"/>
            <ac:picMk id="6" creationId="{0398F0BF-7C7F-A959-2F8F-77FFC7295478}"/>
          </ac:picMkLst>
        </pc:picChg>
        <pc:picChg chg="mod">
          <ac:chgData name="Fan Cheng" userId="73b39abba4055029" providerId="LiveId" clId="{A7CB03D5-E346-47DC-981F-E68E41D25B7D}" dt="2023-09-17T10:34:16.736" v="108" actId="1076"/>
          <ac:picMkLst>
            <pc:docMk/>
            <pc:sldMk cId="3004181110" sldId="344"/>
            <ac:picMk id="7" creationId="{CF1A25E2-CF77-2DCD-BE7F-D45E45F8A9F8}"/>
          </ac:picMkLst>
        </pc:picChg>
      </pc:sldChg>
      <pc:sldChg chg="modSp mod">
        <pc:chgData name="Fan Cheng" userId="73b39abba4055029" providerId="LiveId" clId="{A7CB03D5-E346-47DC-981F-E68E41D25B7D}" dt="2023-09-17T10:35:34.491" v="132" actId="14100"/>
        <pc:sldMkLst>
          <pc:docMk/>
          <pc:sldMk cId="2138971774" sldId="345"/>
        </pc:sldMkLst>
        <pc:spChg chg="mod">
          <ac:chgData name="Fan Cheng" userId="73b39abba4055029" providerId="LiveId" clId="{A7CB03D5-E346-47DC-981F-E68E41D25B7D}" dt="2023-09-17T10:35:10.329" v="121" actId="255"/>
          <ac:spMkLst>
            <pc:docMk/>
            <pc:sldMk cId="2138971774" sldId="345"/>
            <ac:spMk id="3" creationId="{864EB0F8-FCEE-AB67-CB4F-369BC398540A}"/>
          </ac:spMkLst>
        </pc:spChg>
        <pc:picChg chg="mod">
          <ac:chgData name="Fan Cheng" userId="73b39abba4055029" providerId="LiveId" clId="{A7CB03D5-E346-47DC-981F-E68E41D25B7D}" dt="2023-09-17T10:35:14.784" v="123" actId="1076"/>
          <ac:picMkLst>
            <pc:docMk/>
            <pc:sldMk cId="2138971774" sldId="345"/>
            <ac:picMk id="4" creationId="{F4601ADE-7F47-BD69-CC09-C9FB14027E26}"/>
          </ac:picMkLst>
        </pc:picChg>
        <pc:picChg chg="mod">
          <ac:chgData name="Fan Cheng" userId="73b39abba4055029" providerId="LiveId" clId="{A7CB03D5-E346-47DC-981F-E68E41D25B7D}" dt="2023-09-17T10:35:23.569" v="128" actId="14100"/>
          <ac:picMkLst>
            <pc:docMk/>
            <pc:sldMk cId="2138971774" sldId="345"/>
            <ac:picMk id="5" creationId="{33593A97-7750-D017-36CC-DC4EBFB81E9E}"/>
          </ac:picMkLst>
        </pc:picChg>
        <pc:picChg chg="mod">
          <ac:chgData name="Fan Cheng" userId="73b39abba4055029" providerId="LiveId" clId="{A7CB03D5-E346-47DC-981F-E68E41D25B7D}" dt="2023-09-17T10:35:27.542" v="130" actId="14100"/>
          <ac:picMkLst>
            <pc:docMk/>
            <pc:sldMk cId="2138971774" sldId="345"/>
            <ac:picMk id="6" creationId="{A03B2E59-F5B9-300F-25C0-88212EEB45F8}"/>
          </ac:picMkLst>
        </pc:picChg>
        <pc:picChg chg="mod">
          <ac:chgData name="Fan Cheng" userId="73b39abba4055029" providerId="LiveId" clId="{A7CB03D5-E346-47DC-981F-E68E41D25B7D}" dt="2023-09-17T10:35:34.491" v="132" actId="14100"/>
          <ac:picMkLst>
            <pc:docMk/>
            <pc:sldMk cId="2138971774" sldId="345"/>
            <ac:picMk id="7" creationId="{B68F696A-6211-B5FA-937E-C1AF3448EFED}"/>
          </ac:picMkLst>
        </pc:picChg>
      </pc:sldChg>
      <pc:sldChg chg="modSp mod">
        <pc:chgData name="Fan Cheng" userId="73b39abba4055029" providerId="LiveId" clId="{A7CB03D5-E346-47DC-981F-E68E41D25B7D}" dt="2023-09-17T10:36:25.598" v="142" actId="255"/>
        <pc:sldMkLst>
          <pc:docMk/>
          <pc:sldMk cId="611038889" sldId="346"/>
        </pc:sldMkLst>
        <pc:spChg chg="mod">
          <ac:chgData name="Fan Cheng" userId="73b39abba4055029" providerId="LiveId" clId="{A7CB03D5-E346-47DC-981F-E68E41D25B7D}" dt="2023-09-17T10:36:25.598" v="142" actId="255"/>
          <ac:spMkLst>
            <pc:docMk/>
            <pc:sldMk cId="611038889" sldId="346"/>
            <ac:spMk id="3" creationId="{8A01545C-581C-04E2-AE38-13067817D22F}"/>
          </ac:spMkLst>
        </pc:spChg>
      </pc:sldChg>
      <pc:sldChg chg="modSp mod">
        <pc:chgData name="Fan Cheng" userId="73b39abba4055029" providerId="LiveId" clId="{A7CB03D5-E346-47DC-981F-E68E41D25B7D}" dt="2023-10-05T08:21:59.316" v="1667" actId="404"/>
        <pc:sldMkLst>
          <pc:docMk/>
          <pc:sldMk cId="952363377" sldId="346"/>
        </pc:sldMkLst>
        <pc:spChg chg="mod">
          <ac:chgData name="Fan Cheng" userId="73b39abba4055029" providerId="LiveId" clId="{A7CB03D5-E346-47DC-981F-E68E41D25B7D}" dt="2023-10-05T08:21:59.316" v="1667" actId="404"/>
          <ac:spMkLst>
            <pc:docMk/>
            <pc:sldMk cId="952363377" sldId="346"/>
            <ac:spMk id="3" creationId="{8A01545C-581C-04E2-AE38-13067817D22F}"/>
          </ac:spMkLst>
        </pc:spChg>
      </pc:sldChg>
      <pc:sldChg chg="del">
        <pc:chgData name="Fan Cheng" userId="73b39abba4055029" providerId="LiveId" clId="{A7CB03D5-E346-47DC-981F-E68E41D25B7D}" dt="2023-09-17T10:36:32.880" v="143" actId="47"/>
        <pc:sldMkLst>
          <pc:docMk/>
          <pc:sldMk cId="499895233" sldId="347"/>
        </pc:sldMkLst>
      </pc:sldChg>
      <pc:sldChg chg="modSp mod">
        <pc:chgData name="Fan Cheng" userId="73b39abba4055029" providerId="LiveId" clId="{A7CB03D5-E346-47DC-981F-E68E41D25B7D}" dt="2023-10-05T06:31:05.633" v="1659" actId="14100"/>
        <pc:sldMkLst>
          <pc:docMk/>
          <pc:sldMk cId="1563078521" sldId="348"/>
        </pc:sldMkLst>
        <pc:spChg chg="mod">
          <ac:chgData name="Fan Cheng" userId="73b39abba4055029" providerId="LiveId" clId="{A7CB03D5-E346-47DC-981F-E68E41D25B7D}" dt="2023-10-05T06:31:05.633" v="1659" actId="14100"/>
          <ac:spMkLst>
            <pc:docMk/>
            <pc:sldMk cId="1563078521" sldId="348"/>
            <ac:spMk id="3" creationId="{FC07B74E-087D-9A34-F510-D5E70BFA51AD}"/>
          </ac:spMkLst>
        </pc:spChg>
      </pc:sldChg>
      <pc:sldChg chg="modSp mod">
        <pc:chgData name="Fan Cheng" userId="73b39abba4055029" providerId="LiveId" clId="{A7CB03D5-E346-47DC-981F-E68E41D25B7D}" dt="2023-09-17T10:36:47.592" v="146" actId="1076"/>
        <pc:sldMkLst>
          <pc:docMk/>
          <pc:sldMk cId="1825114150" sldId="348"/>
        </pc:sldMkLst>
        <pc:spChg chg="mod">
          <ac:chgData name="Fan Cheng" userId="73b39abba4055029" providerId="LiveId" clId="{A7CB03D5-E346-47DC-981F-E68E41D25B7D}" dt="2023-09-17T10:36:39.763" v="144" actId="255"/>
          <ac:spMkLst>
            <pc:docMk/>
            <pc:sldMk cId="1825114150" sldId="348"/>
            <ac:spMk id="3" creationId="{FC07B74E-087D-9A34-F510-D5E70BFA51AD}"/>
          </ac:spMkLst>
        </pc:spChg>
        <pc:picChg chg="mod">
          <ac:chgData name="Fan Cheng" userId="73b39abba4055029" providerId="LiveId" clId="{A7CB03D5-E346-47DC-981F-E68E41D25B7D}" dt="2023-09-17T10:36:45.547" v="145" actId="1076"/>
          <ac:picMkLst>
            <pc:docMk/>
            <pc:sldMk cId="1825114150" sldId="348"/>
            <ac:picMk id="4" creationId="{9CFFE3FF-AF59-D0E7-DD49-F7958F1E8A1A}"/>
          </ac:picMkLst>
        </pc:picChg>
        <pc:picChg chg="mod">
          <ac:chgData name="Fan Cheng" userId="73b39abba4055029" providerId="LiveId" clId="{A7CB03D5-E346-47DC-981F-E68E41D25B7D}" dt="2023-09-17T10:36:47.592" v="146" actId="1076"/>
          <ac:picMkLst>
            <pc:docMk/>
            <pc:sldMk cId="1825114150" sldId="348"/>
            <ac:picMk id="5" creationId="{8F9CC0F5-51D9-B768-52F4-63C58435E907}"/>
          </ac:picMkLst>
        </pc:picChg>
      </pc:sldChg>
      <pc:sldChg chg="modSp mod">
        <pc:chgData name="Fan Cheng" userId="73b39abba4055029" providerId="LiveId" clId="{A7CB03D5-E346-47DC-981F-E68E41D25B7D}" dt="2023-09-17T10:37:38.574" v="151" actId="255"/>
        <pc:sldMkLst>
          <pc:docMk/>
          <pc:sldMk cId="1709476907" sldId="349"/>
        </pc:sldMkLst>
        <pc:spChg chg="mod">
          <ac:chgData name="Fan Cheng" userId="73b39abba4055029" providerId="LiveId" clId="{A7CB03D5-E346-47DC-981F-E68E41D25B7D}" dt="2023-09-17T10:37:38.574" v="151" actId="255"/>
          <ac:spMkLst>
            <pc:docMk/>
            <pc:sldMk cId="1709476907" sldId="349"/>
            <ac:spMk id="3" creationId="{CD93740B-57C2-4CD4-C589-4E21D2A94D69}"/>
          </ac:spMkLst>
        </pc:spChg>
        <pc:spChg chg="mod">
          <ac:chgData name="Fan Cheng" userId="73b39abba4055029" providerId="LiveId" clId="{A7CB03D5-E346-47DC-981F-E68E41D25B7D}" dt="2023-09-17T10:37:15.993" v="149" actId="14100"/>
          <ac:spMkLst>
            <pc:docMk/>
            <pc:sldMk cId="1709476907" sldId="349"/>
            <ac:spMk id="4" creationId="{61473143-82D0-2E57-10B0-EE431CA6C620}"/>
          </ac:spMkLst>
        </pc:spChg>
      </pc:sldChg>
      <pc:sldChg chg="del mod ord modShow">
        <pc:chgData name="Fan Cheng" userId="73b39abba4055029" providerId="LiveId" clId="{A7CB03D5-E346-47DC-981F-E68E41D25B7D}" dt="2023-10-05T10:15:25.534" v="2622" actId="47"/>
        <pc:sldMkLst>
          <pc:docMk/>
          <pc:sldMk cId="2225592607" sldId="350"/>
        </pc:sldMkLst>
      </pc:sldChg>
      <pc:sldChg chg="modSp mod">
        <pc:chgData name="Fan Cheng" userId="73b39abba4055029" providerId="LiveId" clId="{A7CB03D5-E346-47DC-981F-E68E41D25B7D}" dt="2023-09-17T10:39:24.363" v="203"/>
        <pc:sldMkLst>
          <pc:docMk/>
          <pc:sldMk cId="3870276684" sldId="350"/>
        </pc:sldMkLst>
        <pc:spChg chg="mod">
          <ac:chgData name="Fan Cheng" userId="73b39abba4055029" providerId="LiveId" clId="{A7CB03D5-E346-47DC-981F-E68E41D25B7D}" dt="2023-09-17T10:39:24.363" v="203"/>
          <ac:spMkLst>
            <pc:docMk/>
            <pc:sldMk cId="3870276684" sldId="350"/>
            <ac:spMk id="3" creationId="{EFB07FC3-F6E4-ED0F-9101-A80F7CCB9C28}"/>
          </ac:spMkLst>
        </pc:spChg>
        <pc:picChg chg="mod">
          <ac:chgData name="Fan Cheng" userId="73b39abba4055029" providerId="LiveId" clId="{A7CB03D5-E346-47DC-981F-E68E41D25B7D}" dt="2023-09-17T10:38:13.976" v="155" actId="1076"/>
          <ac:picMkLst>
            <pc:docMk/>
            <pc:sldMk cId="3870276684" sldId="350"/>
            <ac:picMk id="4" creationId="{1FB9565B-660A-445E-1F53-2698EE28F879}"/>
          </ac:picMkLst>
        </pc:picChg>
      </pc:sldChg>
      <pc:sldChg chg="modSp mod">
        <pc:chgData name="Fan Cheng" userId="73b39abba4055029" providerId="LiveId" clId="{A7CB03D5-E346-47DC-981F-E68E41D25B7D}" dt="2023-10-05T06:32:12.329" v="1662" actId="139"/>
        <pc:sldMkLst>
          <pc:docMk/>
          <pc:sldMk cId="1595507058" sldId="351"/>
        </pc:sldMkLst>
        <pc:spChg chg="mod">
          <ac:chgData name="Fan Cheng" userId="73b39abba4055029" providerId="LiveId" clId="{A7CB03D5-E346-47DC-981F-E68E41D25B7D}" dt="2023-10-05T06:32:12.329" v="1662" actId="139"/>
          <ac:spMkLst>
            <pc:docMk/>
            <pc:sldMk cId="1595507058" sldId="351"/>
            <ac:spMk id="3" creationId="{07CEC2B6-68D4-EC5C-2BB0-BFBBC5A34E53}"/>
          </ac:spMkLst>
        </pc:spChg>
        <pc:spChg chg="mod">
          <ac:chgData name="Fan Cheng" userId="73b39abba4055029" providerId="LiveId" clId="{A7CB03D5-E346-47DC-981F-E68E41D25B7D}" dt="2023-10-05T06:32:06.443" v="1661" actId="14100"/>
          <ac:spMkLst>
            <pc:docMk/>
            <pc:sldMk cId="1595507058" sldId="351"/>
            <ac:spMk id="4" creationId="{A96447B9-EB43-F076-3E50-258A4FB941D5}"/>
          </ac:spMkLst>
        </pc:spChg>
        <pc:picChg chg="mod">
          <ac:chgData name="Fan Cheng" userId="73b39abba4055029" providerId="LiveId" clId="{A7CB03D5-E346-47DC-981F-E68E41D25B7D}" dt="2023-09-17T10:39:58.170" v="212" actId="1076"/>
          <ac:picMkLst>
            <pc:docMk/>
            <pc:sldMk cId="1595507058" sldId="351"/>
            <ac:picMk id="5" creationId="{9CF4AB54-A735-657F-740B-E0F8890574E6}"/>
          </ac:picMkLst>
        </pc:picChg>
        <pc:picChg chg="mod">
          <ac:chgData name="Fan Cheng" userId="73b39abba4055029" providerId="LiveId" clId="{A7CB03D5-E346-47DC-981F-E68E41D25B7D}" dt="2023-09-17T10:39:55.402" v="211" actId="1076"/>
          <ac:picMkLst>
            <pc:docMk/>
            <pc:sldMk cId="1595507058" sldId="351"/>
            <ac:picMk id="6" creationId="{AB698638-4384-B8DD-C6E0-EBA53EA3773D}"/>
          </ac:picMkLst>
        </pc:picChg>
        <pc:picChg chg="mod">
          <ac:chgData name="Fan Cheng" userId="73b39abba4055029" providerId="LiveId" clId="{A7CB03D5-E346-47DC-981F-E68E41D25B7D}" dt="2023-09-17T10:40:03.551" v="213" actId="1076"/>
          <ac:picMkLst>
            <pc:docMk/>
            <pc:sldMk cId="1595507058" sldId="351"/>
            <ac:picMk id="7" creationId="{C7F4953C-01E1-B7B7-6B37-7788C49A0520}"/>
          </ac:picMkLst>
        </pc:picChg>
      </pc:sldChg>
      <pc:sldChg chg="modSp mod">
        <pc:chgData name="Fan Cheng" userId="73b39abba4055029" providerId="LiveId" clId="{A7CB03D5-E346-47DC-981F-E68E41D25B7D}" dt="2023-09-17T10:40:57.499" v="230" actId="1076"/>
        <pc:sldMkLst>
          <pc:docMk/>
          <pc:sldMk cId="2937281376" sldId="352"/>
        </pc:sldMkLst>
        <pc:spChg chg="mod">
          <ac:chgData name="Fan Cheng" userId="73b39abba4055029" providerId="LiveId" clId="{A7CB03D5-E346-47DC-981F-E68E41D25B7D}" dt="2023-09-17T10:40:13.939" v="216" actId="27636"/>
          <ac:spMkLst>
            <pc:docMk/>
            <pc:sldMk cId="2937281376" sldId="352"/>
            <ac:spMk id="3" creationId="{838C8217-8B68-9520-0F08-204E080E2456}"/>
          </ac:spMkLst>
        </pc:spChg>
        <pc:spChg chg="mod">
          <ac:chgData name="Fan Cheng" userId="73b39abba4055029" providerId="LiveId" clId="{A7CB03D5-E346-47DC-981F-E68E41D25B7D}" dt="2023-09-17T10:40:57.499" v="230" actId="1076"/>
          <ac:spMkLst>
            <pc:docMk/>
            <pc:sldMk cId="2937281376" sldId="352"/>
            <ac:spMk id="4" creationId="{73F1B951-51B1-3E2A-702D-1270CC7B7A1A}"/>
          </ac:spMkLst>
        </pc:spChg>
        <pc:picChg chg="mod">
          <ac:chgData name="Fan Cheng" userId="73b39abba4055029" providerId="LiveId" clId="{A7CB03D5-E346-47DC-981F-E68E41D25B7D}" dt="2023-09-17T10:40:20.959" v="218" actId="14100"/>
          <ac:picMkLst>
            <pc:docMk/>
            <pc:sldMk cId="2937281376" sldId="352"/>
            <ac:picMk id="5" creationId="{1BDE83CC-E706-C949-166B-6A578DD9DC01}"/>
          </ac:picMkLst>
        </pc:picChg>
        <pc:picChg chg="mod">
          <ac:chgData name="Fan Cheng" userId="73b39abba4055029" providerId="LiveId" clId="{A7CB03D5-E346-47DC-981F-E68E41D25B7D}" dt="2023-09-17T10:40:24.185" v="220" actId="1076"/>
          <ac:picMkLst>
            <pc:docMk/>
            <pc:sldMk cId="2937281376" sldId="352"/>
            <ac:picMk id="6" creationId="{629FF05F-CB0E-BA46-EF83-B66E52B30279}"/>
          </ac:picMkLst>
        </pc:picChg>
        <pc:picChg chg="mod">
          <ac:chgData name="Fan Cheng" userId="73b39abba4055029" providerId="LiveId" clId="{A7CB03D5-E346-47DC-981F-E68E41D25B7D}" dt="2023-09-17T10:40:32.416" v="223" actId="14100"/>
          <ac:picMkLst>
            <pc:docMk/>
            <pc:sldMk cId="2937281376" sldId="352"/>
            <ac:picMk id="7" creationId="{DD43D72C-E348-6AEA-872E-277B97828F18}"/>
          </ac:picMkLst>
        </pc:picChg>
        <pc:picChg chg="mod">
          <ac:chgData name="Fan Cheng" userId="73b39abba4055029" providerId="LiveId" clId="{A7CB03D5-E346-47DC-981F-E68E41D25B7D}" dt="2023-09-17T10:40:37.687" v="225" actId="14100"/>
          <ac:picMkLst>
            <pc:docMk/>
            <pc:sldMk cId="2937281376" sldId="352"/>
            <ac:picMk id="8" creationId="{BB7676C0-6923-CF28-646E-6B4C08CBD58D}"/>
          </ac:picMkLst>
        </pc:picChg>
        <pc:picChg chg="mod">
          <ac:chgData name="Fan Cheng" userId="73b39abba4055029" providerId="LiveId" clId="{A7CB03D5-E346-47DC-981F-E68E41D25B7D}" dt="2023-09-17T10:40:45.806" v="228" actId="1076"/>
          <ac:picMkLst>
            <pc:docMk/>
            <pc:sldMk cId="2937281376" sldId="352"/>
            <ac:picMk id="9" creationId="{6A49242C-276C-78E8-3A54-F1B67E01EA1E}"/>
          </ac:picMkLst>
        </pc:picChg>
      </pc:sldChg>
      <pc:sldChg chg="modSp del mod">
        <pc:chgData name="Fan Cheng" userId="73b39abba4055029" providerId="LiveId" clId="{A7CB03D5-E346-47DC-981F-E68E41D25B7D}" dt="2023-09-25T10:33:07.793" v="1610" actId="47"/>
        <pc:sldMkLst>
          <pc:docMk/>
          <pc:sldMk cId="2804494790" sldId="353"/>
        </pc:sldMkLst>
        <pc:spChg chg="mod">
          <ac:chgData name="Fan Cheng" userId="73b39abba4055029" providerId="LiveId" clId="{A7CB03D5-E346-47DC-981F-E68E41D25B7D}" dt="2023-09-25T10:24:35.517" v="1608" actId="20577"/>
          <ac:spMkLst>
            <pc:docMk/>
            <pc:sldMk cId="2804494790" sldId="353"/>
            <ac:spMk id="2" creationId="{47A7A97A-F03C-D814-B588-C2813512C6AE}"/>
          </ac:spMkLst>
        </pc:spChg>
        <pc:spChg chg="mod">
          <ac:chgData name="Fan Cheng" userId="73b39abba4055029" providerId="LiveId" clId="{A7CB03D5-E346-47DC-981F-E68E41D25B7D}" dt="2023-09-17T10:41:27.500" v="235" actId="27636"/>
          <ac:spMkLst>
            <pc:docMk/>
            <pc:sldMk cId="2804494790" sldId="353"/>
            <ac:spMk id="3" creationId="{F15D5D79-06D6-B0E9-DDBC-9956C4833035}"/>
          </ac:spMkLst>
        </pc:spChg>
        <pc:picChg chg="mod">
          <ac:chgData name="Fan Cheng" userId="73b39abba4055029" providerId="LiveId" clId="{A7CB03D5-E346-47DC-981F-E68E41D25B7D}" dt="2023-09-17T10:41:52.638" v="243" actId="1076"/>
          <ac:picMkLst>
            <pc:docMk/>
            <pc:sldMk cId="2804494790" sldId="353"/>
            <ac:picMk id="4" creationId="{B86D8A92-9CC1-F1D9-FF3F-826B8ECC2C93}"/>
          </ac:picMkLst>
        </pc:picChg>
        <pc:picChg chg="mod">
          <ac:chgData name="Fan Cheng" userId="73b39abba4055029" providerId="LiveId" clId="{A7CB03D5-E346-47DC-981F-E68E41D25B7D}" dt="2023-09-17T10:41:55.490" v="244" actId="1076"/>
          <ac:picMkLst>
            <pc:docMk/>
            <pc:sldMk cId="2804494790" sldId="353"/>
            <ac:picMk id="5" creationId="{3A9CF935-5742-B564-E42A-BB11F0F02D98}"/>
          </ac:picMkLst>
        </pc:picChg>
      </pc:sldChg>
      <pc:sldChg chg="modSp add mod modShow">
        <pc:chgData name="Fan Cheng" userId="73b39abba4055029" providerId="LiveId" clId="{A7CB03D5-E346-47DC-981F-E68E41D25B7D}" dt="2023-11-06T09:00:16.295" v="3819" actId="2711"/>
        <pc:sldMkLst>
          <pc:docMk/>
          <pc:sldMk cId="3184138145" sldId="354"/>
        </pc:sldMkLst>
        <pc:spChg chg="mod">
          <ac:chgData name="Fan Cheng" userId="73b39abba4055029" providerId="LiveId" clId="{A7CB03D5-E346-47DC-981F-E68E41D25B7D}" dt="2023-10-12T02:57:40.171" v="3405" actId="27636"/>
          <ac:spMkLst>
            <pc:docMk/>
            <pc:sldMk cId="3184138145" sldId="354"/>
            <ac:spMk id="2" creationId="{0042AFBC-44F2-BCEB-2397-95F40EEC2021}"/>
          </ac:spMkLst>
        </pc:spChg>
        <pc:spChg chg="mod">
          <ac:chgData name="Fan Cheng" userId="73b39abba4055029" providerId="LiveId" clId="{A7CB03D5-E346-47DC-981F-E68E41D25B7D}" dt="2023-11-06T09:00:16.295" v="3819" actId="2711"/>
          <ac:spMkLst>
            <pc:docMk/>
            <pc:sldMk cId="3184138145" sldId="354"/>
            <ac:spMk id="6" creationId="{6415CD75-A3A7-8825-E15D-BFBA390A1516}"/>
          </ac:spMkLst>
        </pc:spChg>
      </pc:sldChg>
      <pc:sldChg chg="modSp del mod">
        <pc:chgData name="Fan Cheng" userId="73b39abba4055029" providerId="LiveId" clId="{A7CB03D5-E346-47DC-981F-E68E41D25B7D}" dt="2023-09-25T10:32:05.868" v="1609" actId="47"/>
        <pc:sldMkLst>
          <pc:docMk/>
          <pc:sldMk cId="3383417698" sldId="354"/>
        </pc:sldMkLst>
        <pc:spChg chg="mod">
          <ac:chgData name="Fan Cheng" userId="73b39abba4055029" providerId="LiveId" clId="{A7CB03D5-E346-47DC-981F-E68E41D25B7D}" dt="2023-09-17T10:42:09.267" v="246" actId="255"/>
          <ac:spMkLst>
            <pc:docMk/>
            <pc:sldMk cId="3383417698" sldId="354"/>
            <ac:spMk id="3" creationId="{7E8B22F2-344F-C353-BCCD-09C742D42046}"/>
          </ac:spMkLst>
        </pc:spChg>
        <pc:picChg chg="mod">
          <ac:chgData name="Fan Cheng" userId="73b39abba4055029" providerId="LiveId" clId="{A7CB03D5-E346-47DC-981F-E68E41D25B7D}" dt="2023-09-17T10:42:22.216" v="252" actId="1076"/>
          <ac:picMkLst>
            <pc:docMk/>
            <pc:sldMk cId="3383417698" sldId="354"/>
            <ac:picMk id="4" creationId="{54E74FF5-54B8-8DE5-E856-D97E3E365217}"/>
          </ac:picMkLst>
        </pc:picChg>
        <pc:picChg chg="mod">
          <ac:chgData name="Fan Cheng" userId="73b39abba4055029" providerId="LiveId" clId="{A7CB03D5-E346-47DC-981F-E68E41D25B7D}" dt="2023-09-17T10:42:25.737" v="253" actId="1076"/>
          <ac:picMkLst>
            <pc:docMk/>
            <pc:sldMk cId="3383417698" sldId="354"/>
            <ac:picMk id="5" creationId="{480DC872-A9EC-0459-FB55-8AB3079E84F4}"/>
          </ac:picMkLst>
        </pc:picChg>
      </pc:sldChg>
      <pc:sldChg chg="modSp add del mod">
        <pc:chgData name="Fan Cheng" userId="73b39abba4055029" providerId="LiveId" clId="{A7CB03D5-E346-47DC-981F-E68E41D25B7D}" dt="2023-10-05T09:54:51.298" v="2280" actId="2696"/>
        <pc:sldMkLst>
          <pc:docMk/>
          <pc:sldMk cId="2840179823" sldId="355"/>
        </pc:sldMkLst>
        <pc:spChg chg="mod">
          <ac:chgData name="Fan Cheng" userId="73b39abba4055029" providerId="LiveId" clId="{A7CB03D5-E346-47DC-981F-E68E41D25B7D}" dt="2023-10-05T09:54:48.154" v="2279" actId="27636"/>
          <ac:spMkLst>
            <pc:docMk/>
            <pc:sldMk cId="2840179823" sldId="355"/>
            <ac:spMk id="3" creationId="{EF23C54C-8944-CD1F-C745-D1BA1EAAAC27}"/>
          </ac:spMkLst>
        </pc:spChg>
      </pc:sldChg>
      <pc:sldChg chg="modSp del mod">
        <pc:chgData name="Fan Cheng" userId="73b39abba4055029" providerId="LiveId" clId="{A7CB03D5-E346-47DC-981F-E68E41D25B7D}" dt="2023-10-05T08:47:25.833" v="1724" actId="2696"/>
        <pc:sldMkLst>
          <pc:docMk/>
          <pc:sldMk cId="3846341263" sldId="355"/>
        </pc:sldMkLst>
        <pc:spChg chg="mod">
          <ac:chgData name="Fan Cheng" userId="73b39abba4055029" providerId="LiveId" clId="{A7CB03D5-E346-47DC-981F-E68E41D25B7D}" dt="2023-09-17T10:42:41.812" v="256" actId="255"/>
          <ac:spMkLst>
            <pc:docMk/>
            <pc:sldMk cId="3846341263" sldId="355"/>
            <ac:spMk id="3" creationId="{EF23C54C-8944-CD1F-C745-D1BA1EAAAC27}"/>
          </ac:spMkLst>
        </pc:spChg>
      </pc:sldChg>
      <pc:sldChg chg="addSp delSp modSp add mod">
        <pc:chgData name="Fan Cheng" userId="73b39abba4055029" providerId="LiveId" clId="{A7CB03D5-E346-47DC-981F-E68E41D25B7D}" dt="2023-10-05T10:10:37.966" v="2518" actId="20577"/>
        <pc:sldMkLst>
          <pc:docMk/>
          <pc:sldMk cId="4117479896" sldId="355"/>
        </pc:sldMkLst>
        <pc:spChg chg="mod">
          <ac:chgData name="Fan Cheng" userId="73b39abba4055029" providerId="LiveId" clId="{A7CB03D5-E346-47DC-981F-E68E41D25B7D}" dt="2023-10-05T10:10:37.966" v="2518" actId="20577"/>
          <ac:spMkLst>
            <pc:docMk/>
            <pc:sldMk cId="4117479896" sldId="355"/>
            <ac:spMk id="3" creationId="{EF23C54C-8944-CD1F-C745-D1BA1EAAAC27}"/>
          </ac:spMkLst>
        </pc:spChg>
        <pc:spChg chg="add mod">
          <ac:chgData name="Fan Cheng" userId="73b39abba4055029" providerId="LiveId" clId="{A7CB03D5-E346-47DC-981F-E68E41D25B7D}" dt="2023-10-05T10:08:29.786" v="2509" actId="20577"/>
          <ac:spMkLst>
            <pc:docMk/>
            <pc:sldMk cId="4117479896" sldId="355"/>
            <ac:spMk id="12" creationId="{C552A988-B134-007A-5777-E945A02F7AA3}"/>
          </ac:spMkLst>
        </pc:spChg>
        <pc:picChg chg="add del mod">
          <ac:chgData name="Fan Cheng" userId="73b39abba4055029" providerId="LiveId" clId="{A7CB03D5-E346-47DC-981F-E68E41D25B7D}" dt="2023-10-05T10:07:24.474" v="2484" actId="478"/>
          <ac:picMkLst>
            <pc:docMk/>
            <pc:sldMk cId="4117479896" sldId="355"/>
            <ac:picMk id="5" creationId="{67089E42-63EB-7550-15C2-C531370E22A0}"/>
          </ac:picMkLst>
        </pc:picChg>
        <pc:picChg chg="add del mod">
          <ac:chgData name="Fan Cheng" userId="73b39abba4055029" providerId="LiveId" clId="{A7CB03D5-E346-47DC-981F-E68E41D25B7D}" dt="2023-10-05T10:10:01.438" v="2510" actId="478"/>
          <ac:picMkLst>
            <pc:docMk/>
            <pc:sldMk cId="4117479896" sldId="355"/>
            <ac:picMk id="7" creationId="{755F0CFD-F176-A6C2-31D8-2106BC2B9A90}"/>
          </ac:picMkLst>
        </pc:picChg>
        <pc:picChg chg="add mod">
          <ac:chgData name="Fan Cheng" userId="73b39abba4055029" providerId="LiveId" clId="{A7CB03D5-E346-47DC-981F-E68E41D25B7D}" dt="2023-10-05T10:07:28.743" v="2485" actId="1076"/>
          <ac:picMkLst>
            <pc:docMk/>
            <pc:sldMk cId="4117479896" sldId="355"/>
            <ac:picMk id="9" creationId="{E7E967A3-82B4-E808-3EA3-9C3ED2C4C7E0}"/>
          </ac:picMkLst>
        </pc:picChg>
        <pc:picChg chg="add del mod">
          <ac:chgData name="Fan Cheng" userId="73b39abba4055029" providerId="LiveId" clId="{A7CB03D5-E346-47DC-981F-E68E41D25B7D}" dt="2023-10-05T10:10:09.370" v="2514" actId="478"/>
          <ac:picMkLst>
            <pc:docMk/>
            <pc:sldMk cId="4117479896" sldId="355"/>
            <ac:picMk id="11" creationId="{DF3F44E9-BA37-9E89-4A36-7561E46C578D}"/>
          </ac:picMkLst>
        </pc:picChg>
        <pc:picChg chg="add mod">
          <ac:chgData name="Fan Cheng" userId="73b39abba4055029" providerId="LiveId" clId="{A7CB03D5-E346-47DC-981F-E68E41D25B7D}" dt="2023-10-05T10:10:06.491" v="2513" actId="1076"/>
          <ac:picMkLst>
            <pc:docMk/>
            <pc:sldMk cId="4117479896" sldId="355"/>
            <ac:picMk id="14" creationId="{8DE186D3-6B7C-2994-2090-ADE933540790}"/>
          </ac:picMkLst>
        </pc:picChg>
        <pc:picChg chg="add mod">
          <ac:chgData name="Fan Cheng" userId="73b39abba4055029" providerId="LiveId" clId="{A7CB03D5-E346-47DC-981F-E68E41D25B7D}" dt="2023-10-05T10:10:30.132" v="2516" actId="1076"/>
          <ac:picMkLst>
            <pc:docMk/>
            <pc:sldMk cId="4117479896" sldId="355"/>
            <ac:picMk id="16" creationId="{D848682C-858B-62C3-9D17-22E5484590F1}"/>
          </ac:picMkLst>
        </pc:picChg>
      </pc:sldChg>
      <pc:sldChg chg="add del">
        <pc:chgData name="Fan Cheng" userId="73b39abba4055029" providerId="LiveId" clId="{A7CB03D5-E346-47DC-981F-E68E41D25B7D}" dt="2023-10-05T09:54:51.298" v="2280" actId="2696"/>
        <pc:sldMkLst>
          <pc:docMk/>
          <pc:sldMk cId="208624524" sldId="356"/>
        </pc:sldMkLst>
      </pc:sldChg>
      <pc:sldChg chg="add del">
        <pc:chgData name="Fan Cheng" userId="73b39abba4055029" providerId="LiveId" clId="{A7CB03D5-E346-47DC-981F-E68E41D25B7D}" dt="2023-10-05T10:52:10.502" v="3153" actId="47"/>
        <pc:sldMkLst>
          <pc:docMk/>
          <pc:sldMk cId="2844383539" sldId="356"/>
        </pc:sldMkLst>
      </pc:sldChg>
      <pc:sldChg chg="modSp del mod">
        <pc:chgData name="Fan Cheng" userId="73b39abba4055029" providerId="LiveId" clId="{A7CB03D5-E346-47DC-981F-E68E41D25B7D}" dt="2023-10-05T08:47:25.833" v="1724" actId="2696"/>
        <pc:sldMkLst>
          <pc:docMk/>
          <pc:sldMk cId="4088254603" sldId="356"/>
        </pc:sldMkLst>
        <pc:spChg chg="mod">
          <ac:chgData name="Fan Cheng" userId="73b39abba4055029" providerId="LiveId" clId="{A7CB03D5-E346-47DC-981F-E68E41D25B7D}" dt="2023-09-17T10:42:52.253" v="257" actId="255"/>
          <ac:spMkLst>
            <pc:docMk/>
            <pc:sldMk cId="4088254603" sldId="356"/>
            <ac:spMk id="3" creationId="{0CB090EA-AB29-8263-08BA-81ECC54AE53F}"/>
          </ac:spMkLst>
        </pc:spChg>
      </pc:sldChg>
      <pc:sldChg chg="addSp modSp add mod ord">
        <pc:chgData name="Fan Cheng" userId="73b39abba4055029" providerId="LiveId" clId="{A7CB03D5-E346-47DC-981F-E68E41D25B7D}" dt="2023-10-05T10:21:32.968" v="2695" actId="1076"/>
        <pc:sldMkLst>
          <pc:docMk/>
          <pc:sldMk cId="1609678627" sldId="357"/>
        </pc:sldMkLst>
        <pc:spChg chg="mod">
          <ac:chgData name="Fan Cheng" userId="73b39abba4055029" providerId="LiveId" clId="{A7CB03D5-E346-47DC-981F-E68E41D25B7D}" dt="2023-10-05T10:21:25.884" v="2692" actId="27636"/>
          <ac:spMkLst>
            <pc:docMk/>
            <pc:sldMk cId="1609678627" sldId="357"/>
            <ac:spMk id="3" creationId="{B9090E6C-8ECE-E187-8E36-5F7CAC21730B}"/>
          </ac:spMkLst>
        </pc:spChg>
        <pc:picChg chg="add mod">
          <ac:chgData name="Fan Cheng" userId="73b39abba4055029" providerId="LiveId" clId="{A7CB03D5-E346-47DC-981F-E68E41D25B7D}" dt="2023-10-05T10:21:29.364" v="2693" actId="1076"/>
          <ac:picMkLst>
            <pc:docMk/>
            <pc:sldMk cId="1609678627" sldId="357"/>
            <ac:picMk id="5" creationId="{BD0379C0-0727-D9D4-337B-6362CE13CC6D}"/>
          </ac:picMkLst>
        </pc:picChg>
        <pc:picChg chg="add mod">
          <ac:chgData name="Fan Cheng" userId="73b39abba4055029" providerId="LiveId" clId="{A7CB03D5-E346-47DC-981F-E68E41D25B7D}" dt="2023-10-05T10:21:30.853" v="2694" actId="1076"/>
          <ac:picMkLst>
            <pc:docMk/>
            <pc:sldMk cId="1609678627" sldId="357"/>
            <ac:picMk id="7" creationId="{A2918AE9-AFE9-56E3-18E4-081C62BEBB29}"/>
          </ac:picMkLst>
        </pc:picChg>
        <pc:picChg chg="add mod">
          <ac:chgData name="Fan Cheng" userId="73b39abba4055029" providerId="LiveId" clId="{A7CB03D5-E346-47DC-981F-E68E41D25B7D}" dt="2023-10-05T10:21:32.968" v="2695" actId="1076"/>
          <ac:picMkLst>
            <pc:docMk/>
            <pc:sldMk cId="1609678627" sldId="357"/>
            <ac:picMk id="9" creationId="{27A7A4F2-CFA9-A90D-2396-945F7EDD5A04}"/>
          </ac:picMkLst>
        </pc:picChg>
      </pc:sldChg>
      <pc:sldChg chg="add del">
        <pc:chgData name="Fan Cheng" userId="73b39abba4055029" providerId="LiveId" clId="{A7CB03D5-E346-47DC-981F-E68E41D25B7D}" dt="2023-10-05T09:54:51.298" v="2280" actId="2696"/>
        <pc:sldMkLst>
          <pc:docMk/>
          <pc:sldMk cId="2811852316" sldId="357"/>
        </pc:sldMkLst>
      </pc:sldChg>
      <pc:sldChg chg="modSp del mod">
        <pc:chgData name="Fan Cheng" userId="73b39abba4055029" providerId="LiveId" clId="{A7CB03D5-E346-47DC-981F-E68E41D25B7D}" dt="2023-10-05T08:47:25.833" v="1724" actId="2696"/>
        <pc:sldMkLst>
          <pc:docMk/>
          <pc:sldMk cId="3587444306" sldId="357"/>
        </pc:sldMkLst>
        <pc:spChg chg="mod">
          <ac:chgData name="Fan Cheng" userId="73b39abba4055029" providerId="LiveId" clId="{A7CB03D5-E346-47DC-981F-E68E41D25B7D}" dt="2023-09-17T10:42:59.356" v="259" actId="27636"/>
          <ac:spMkLst>
            <pc:docMk/>
            <pc:sldMk cId="3587444306" sldId="357"/>
            <ac:spMk id="3" creationId="{B9090E6C-8ECE-E187-8E36-5F7CAC21730B}"/>
          </ac:spMkLst>
        </pc:spChg>
      </pc:sldChg>
      <pc:sldChg chg="modSp mod">
        <pc:chgData name="Fan Cheng" userId="73b39abba4055029" providerId="LiveId" clId="{A7CB03D5-E346-47DC-981F-E68E41D25B7D}" dt="2023-09-17T10:43:13.875" v="261" actId="255"/>
        <pc:sldMkLst>
          <pc:docMk/>
          <pc:sldMk cId="2233367710" sldId="358"/>
        </pc:sldMkLst>
        <pc:spChg chg="mod">
          <ac:chgData name="Fan Cheng" userId="73b39abba4055029" providerId="LiveId" clId="{A7CB03D5-E346-47DC-981F-E68E41D25B7D}" dt="2023-09-17T10:43:13.875" v="261" actId="255"/>
          <ac:spMkLst>
            <pc:docMk/>
            <pc:sldMk cId="2233367710" sldId="358"/>
            <ac:spMk id="3" creationId="{7F52D024-0E83-E825-7D46-D93993DE704B}"/>
          </ac:spMkLst>
        </pc:spChg>
      </pc:sldChg>
      <pc:sldChg chg="addSp delSp modSp del mod">
        <pc:chgData name="Fan Cheng" userId="73b39abba4055029" providerId="LiveId" clId="{A7CB03D5-E346-47DC-981F-E68E41D25B7D}" dt="2023-10-13T08:08:06.107" v="3409" actId="47"/>
        <pc:sldMkLst>
          <pc:docMk/>
          <pc:sldMk cId="452492086" sldId="365"/>
        </pc:sldMkLst>
        <pc:spChg chg="add mod">
          <ac:chgData name="Fan Cheng" userId="73b39abba4055029" providerId="LiveId" clId="{A7CB03D5-E346-47DC-981F-E68E41D25B7D}" dt="2023-10-06T08:11:06.700" v="3378" actId="14100"/>
          <ac:spMkLst>
            <pc:docMk/>
            <pc:sldMk cId="452492086" sldId="365"/>
            <ac:spMk id="10" creationId="{8EEBE6F2-B84E-843D-A3FF-73DF3791676A}"/>
          </ac:spMkLst>
        </pc:spChg>
        <pc:spChg chg="add del">
          <ac:chgData name="Fan Cheng" userId="73b39abba4055029" providerId="LiveId" clId="{A7CB03D5-E346-47DC-981F-E68E41D25B7D}" dt="2023-10-06T08:10:42.302" v="3366"/>
          <ac:spMkLst>
            <pc:docMk/>
            <pc:sldMk cId="452492086" sldId="365"/>
            <ac:spMk id="11" creationId="{7A887993-E8A7-94A5-9ABC-8F7C328CAB15}"/>
          </ac:spMkLst>
        </pc:spChg>
        <pc:picChg chg="mod">
          <ac:chgData name="Fan Cheng" userId="73b39abba4055029" providerId="LiveId" clId="{A7CB03D5-E346-47DC-981F-E68E41D25B7D}" dt="2023-10-06T08:10:15.727" v="3360" actId="1076"/>
          <ac:picMkLst>
            <pc:docMk/>
            <pc:sldMk cId="452492086" sldId="365"/>
            <ac:picMk id="5" creationId="{F68B8F18-1F49-A0A9-C2AB-CAC057E8513C}"/>
          </ac:picMkLst>
        </pc:picChg>
        <pc:picChg chg="add mod">
          <ac:chgData name="Fan Cheng" userId="73b39abba4055029" providerId="LiveId" clId="{A7CB03D5-E346-47DC-981F-E68E41D25B7D}" dt="2023-10-06T08:08:11.414" v="3353" actId="1076"/>
          <ac:picMkLst>
            <pc:docMk/>
            <pc:sldMk cId="452492086" sldId="365"/>
            <ac:picMk id="8" creationId="{22B1AE1E-E2FA-0665-AFDB-EDD7152CED28}"/>
          </ac:picMkLst>
        </pc:picChg>
      </pc:sldChg>
      <pc:sldChg chg="addSp modSp del mod">
        <pc:chgData name="Fan Cheng" userId="73b39abba4055029" providerId="LiveId" clId="{A7CB03D5-E346-47DC-981F-E68E41D25B7D}" dt="2023-10-13T08:08:06.809" v="3410" actId="47"/>
        <pc:sldMkLst>
          <pc:docMk/>
          <pc:sldMk cId="735898487" sldId="366"/>
        </pc:sldMkLst>
        <pc:picChg chg="mod">
          <ac:chgData name="Fan Cheng" userId="73b39abba4055029" providerId="LiveId" clId="{A7CB03D5-E346-47DC-981F-E68E41D25B7D}" dt="2023-10-05T09:08:24.700" v="1729" actId="1076"/>
          <ac:picMkLst>
            <pc:docMk/>
            <pc:sldMk cId="735898487" sldId="366"/>
            <ac:picMk id="4" creationId="{C5A564B7-C96F-E543-D8DC-208A9C764EBD}"/>
          </ac:picMkLst>
        </pc:picChg>
        <pc:picChg chg="mod">
          <ac:chgData name="Fan Cheng" userId="73b39abba4055029" providerId="LiveId" clId="{A7CB03D5-E346-47DC-981F-E68E41D25B7D}" dt="2023-10-05T09:08:30.259" v="1731" actId="14100"/>
          <ac:picMkLst>
            <pc:docMk/>
            <pc:sldMk cId="735898487" sldId="366"/>
            <ac:picMk id="5" creationId="{3F4020B9-BA81-26EC-5BFE-D63A4CA6C856}"/>
          </ac:picMkLst>
        </pc:picChg>
        <pc:picChg chg="add mod">
          <ac:chgData name="Fan Cheng" userId="73b39abba4055029" providerId="LiveId" clId="{A7CB03D5-E346-47DC-981F-E68E41D25B7D}" dt="2023-10-06T08:09:48.384" v="3358" actId="1076"/>
          <ac:picMkLst>
            <pc:docMk/>
            <pc:sldMk cId="735898487" sldId="366"/>
            <ac:picMk id="6" creationId="{09219C43-52A4-32DD-4310-2D25AB705B7F}"/>
          </ac:picMkLst>
        </pc:picChg>
      </pc:sldChg>
      <pc:sldChg chg="add">
        <pc:chgData name="Fan Cheng" userId="73b39abba4055029" providerId="LiveId" clId="{A7CB03D5-E346-47DC-981F-E68E41D25B7D}" dt="2023-09-20T11:44:52.125" v="262"/>
        <pc:sldMkLst>
          <pc:docMk/>
          <pc:sldMk cId="2050610243" sldId="369"/>
        </pc:sldMkLst>
      </pc:sldChg>
      <pc:sldChg chg="addSp modSp del mod">
        <pc:chgData name="Fan Cheng" userId="73b39abba4055029" providerId="LiveId" clId="{A7CB03D5-E346-47DC-981F-E68E41D25B7D}" dt="2023-10-13T08:09:08.722" v="3418" actId="47"/>
        <pc:sldMkLst>
          <pc:docMk/>
          <pc:sldMk cId="718911513" sldId="379"/>
        </pc:sldMkLst>
        <pc:spChg chg="mod">
          <ac:chgData name="Fan Cheng" userId="73b39abba4055029" providerId="LiveId" clId="{A7CB03D5-E346-47DC-981F-E68E41D25B7D}" dt="2023-10-05T11:22:20.631" v="3338" actId="20577"/>
          <ac:spMkLst>
            <pc:docMk/>
            <pc:sldMk cId="718911513" sldId="379"/>
            <ac:spMk id="3" creationId="{27654F35-294C-F495-F6C2-5F05478D68B9}"/>
          </ac:spMkLst>
        </pc:spChg>
        <pc:spChg chg="mod">
          <ac:chgData name="Fan Cheng" userId="73b39abba4055029" providerId="LiveId" clId="{A7CB03D5-E346-47DC-981F-E68E41D25B7D}" dt="2023-10-05T10:54:48.453" v="3174" actId="1076"/>
          <ac:spMkLst>
            <pc:docMk/>
            <pc:sldMk cId="718911513" sldId="379"/>
            <ac:spMk id="5" creationId="{ECFABF3F-4C81-A28F-B922-8327064AFA80}"/>
          </ac:spMkLst>
        </pc:spChg>
        <pc:spChg chg="add mod">
          <ac:chgData name="Fan Cheng" userId="73b39abba4055029" providerId="LiveId" clId="{A7CB03D5-E346-47DC-981F-E68E41D25B7D}" dt="2023-10-05T10:55:00.680" v="3177" actId="14100"/>
          <ac:spMkLst>
            <pc:docMk/>
            <pc:sldMk cId="718911513" sldId="379"/>
            <ac:spMk id="6" creationId="{20E20D6C-75AB-5222-314F-33015A1651AA}"/>
          </ac:spMkLst>
        </pc:spChg>
        <pc:picChg chg="mod">
          <ac:chgData name="Fan Cheng" userId="73b39abba4055029" providerId="LiveId" clId="{A7CB03D5-E346-47DC-981F-E68E41D25B7D}" dt="2023-10-05T11:22:24.106" v="3339" actId="1076"/>
          <ac:picMkLst>
            <pc:docMk/>
            <pc:sldMk cId="718911513" sldId="379"/>
            <ac:picMk id="4" creationId="{DE12510F-112C-C446-020C-73B7B821E58F}"/>
          </ac:picMkLst>
        </pc:picChg>
      </pc:sldChg>
      <pc:sldChg chg="del">
        <pc:chgData name="Fan Cheng" userId="73b39abba4055029" providerId="LiveId" clId="{A7CB03D5-E346-47DC-981F-E68E41D25B7D}" dt="2023-09-25T09:38:04.730" v="347" actId="47"/>
        <pc:sldMkLst>
          <pc:docMk/>
          <pc:sldMk cId="959527183" sldId="381"/>
        </pc:sldMkLst>
      </pc:sldChg>
      <pc:sldChg chg="add">
        <pc:chgData name="Fan Cheng" userId="73b39abba4055029" providerId="LiveId" clId="{A7CB03D5-E346-47DC-981F-E68E41D25B7D}" dt="2023-09-20T11:44:52.125" v="262"/>
        <pc:sldMkLst>
          <pc:docMk/>
          <pc:sldMk cId="11815754" sldId="392"/>
        </pc:sldMkLst>
      </pc:sldChg>
      <pc:sldChg chg="add del">
        <pc:chgData name="Fan Cheng" userId="73b39abba4055029" providerId="LiveId" clId="{A7CB03D5-E346-47DC-981F-E68E41D25B7D}" dt="2023-10-13T08:08:07.478" v="3411" actId="47"/>
        <pc:sldMkLst>
          <pc:docMk/>
          <pc:sldMk cId="2768935545" sldId="393"/>
        </pc:sldMkLst>
      </pc:sldChg>
      <pc:sldChg chg="add del">
        <pc:chgData name="Fan Cheng" userId="73b39abba4055029" providerId="LiveId" clId="{A7CB03D5-E346-47DC-981F-E68E41D25B7D}" dt="2023-10-13T08:08:08.564" v="3412" actId="47"/>
        <pc:sldMkLst>
          <pc:docMk/>
          <pc:sldMk cId="3838184149" sldId="394"/>
        </pc:sldMkLst>
      </pc:sldChg>
      <pc:sldChg chg="add del">
        <pc:chgData name="Fan Cheng" userId="73b39abba4055029" providerId="LiveId" clId="{A7CB03D5-E346-47DC-981F-E68E41D25B7D}" dt="2023-10-13T08:08:22.305" v="3413" actId="47"/>
        <pc:sldMkLst>
          <pc:docMk/>
          <pc:sldMk cId="1696972590" sldId="395"/>
        </pc:sldMkLst>
      </pc:sldChg>
      <pc:sldChg chg="add del">
        <pc:chgData name="Fan Cheng" userId="73b39abba4055029" providerId="LiveId" clId="{A7CB03D5-E346-47DC-981F-E68E41D25B7D}" dt="2023-10-13T08:08:23.138" v="3414" actId="47"/>
        <pc:sldMkLst>
          <pc:docMk/>
          <pc:sldMk cId="261566092" sldId="396"/>
        </pc:sldMkLst>
      </pc:sldChg>
      <pc:sldChg chg="add del">
        <pc:chgData name="Fan Cheng" userId="73b39abba4055029" providerId="LiveId" clId="{A7CB03D5-E346-47DC-981F-E68E41D25B7D}" dt="2023-10-13T08:08:24.285" v="3415" actId="47"/>
        <pc:sldMkLst>
          <pc:docMk/>
          <pc:sldMk cId="33690664" sldId="397"/>
        </pc:sldMkLst>
      </pc:sldChg>
      <pc:sldChg chg="add del">
        <pc:chgData name="Fan Cheng" userId="73b39abba4055029" providerId="LiveId" clId="{A7CB03D5-E346-47DC-981F-E68E41D25B7D}" dt="2023-10-13T08:08:25.267" v="3416" actId="47"/>
        <pc:sldMkLst>
          <pc:docMk/>
          <pc:sldMk cId="3306608665" sldId="398"/>
        </pc:sldMkLst>
      </pc:sldChg>
      <pc:sldChg chg="delSp modSp add del mod">
        <pc:chgData name="Fan Cheng" userId="73b39abba4055029" providerId="LiveId" clId="{A7CB03D5-E346-47DC-981F-E68E41D25B7D}" dt="2023-10-13T08:08:26.087" v="3417" actId="47"/>
        <pc:sldMkLst>
          <pc:docMk/>
          <pc:sldMk cId="1428463587" sldId="399"/>
        </pc:sldMkLst>
        <pc:spChg chg="mod">
          <ac:chgData name="Fan Cheng" userId="73b39abba4055029" providerId="LiveId" clId="{A7CB03D5-E346-47DC-981F-E68E41D25B7D}" dt="2023-10-05T11:22:04.267" v="3337" actId="20577"/>
          <ac:spMkLst>
            <pc:docMk/>
            <pc:sldMk cId="1428463587" sldId="399"/>
            <ac:spMk id="3" creationId="{8D5E9DD3-BF1D-D4F3-6778-0CE5860024B7}"/>
          </ac:spMkLst>
        </pc:spChg>
        <pc:spChg chg="del">
          <ac:chgData name="Fan Cheng" userId="73b39abba4055029" providerId="LiveId" clId="{A7CB03D5-E346-47DC-981F-E68E41D25B7D}" dt="2023-10-05T10:15:04.540" v="2621" actId="478"/>
          <ac:spMkLst>
            <pc:docMk/>
            <pc:sldMk cId="1428463587" sldId="399"/>
            <ac:spMk id="6" creationId="{21F4AA94-01FA-98B6-A6F8-6210B9FB74C2}"/>
          </ac:spMkLst>
        </pc:spChg>
      </pc:sldChg>
      <pc:sldChg chg="modSp add del mod">
        <pc:chgData name="Fan Cheng" userId="73b39abba4055029" providerId="LiveId" clId="{A7CB03D5-E346-47DC-981F-E68E41D25B7D}" dt="2023-10-05T11:05:50.612" v="3289" actId="47"/>
        <pc:sldMkLst>
          <pc:docMk/>
          <pc:sldMk cId="1616387544" sldId="400"/>
        </pc:sldMkLst>
        <pc:spChg chg="mod">
          <ac:chgData name="Fan Cheng" userId="73b39abba4055029" providerId="LiveId" clId="{A7CB03D5-E346-47DC-981F-E68E41D25B7D}" dt="2023-10-05T11:05:33.560" v="3288" actId="6549"/>
          <ac:spMkLst>
            <pc:docMk/>
            <pc:sldMk cId="1616387544" sldId="400"/>
            <ac:spMk id="3" creationId="{900C1169-BBCE-5FAD-B7CA-C65975E642AC}"/>
          </ac:spMkLst>
        </pc:spChg>
      </pc:sldChg>
      <pc:sldChg chg="modSp del mod">
        <pc:chgData name="Fan Cheng" userId="73b39abba4055029" providerId="LiveId" clId="{A7CB03D5-E346-47DC-981F-E68E41D25B7D}" dt="2023-10-13T08:09:09.481" v="3419" actId="47"/>
        <pc:sldMkLst>
          <pc:docMk/>
          <pc:sldMk cId="2501479473" sldId="414"/>
        </pc:sldMkLst>
        <pc:spChg chg="mod">
          <ac:chgData name="Fan Cheng" userId="73b39abba4055029" providerId="LiveId" clId="{A7CB03D5-E346-47DC-981F-E68E41D25B7D}" dt="2023-10-05T11:22:28.513" v="3340" actId="20577"/>
          <ac:spMkLst>
            <pc:docMk/>
            <pc:sldMk cId="2501479473" sldId="414"/>
            <ac:spMk id="3" creationId="{F56BC632-8343-9F6A-E453-F868D7543EB3}"/>
          </ac:spMkLst>
        </pc:spChg>
      </pc:sldChg>
      <pc:sldChg chg="modSp del mod">
        <pc:chgData name="Fan Cheng" userId="73b39abba4055029" providerId="LiveId" clId="{A7CB03D5-E346-47DC-981F-E68E41D25B7D}" dt="2023-10-13T08:09:09.959" v="3420" actId="47"/>
        <pc:sldMkLst>
          <pc:docMk/>
          <pc:sldMk cId="3168730952" sldId="425"/>
        </pc:sldMkLst>
        <pc:spChg chg="mod">
          <ac:chgData name="Fan Cheng" userId="73b39abba4055029" providerId="LiveId" clId="{A7CB03D5-E346-47DC-981F-E68E41D25B7D}" dt="2023-10-05T10:55:52.357" v="3211" actId="404"/>
          <ac:spMkLst>
            <pc:docMk/>
            <pc:sldMk cId="3168730952" sldId="425"/>
            <ac:spMk id="3" creationId="{16333CEA-357E-FF1A-A605-5BFCF329369E}"/>
          </ac:spMkLst>
        </pc:spChg>
        <pc:picChg chg="mod">
          <ac:chgData name="Fan Cheng" userId="73b39abba4055029" providerId="LiveId" clId="{A7CB03D5-E346-47DC-981F-E68E41D25B7D}" dt="2023-10-05T08:43:04.412" v="1686" actId="1076"/>
          <ac:picMkLst>
            <pc:docMk/>
            <pc:sldMk cId="3168730952" sldId="425"/>
            <ac:picMk id="4" creationId="{AAA02670-39B0-63D4-04DA-951B6F8B7BB8}"/>
          </ac:picMkLst>
        </pc:picChg>
        <pc:picChg chg="mod">
          <ac:chgData name="Fan Cheng" userId="73b39abba4055029" providerId="LiveId" clId="{A7CB03D5-E346-47DC-981F-E68E41D25B7D}" dt="2023-10-05T08:43:08.601" v="1688" actId="14100"/>
          <ac:picMkLst>
            <pc:docMk/>
            <pc:sldMk cId="3168730952" sldId="425"/>
            <ac:picMk id="5" creationId="{50896AE9-3008-F0FF-27B5-CC08DA0AD7F0}"/>
          </ac:picMkLst>
        </pc:picChg>
      </pc:sldChg>
      <pc:sldChg chg="modSp add del mod">
        <pc:chgData name="Fan Cheng" userId="73b39abba4055029" providerId="LiveId" clId="{A7CB03D5-E346-47DC-981F-E68E41D25B7D}" dt="2023-10-13T08:09:10.541" v="3421" actId="47"/>
        <pc:sldMkLst>
          <pc:docMk/>
          <pc:sldMk cId="1790645604" sldId="426"/>
        </pc:sldMkLst>
        <pc:spChg chg="mod">
          <ac:chgData name="Fan Cheng" userId="73b39abba4055029" providerId="LiveId" clId="{A7CB03D5-E346-47DC-981F-E68E41D25B7D}" dt="2023-10-05T12:24:09.969" v="3348" actId="20577"/>
          <ac:spMkLst>
            <pc:docMk/>
            <pc:sldMk cId="1790645604" sldId="426"/>
            <ac:spMk id="3" creationId="{AD214FB0-C2F2-96A2-3B61-AB3522CD3660}"/>
          </ac:spMkLst>
        </pc:spChg>
        <pc:picChg chg="mod">
          <ac:chgData name="Fan Cheng" userId="73b39abba4055029" providerId="LiveId" clId="{A7CB03D5-E346-47DC-981F-E68E41D25B7D}" dt="2023-10-05T08:43:24.095" v="1694" actId="14100"/>
          <ac:picMkLst>
            <pc:docMk/>
            <pc:sldMk cId="1790645604" sldId="426"/>
            <ac:picMk id="4" creationId="{EA4102C0-DD47-8E2F-6DC7-56D8975D51D7}"/>
          </ac:picMkLst>
        </pc:picChg>
        <pc:picChg chg="mod">
          <ac:chgData name="Fan Cheng" userId="73b39abba4055029" providerId="LiveId" clId="{A7CB03D5-E346-47DC-981F-E68E41D25B7D}" dt="2023-10-05T10:52:48.361" v="3154" actId="1076"/>
          <ac:picMkLst>
            <pc:docMk/>
            <pc:sldMk cId="1790645604" sldId="426"/>
            <ac:picMk id="5" creationId="{395AF8A0-E515-33BE-BF3A-04B12F3B1501}"/>
          </ac:picMkLst>
        </pc:picChg>
      </pc:sldChg>
      <pc:sldChg chg="addSp delSp modSp del mod">
        <pc:chgData name="Fan Cheng" userId="73b39abba4055029" providerId="LiveId" clId="{A7CB03D5-E346-47DC-981F-E68E41D25B7D}" dt="2023-10-13T08:09:11.268" v="3422" actId="47"/>
        <pc:sldMkLst>
          <pc:docMk/>
          <pc:sldMk cId="2230580574" sldId="428"/>
        </pc:sldMkLst>
        <pc:spChg chg="mod">
          <ac:chgData name="Fan Cheng" userId="73b39abba4055029" providerId="LiveId" clId="{A7CB03D5-E346-47DC-981F-E68E41D25B7D}" dt="2023-10-05T10:56:19.766" v="3216" actId="207"/>
          <ac:spMkLst>
            <pc:docMk/>
            <pc:sldMk cId="2230580574" sldId="428"/>
            <ac:spMk id="3" creationId="{00700B82-9788-13AF-84C4-B0480FC67759}"/>
          </ac:spMkLst>
        </pc:spChg>
        <pc:spChg chg="del mod">
          <ac:chgData name="Fan Cheng" userId="73b39abba4055029" providerId="LiveId" clId="{A7CB03D5-E346-47DC-981F-E68E41D25B7D}" dt="2023-10-05T10:56:43.457" v="3220"/>
          <ac:spMkLst>
            <pc:docMk/>
            <pc:sldMk cId="2230580574" sldId="428"/>
            <ac:spMk id="5" creationId="{BF47A076-9AB3-C1BB-5CBE-B49A09818C13}"/>
          </ac:spMkLst>
        </pc:spChg>
        <pc:spChg chg="add del mod">
          <ac:chgData name="Fan Cheng" userId="73b39abba4055029" providerId="LiveId" clId="{A7CB03D5-E346-47DC-981F-E68E41D25B7D}" dt="2023-10-05T10:56:48.974" v="3224" actId="22"/>
          <ac:spMkLst>
            <pc:docMk/>
            <pc:sldMk cId="2230580574" sldId="428"/>
            <ac:spMk id="6" creationId="{609F052E-9C71-3457-72F1-37E8D3ACFDB3}"/>
          </ac:spMkLst>
        </pc:spChg>
        <pc:spChg chg="add mod">
          <ac:chgData name="Fan Cheng" userId="73b39abba4055029" providerId="LiveId" clId="{A7CB03D5-E346-47DC-981F-E68E41D25B7D}" dt="2023-10-05T10:57:12.542" v="3231" actId="1076"/>
          <ac:spMkLst>
            <pc:docMk/>
            <pc:sldMk cId="2230580574" sldId="428"/>
            <ac:spMk id="8" creationId="{45B4F252-B917-B1D6-88D7-74CE017063B3}"/>
          </ac:spMkLst>
        </pc:spChg>
      </pc:sldChg>
      <pc:sldChg chg="addSp delSp modSp del mod">
        <pc:chgData name="Fan Cheng" userId="73b39abba4055029" providerId="LiveId" clId="{A7CB03D5-E346-47DC-981F-E68E41D25B7D}" dt="2023-10-13T08:09:12.205" v="3423" actId="47"/>
        <pc:sldMkLst>
          <pc:docMk/>
          <pc:sldMk cId="1645175009" sldId="429"/>
        </pc:sldMkLst>
        <pc:spChg chg="mod">
          <ac:chgData name="Fan Cheng" userId="73b39abba4055029" providerId="LiveId" clId="{A7CB03D5-E346-47DC-981F-E68E41D25B7D}" dt="2023-10-05T11:23:25.625" v="3345" actId="403"/>
          <ac:spMkLst>
            <pc:docMk/>
            <pc:sldMk cId="1645175009" sldId="429"/>
            <ac:spMk id="3" creationId="{068D8B6A-831F-45E4-3F52-62DC4A60FA30}"/>
          </ac:spMkLst>
        </pc:spChg>
        <pc:spChg chg="del mod">
          <ac:chgData name="Fan Cheng" userId="73b39abba4055029" providerId="LiveId" clId="{A7CB03D5-E346-47DC-981F-E68E41D25B7D}" dt="2023-10-05T10:57:21.980" v="3233" actId="478"/>
          <ac:spMkLst>
            <pc:docMk/>
            <pc:sldMk cId="1645175009" sldId="429"/>
            <ac:spMk id="7" creationId="{4BCF1B7F-3BAA-B1E4-D043-FD320E440008}"/>
          </ac:spMkLst>
        </pc:spChg>
        <pc:spChg chg="add mod">
          <ac:chgData name="Fan Cheng" userId="73b39abba4055029" providerId="LiveId" clId="{A7CB03D5-E346-47DC-981F-E68E41D25B7D}" dt="2023-10-05T10:57:51.071" v="3241" actId="1076"/>
          <ac:spMkLst>
            <pc:docMk/>
            <pc:sldMk cId="1645175009" sldId="429"/>
            <ac:spMk id="8" creationId="{FB67DEBF-B330-5E2C-53C3-25124F147A56}"/>
          </ac:spMkLst>
        </pc:spChg>
        <pc:picChg chg="mod">
          <ac:chgData name="Fan Cheng" userId="73b39abba4055029" providerId="LiveId" clId="{A7CB03D5-E346-47DC-981F-E68E41D25B7D}" dt="2023-10-05T10:57:55.536" v="3242" actId="14100"/>
          <ac:picMkLst>
            <pc:docMk/>
            <pc:sldMk cId="1645175009" sldId="429"/>
            <ac:picMk id="4" creationId="{C4341A15-061F-A4C1-2072-E72E929A6B59}"/>
          </ac:picMkLst>
        </pc:picChg>
        <pc:picChg chg="mod">
          <ac:chgData name="Fan Cheng" userId="73b39abba4055029" providerId="LiveId" clId="{A7CB03D5-E346-47DC-981F-E68E41D25B7D}" dt="2023-10-05T10:57:59.465" v="3244" actId="14100"/>
          <ac:picMkLst>
            <pc:docMk/>
            <pc:sldMk cId="1645175009" sldId="429"/>
            <ac:picMk id="5" creationId="{237BFB08-AE5B-8C6E-D26A-696DE2FE8DE8}"/>
          </ac:picMkLst>
        </pc:picChg>
      </pc:sldChg>
      <pc:sldChg chg="addSp delSp modSp mod">
        <pc:chgData name="Fan Cheng" userId="73b39abba4055029" providerId="LiveId" clId="{A7CB03D5-E346-47DC-981F-E68E41D25B7D}" dt="2023-10-05T08:23:30.842" v="1674" actId="20577"/>
        <pc:sldMkLst>
          <pc:docMk/>
          <pc:sldMk cId="1868609211" sldId="441"/>
        </pc:sldMkLst>
        <pc:spChg chg="mod">
          <ac:chgData name="Fan Cheng" userId="73b39abba4055029" providerId="LiveId" clId="{A7CB03D5-E346-47DC-981F-E68E41D25B7D}" dt="2023-10-05T08:23:30.842" v="1674" actId="20577"/>
          <ac:spMkLst>
            <pc:docMk/>
            <pc:sldMk cId="1868609211" sldId="441"/>
            <ac:spMk id="3" creationId="{75EE0FCC-F5D0-8A97-5940-0398D72C9F60}"/>
          </ac:spMkLst>
        </pc:spChg>
        <pc:spChg chg="add del">
          <ac:chgData name="Fan Cheng" userId="73b39abba4055029" providerId="LiveId" clId="{A7CB03D5-E346-47DC-981F-E68E41D25B7D}" dt="2023-09-25T10:18:26.569" v="1585" actId="22"/>
          <ac:spMkLst>
            <pc:docMk/>
            <pc:sldMk cId="1868609211" sldId="441"/>
            <ac:spMk id="5" creationId="{DF8B572C-D9F9-7486-CAE7-0D3F572A0C82}"/>
          </ac:spMkLst>
        </pc:spChg>
        <pc:picChg chg="add mod">
          <ac:chgData name="Fan Cheng" userId="73b39abba4055029" providerId="LiveId" clId="{A7CB03D5-E346-47DC-981F-E68E41D25B7D}" dt="2023-09-25T10:23:32.534" v="1604" actId="1076"/>
          <ac:picMkLst>
            <pc:docMk/>
            <pc:sldMk cId="1868609211" sldId="441"/>
            <ac:picMk id="7" creationId="{9588D878-1C92-C687-76E9-7CE69088A706}"/>
          </ac:picMkLst>
        </pc:picChg>
      </pc:sldChg>
      <pc:sldChg chg="del ord">
        <pc:chgData name="Fan Cheng" userId="73b39abba4055029" providerId="LiveId" clId="{A7CB03D5-E346-47DC-981F-E68E41D25B7D}" dt="2023-09-25T09:58:41.249" v="1204" actId="47"/>
        <pc:sldMkLst>
          <pc:docMk/>
          <pc:sldMk cId="1208146054" sldId="442"/>
        </pc:sldMkLst>
      </pc:sldChg>
      <pc:sldChg chg="addSp delSp modSp mod ord">
        <pc:chgData name="Fan Cheng" userId="73b39abba4055029" providerId="LiveId" clId="{A7CB03D5-E346-47DC-981F-E68E41D25B7D}" dt="2023-10-13T11:15:44.686" v="3448" actId="20577"/>
        <pc:sldMkLst>
          <pc:docMk/>
          <pc:sldMk cId="3068335795" sldId="443"/>
        </pc:sldMkLst>
        <pc:spChg chg="mod">
          <ac:chgData name="Fan Cheng" userId="73b39abba4055029" providerId="LiveId" clId="{A7CB03D5-E346-47DC-981F-E68E41D25B7D}" dt="2023-09-25T09:58:38.774" v="1203" actId="20577"/>
          <ac:spMkLst>
            <pc:docMk/>
            <pc:sldMk cId="3068335795" sldId="443"/>
            <ac:spMk id="2" creationId="{11353210-5C3E-E7D8-D673-759E2F6D39AD}"/>
          </ac:spMkLst>
        </pc:spChg>
        <pc:spChg chg="mod">
          <ac:chgData name="Fan Cheng" userId="73b39abba4055029" providerId="LiveId" clId="{A7CB03D5-E346-47DC-981F-E68E41D25B7D}" dt="2023-10-13T11:15:44.686" v="3448" actId="20577"/>
          <ac:spMkLst>
            <pc:docMk/>
            <pc:sldMk cId="3068335795" sldId="443"/>
            <ac:spMk id="3" creationId="{5BD5B3CE-7A64-D0F5-A7DD-3DC1B1FF6D65}"/>
          </ac:spMkLst>
        </pc:spChg>
        <pc:spChg chg="add del mod">
          <ac:chgData name="Fan Cheng" userId="73b39abba4055029" providerId="LiveId" clId="{A7CB03D5-E346-47DC-981F-E68E41D25B7D}" dt="2023-10-05T06:26:38.796" v="1611" actId="21"/>
          <ac:spMkLst>
            <pc:docMk/>
            <pc:sldMk cId="3068335795" sldId="443"/>
            <ac:spMk id="4" creationId="{171BCC8D-574A-DE58-C650-33EB85C18543}"/>
          </ac:spMkLst>
        </pc:spChg>
      </pc:sldChg>
      <pc:sldChg chg="del">
        <pc:chgData name="Fan Cheng" userId="73b39abba4055029" providerId="LiveId" clId="{A7CB03D5-E346-47DC-981F-E68E41D25B7D}" dt="2023-09-25T09:37:56.784" v="346" actId="47"/>
        <pc:sldMkLst>
          <pc:docMk/>
          <pc:sldMk cId="1014981300" sldId="444"/>
        </pc:sldMkLst>
      </pc:sldChg>
      <pc:sldChg chg="delSp modSp del mod ord">
        <pc:chgData name="Fan Cheng" userId="73b39abba4055029" providerId="LiveId" clId="{A7CB03D5-E346-47DC-981F-E68E41D25B7D}" dt="2023-09-25T10:15:09.412" v="1541" actId="47"/>
        <pc:sldMkLst>
          <pc:docMk/>
          <pc:sldMk cId="2490253009" sldId="446"/>
        </pc:sldMkLst>
        <pc:spChg chg="mod">
          <ac:chgData name="Fan Cheng" userId="73b39abba4055029" providerId="LiveId" clId="{A7CB03D5-E346-47DC-981F-E68E41D25B7D}" dt="2023-09-25T09:47:42.628" v="891" actId="20577"/>
          <ac:spMkLst>
            <pc:docMk/>
            <pc:sldMk cId="2490253009" sldId="446"/>
            <ac:spMk id="3" creationId="{74434FD0-BCD9-94A2-EFC8-0C10443A1BE7}"/>
          </ac:spMkLst>
        </pc:spChg>
        <pc:spChg chg="del">
          <ac:chgData name="Fan Cheng" userId="73b39abba4055029" providerId="LiveId" clId="{A7CB03D5-E346-47DC-981F-E68E41D25B7D}" dt="2023-09-25T09:38:24.789" v="355" actId="478"/>
          <ac:spMkLst>
            <pc:docMk/>
            <pc:sldMk cId="2490253009" sldId="446"/>
            <ac:spMk id="4" creationId="{E835CB60-A832-1B45-EA6A-01EABCF3923D}"/>
          </ac:spMkLst>
        </pc:spChg>
        <pc:spChg chg="del mod">
          <ac:chgData name="Fan Cheng" userId="73b39abba4055029" providerId="LiveId" clId="{A7CB03D5-E346-47DC-981F-E68E41D25B7D}" dt="2023-09-25T10:11:30.144" v="1454" actId="21"/>
          <ac:spMkLst>
            <pc:docMk/>
            <pc:sldMk cId="2490253009" sldId="446"/>
            <ac:spMk id="5" creationId="{215EE9A3-710E-42D6-B013-34FD8B88828E}"/>
          </ac:spMkLst>
        </pc:spChg>
        <pc:spChg chg="del">
          <ac:chgData name="Fan Cheng" userId="73b39abba4055029" providerId="LiveId" clId="{A7CB03D5-E346-47DC-981F-E68E41D25B7D}" dt="2023-09-25T09:39:40.179" v="403" actId="478"/>
          <ac:spMkLst>
            <pc:docMk/>
            <pc:sldMk cId="2490253009" sldId="446"/>
            <ac:spMk id="7" creationId="{443A87FB-1E57-B74C-7DC4-CA3F87054643}"/>
          </ac:spMkLst>
        </pc:spChg>
      </pc:sldChg>
      <pc:sldChg chg="addSp delSp modSp add mod ord">
        <pc:chgData name="Fan Cheng" userId="73b39abba4055029" providerId="LiveId" clId="{A7CB03D5-E346-47DC-981F-E68E41D25B7D}" dt="2023-10-12T02:56:40.057" v="3403" actId="207"/>
        <pc:sldMkLst>
          <pc:docMk/>
          <pc:sldMk cId="2729159038" sldId="447"/>
        </pc:sldMkLst>
        <pc:spChg chg="del">
          <ac:chgData name="Fan Cheng" userId="73b39abba4055029" providerId="LiveId" clId="{A7CB03D5-E346-47DC-981F-E68E41D25B7D}" dt="2023-09-25T10:06:24.080" v="1416" actId="478"/>
          <ac:spMkLst>
            <pc:docMk/>
            <pc:sldMk cId="2729159038" sldId="447"/>
            <ac:spMk id="3" creationId="{B15AF58A-6ECC-AC60-9135-087AE9979591}"/>
          </ac:spMkLst>
        </pc:spChg>
        <pc:spChg chg="del mod">
          <ac:chgData name="Fan Cheng" userId="73b39abba4055029" providerId="LiveId" clId="{A7CB03D5-E346-47DC-981F-E68E41D25B7D}" dt="2023-09-25T10:07:57.463" v="1439" actId="478"/>
          <ac:spMkLst>
            <pc:docMk/>
            <pc:sldMk cId="2729159038" sldId="447"/>
            <ac:spMk id="4" creationId="{5930106E-D846-CFAD-C2E5-B39271F0CAFA}"/>
          </ac:spMkLst>
        </pc:spChg>
        <pc:spChg chg="del mod">
          <ac:chgData name="Fan Cheng" userId="73b39abba4055029" providerId="LiveId" clId="{A7CB03D5-E346-47DC-981F-E68E41D25B7D}" dt="2023-09-25T10:07:58.563" v="1440" actId="478"/>
          <ac:spMkLst>
            <pc:docMk/>
            <pc:sldMk cId="2729159038" sldId="447"/>
            <ac:spMk id="5" creationId="{5167EFAB-6D06-B4EC-4FAE-1C15C246D810}"/>
          </ac:spMkLst>
        </pc:spChg>
        <pc:spChg chg="del mod">
          <ac:chgData name="Fan Cheng" userId="73b39abba4055029" providerId="LiveId" clId="{A7CB03D5-E346-47DC-981F-E68E41D25B7D}" dt="2023-09-25T10:07:59.388" v="1441" actId="478"/>
          <ac:spMkLst>
            <pc:docMk/>
            <pc:sldMk cId="2729159038" sldId="447"/>
            <ac:spMk id="6" creationId="{AB82E5DA-450F-4627-1CEB-5A7BD5DB3EC1}"/>
          </ac:spMkLst>
        </pc:spChg>
        <pc:spChg chg="add del mod">
          <ac:chgData name="Fan Cheng" userId="73b39abba4055029" providerId="LiveId" clId="{A7CB03D5-E346-47DC-981F-E68E41D25B7D}" dt="2023-09-25T10:07:26.490" v="1428" actId="478"/>
          <ac:spMkLst>
            <pc:docMk/>
            <pc:sldMk cId="2729159038" sldId="447"/>
            <ac:spMk id="8" creationId="{1935BFED-C495-7713-FD2D-F7391FBD9CEC}"/>
          </ac:spMkLst>
        </pc:spChg>
        <pc:graphicFrameChg chg="mod modGraphic">
          <ac:chgData name="Fan Cheng" userId="73b39abba4055029" providerId="LiveId" clId="{A7CB03D5-E346-47DC-981F-E68E41D25B7D}" dt="2023-10-12T02:56:40.057" v="3403" actId="207"/>
          <ac:graphicFrameMkLst>
            <pc:docMk/>
            <pc:sldMk cId="2729159038" sldId="447"/>
            <ac:graphicFrameMk id="2" creationId="{E8DE6F2A-5A84-4A7E-C53F-8516293D11BE}"/>
          </ac:graphicFrameMkLst>
        </pc:graphicFrameChg>
      </pc:sldChg>
      <pc:sldChg chg="modSp mod">
        <pc:chgData name="Fan Cheng" userId="73b39abba4055029" providerId="LiveId" clId="{A7CB03D5-E346-47DC-981F-E68E41D25B7D}" dt="2023-10-28T03:18:33.109" v="3694" actId="20577"/>
        <pc:sldMkLst>
          <pc:docMk/>
          <pc:sldMk cId="2657835395" sldId="448"/>
        </pc:sldMkLst>
        <pc:spChg chg="mod">
          <ac:chgData name="Fan Cheng" userId="73b39abba4055029" providerId="LiveId" clId="{A7CB03D5-E346-47DC-981F-E68E41D25B7D}" dt="2023-10-06T10:50:42.404" v="3398" actId="20577"/>
          <ac:spMkLst>
            <pc:docMk/>
            <pc:sldMk cId="2657835395" sldId="448"/>
            <ac:spMk id="2" creationId="{11D573E9-A7AD-D6A3-F907-D446BAEDAA32}"/>
          </ac:spMkLst>
        </pc:spChg>
        <pc:spChg chg="mod">
          <ac:chgData name="Fan Cheng" userId="73b39abba4055029" providerId="LiveId" clId="{A7CB03D5-E346-47DC-981F-E68E41D25B7D}" dt="2023-10-28T03:18:33.109" v="3694" actId="20577"/>
          <ac:spMkLst>
            <pc:docMk/>
            <pc:sldMk cId="2657835395" sldId="448"/>
            <ac:spMk id="3" creationId="{8FC76929-27F8-1ED6-BE45-CA3DF1C8F309}"/>
          </ac:spMkLst>
        </pc:spChg>
      </pc:sldChg>
      <pc:sldChg chg="modSp new mod">
        <pc:chgData name="Fan Cheng" userId="73b39abba4055029" providerId="LiveId" clId="{A7CB03D5-E346-47DC-981F-E68E41D25B7D}" dt="2023-10-05T10:22:52.008" v="2706" actId="207"/>
        <pc:sldMkLst>
          <pc:docMk/>
          <pc:sldMk cId="3145967342" sldId="449"/>
        </pc:sldMkLst>
        <pc:spChg chg="mod">
          <ac:chgData name="Fan Cheng" userId="73b39abba4055029" providerId="LiveId" clId="{A7CB03D5-E346-47DC-981F-E68E41D25B7D}" dt="2023-10-05T09:10:05.427" v="1749" actId="20577"/>
          <ac:spMkLst>
            <pc:docMk/>
            <pc:sldMk cId="3145967342" sldId="449"/>
            <ac:spMk id="2" creationId="{B067EA78-495A-0EB5-6FFB-432147AEE05E}"/>
          </ac:spMkLst>
        </pc:spChg>
        <pc:spChg chg="mod">
          <ac:chgData name="Fan Cheng" userId="73b39abba4055029" providerId="LiveId" clId="{A7CB03D5-E346-47DC-981F-E68E41D25B7D}" dt="2023-10-05T10:22:52.008" v="2706" actId="207"/>
          <ac:spMkLst>
            <pc:docMk/>
            <pc:sldMk cId="3145967342" sldId="449"/>
            <ac:spMk id="3" creationId="{21F15315-B6A9-383F-F76C-A54336A19842}"/>
          </ac:spMkLst>
        </pc:spChg>
      </pc:sldChg>
      <pc:sldChg chg="addSp delSp modSp new mod">
        <pc:chgData name="Fan Cheng" userId="73b39abba4055029" providerId="LiveId" clId="{A7CB03D5-E346-47DC-981F-E68E41D25B7D}" dt="2023-10-18T09:36:37.611" v="3650" actId="1076"/>
        <pc:sldMkLst>
          <pc:docMk/>
          <pc:sldMk cId="3107509109" sldId="450"/>
        </pc:sldMkLst>
        <pc:spChg chg="mod">
          <ac:chgData name="Fan Cheng" userId="73b39abba4055029" providerId="LiveId" clId="{A7CB03D5-E346-47DC-981F-E68E41D25B7D}" dt="2023-10-05T09:11:29.963" v="1787" actId="20577"/>
          <ac:spMkLst>
            <pc:docMk/>
            <pc:sldMk cId="3107509109" sldId="450"/>
            <ac:spMk id="2" creationId="{565DE030-3B68-7E6F-5C68-7B7FD290E3C9}"/>
          </ac:spMkLst>
        </pc:spChg>
        <pc:spChg chg="mod">
          <ac:chgData name="Fan Cheng" userId="73b39abba4055029" providerId="LiveId" clId="{A7CB03D5-E346-47DC-981F-E68E41D25B7D}" dt="2023-10-05T09:19:48.900" v="1875" actId="207"/>
          <ac:spMkLst>
            <pc:docMk/>
            <pc:sldMk cId="3107509109" sldId="450"/>
            <ac:spMk id="3" creationId="{698CCA21-8783-E55F-28F2-450F7750AAEF}"/>
          </ac:spMkLst>
        </pc:spChg>
        <pc:picChg chg="add mod">
          <ac:chgData name="Fan Cheng" userId="73b39abba4055029" providerId="LiveId" clId="{A7CB03D5-E346-47DC-981F-E68E41D25B7D}" dt="2023-10-05T09:18:59.538" v="1866" actId="1076"/>
          <ac:picMkLst>
            <pc:docMk/>
            <pc:sldMk cId="3107509109" sldId="450"/>
            <ac:picMk id="5" creationId="{6228F987-30A4-1898-D09C-DC8F9A4ED364}"/>
          </ac:picMkLst>
        </pc:picChg>
        <pc:picChg chg="add mod">
          <ac:chgData name="Fan Cheng" userId="73b39abba4055029" providerId="LiveId" clId="{A7CB03D5-E346-47DC-981F-E68E41D25B7D}" dt="2023-10-18T09:36:37.611" v="3650" actId="1076"/>
          <ac:picMkLst>
            <pc:docMk/>
            <pc:sldMk cId="3107509109" sldId="450"/>
            <ac:picMk id="6" creationId="{DEB251A1-813D-E02A-1B68-77A06A998354}"/>
          </ac:picMkLst>
        </pc:picChg>
        <pc:picChg chg="add del mod">
          <ac:chgData name="Fan Cheng" userId="73b39abba4055029" providerId="LiveId" clId="{A7CB03D5-E346-47DC-981F-E68E41D25B7D}" dt="2023-10-18T09:33:31.836" v="3641" actId="478"/>
          <ac:picMkLst>
            <pc:docMk/>
            <pc:sldMk cId="3107509109" sldId="450"/>
            <ac:picMk id="7" creationId="{C9D65D73-CFC8-A60B-68DD-12FE3C0BCEE0}"/>
          </ac:picMkLst>
        </pc:picChg>
        <pc:picChg chg="add mod">
          <ac:chgData name="Fan Cheng" userId="73b39abba4055029" providerId="LiveId" clId="{A7CB03D5-E346-47DC-981F-E68E41D25B7D}" dt="2023-10-18T09:33:38.158" v="3645" actId="1076"/>
          <ac:picMkLst>
            <pc:docMk/>
            <pc:sldMk cId="3107509109" sldId="450"/>
            <ac:picMk id="9" creationId="{FB9601F3-6CF0-BA26-BA3C-5E2AC8BE81B8}"/>
          </ac:picMkLst>
        </pc:picChg>
      </pc:sldChg>
      <pc:sldChg chg="addSp delSp modSp new mod">
        <pc:chgData name="Fan Cheng" userId="73b39abba4055029" providerId="LiveId" clId="{A7CB03D5-E346-47DC-981F-E68E41D25B7D}" dt="2023-10-18T09:36:13.915" v="3648" actId="1076"/>
        <pc:sldMkLst>
          <pc:docMk/>
          <pc:sldMk cId="939666573" sldId="451"/>
        </pc:sldMkLst>
        <pc:spChg chg="mod">
          <ac:chgData name="Fan Cheng" userId="73b39abba4055029" providerId="LiveId" clId="{A7CB03D5-E346-47DC-981F-E68E41D25B7D}" dt="2023-10-05T09:46:52.009" v="2223" actId="20577"/>
          <ac:spMkLst>
            <pc:docMk/>
            <pc:sldMk cId="939666573" sldId="451"/>
            <ac:spMk id="2" creationId="{3C9ABFF3-6803-3E94-7AE1-FF3579D82724}"/>
          </ac:spMkLst>
        </pc:spChg>
        <pc:spChg chg="del">
          <ac:chgData name="Fan Cheng" userId="73b39abba4055029" providerId="LiveId" clId="{A7CB03D5-E346-47DC-981F-E68E41D25B7D}" dt="2023-10-05T09:46:56.210" v="2224" actId="478"/>
          <ac:spMkLst>
            <pc:docMk/>
            <pc:sldMk cId="939666573" sldId="451"/>
            <ac:spMk id="3" creationId="{3AE8E6CC-4679-3BCB-9EF3-8897AAC49B9A}"/>
          </ac:spMkLst>
        </pc:spChg>
        <pc:spChg chg="add mod">
          <ac:chgData name="Fan Cheng" userId="73b39abba4055029" providerId="LiveId" clId="{A7CB03D5-E346-47DC-981F-E68E41D25B7D}" dt="2023-10-05T09:54:09.774" v="2271" actId="14100"/>
          <ac:spMkLst>
            <pc:docMk/>
            <pc:sldMk cId="939666573" sldId="451"/>
            <ac:spMk id="12" creationId="{54C4B621-2BE1-8F53-1172-93077735CB40}"/>
          </ac:spMkLst>
        </pc:spChg>
        <pc:picChg chg="add mod">
          <ac:chgData name="Fan Cheng" userId="73b39abba4055029" providerId="LiveId" clId="{A7CB03D5-E346-47DC-981F-E68E41D25B7D}" dt="2023-10-05T09:53:27.278" v="2252" actId="1076"/>
          <ac:picMkLst>
            <pc:docMk/>
            <pc:sldMk cId="939666573" sldId="451"/>
            <ac:picMk id="5" creationId="{0C56B529-3015-D40C-2FB8-3A9615DBF60E}"/>
          </ac:picMkLst>
        </pc:picChg>
        <pc:picChg chg="add mod">
          <ac:chgData name="Fan Cheng" userId="73b39abba4055029" providerId="LiveId" clId="{A7CB03D5-E346-47DC-981F-E68E41D25B7D}" dt="2023-10-18T09:36:13.915" v="3648" actId="1076"/>
          <ac:picMkLst>
            <pc:docMk/>
            <pc:sldMk cId="939666573" sldId="451"/>
            <ac:picMk id="7" creationId="{7C3C1469-2EC3-CC1D-8A3F-8E4E210AB513}"/>
          </ac:picMkLst>
        </pc:picChg>
        <pc:picChg chg="add mod">
          <ac:chgData name="Fan Cheng" userId="73b39abba4055029" providerId="LiveId" clId="{A7CB03D5-E346-47DC-981F-E68E41D25B7D}" dt="2023-10-05T09:53:24.187" v="2251" actId="1076"/>
          <ac:picMkLst>
            <pc:docMk/>
            <pc:sldMk cId="939666573" sldId="451"/>
            <ac:picMk id="9" creationId="{4E4F5F48-D1AC-B801-3352-10F5B6FCEF5E}"/>
          </ac:picMkLst>
        </pc:picChg>
        <pc:picChg chg="add mod">
          <ac:chgData name="Fan Cheng" userId="73b39abba4055029" providerId="LiveId" clId="{A7CB03D5-E346-47DC-981F-E68E41D25B7D}" dt="2023-10-05T09:53:24.187" v="2251" actId="1076"/>
          <ac:picMkLst>
            <pc:docMk/>
            <pc:sldMk cId="939666573" sldId="451"/>
            <ac:picMk id="11" creationId="{C7407EB0-C601-9F5D-79A9-5ED14B17C785}"/>
          </ac:picMkLst>
        </pc:picChg>
      </pc:sldChg>
      <pc:sldChg chg="addSp modSp new mod">
        <pc:chgData name="Fan Cheng" userId="73b39abba4055029" providerId="LiveId" clId="{A7CB03D5-E346-47DC-981F-E68E41D25B7D}" dt="2023-10-05T10:51:55.717" v="3152" actId="1076"/>
        <pc:sldMkLst>
          <pc:docMk/>
          <pc:sldMk cId="3182563243" sldId="452"/>
        </pc:sldMkLst>
        <pc:spChg chg="mod">
          <ac:chgData name="Fan Cheng" userId="73b39abba4055029" providerId="LiveId" clId="{A7CB03D5-E346-47DC-981F-E68E41D25B7D}" dt="2023-10-05T10:34:37.207" v="2795" actId="20577"/>
          <ac:spMkLst>
            <pc:docMk/>
            <pc:sldMk cId="3182563243" sldId="452"/>
            <ac:spMk id="2" creationId="{0529F60B-A983-A1C0-A365-C50A7861F96B}"/>
          </ac:spMkLst>
        </pc:spChg>
        <pc:spChg chg="mod">
          <ac:chgData name="Fan Cheng" userId="73b39abba4055029" providerId="LiveId" clId="{A7CB03D5-E346-47DC-981F-E68E41D25B7D}" dt="2023-10-05T10:51:43.036" v="3149" actId="27636"/>
          <ac:spMkLst>
            <pc:docMk/>
            <pc:sldMk cId="3182563243" sldId="452"/>
            <ac:spMk id="3" creationId="{7C8547EF-263D-6913-12E1-5BB9CD02A06C}"/>
          </ac:spMkLst>
        </pc:spChg>
        <pc:picChg chg="add mod">
          <ac:chgData name="Fan Cheng" userId="73b39abba4055029" providerId="LiveId" clId="{A7CB03D5-E346-47DC-981F-E68E41D25B7D}" dt="2023-10-05T10:51:55.717" v="3152" actId="1076"/>
          <ac:picMkLst>
            <pc:docMk/>
            <pc:sldMk cId="3182563243" sldId="452"/>
            <ac:picMk id="5" creationId="{B7F37B7C-1219-A076-9E67-AF1663AE6A3B}"/>
          </ac:picMkLst>
        </pc:picChg>
        <pc:picChg chg="add mod">
          <ac:chgData name="Fan Cheng" userId="73b39abba4055029" providerId="LiveId" clId="{A7CB03D5-E346-47DC-981F-E68E41D25B7D}" dt="2023-10-05T10:51:45.982" v="3150" actId="1076"/>
          <ac:picMkLst>
            <pc:docMk/>
            <pc:sldMk cId="3182563243" sldId="452"/>
            <ac:picMk id="7" creationId="{66A82057-766B-F621-5D5B-386F62202C9D}"/>
          </ac:picMkLst>
        </pc:picChg>
      </pc:sldChg>
      <pc:sldChg chg="addSp modSp new mod">
        <pc:chgData name="Fan Cheng" userId="73b39abba4055029" providerId="LiveId" clId="{A7CB03D5-E346-47DC-981F-E68E41D25B7D}" dt="2023-10-28T03:33:04.961" v="3715" actId="2711"/>
        <pc:sldMkLst>
          <pc:docMk/>
          <pc:sldMk cId="3342631702" sldId="453"/>
        </pc:sldMkLst>
        <pc:spChg chg="mod">
          <ac:chgData name="Fan Cheng" userId="73b39abba4055029" providerId="LiveId" clId="{A7CB03D5-E346-47DC-981F-E68E41D25B7D}" dt="2023-10-28T03:31:59.498" v="3698" actId="20577"/>
          <ac:spMkLst>
            <pc:docMk/>
            <pc:sldMk cId="3342631702" sldId="453"/>
            <ac:spMk id="2" creationId="{BC64C6CC-FD0A-601C-BC7C-86AE73976AB9}"/>
          </ac:spMkLst>
        </pc:spChg>
        <pc:spChg chg="mod">
          <ac:chgData name="Fan Cheng" userId="73b39abba4055029" providerId="LiveId" clId="{A7CB03D5-E346-47DC-981F-E68E41D25B7D}" dt="2023-10-28T03:32:53.330" v="3712" actId="207"/>
          <ac:spMkLst>
            <pc:docMk/>
            <pc:sldMk cId="3342631702" sldId="453"/>
            <ac:spMk id="3" creationId="{B842A1E7-C9BB-E41D-6575-C28BF260A4BE}"/>
          </ac:spMkLst>
        </pc:spChg>
        <pc:spChg chg="add mod">
          <ac:chgData name="Fan Cheng" userId="73b39abba4055029" providerId="LiveId" clId="{A7CB03D5-E346-47DC-981F-E68E41D25B7D}" dt="2023-10-28T03:33:04.961" v="3715" actId="2711"/>
          <ac:spMkLst>
            <pc:docMk/>
            <pc:sldMk cId="3342631702" sldId="453"/>
            <ac:spMk id="6" creationId="{5D59726B-E3B0-2DE5-5E34-7DB9EB96D284}"/>
          </ac:spMkLst>
        </pc:spChg>
        <pc:picChg chg="add mod">
          <ac:chgData name="Fan Cheng" userId="73b39abba4055029" providerId="LiveId" clId="{A7CB03D5-E346-47DC-981F-E68E41D25B7D}" dt="2023-10-28T03:32:14.438" v="3701" actId="1076"/>
          <ac:picMkLst>
            <pc:docMk/>
            <pc:sldMk cId="3342631702" sldId="453"/>
            <ac:picMk id="4" creationId="{3A787AD6-E3DB-DE27-86D6-9A0C50B634A8}"/>
          </ac:picMkLst>
        </pc:picChg>
      </pc:sldChg>
      <pc:sldChg chg="add del">
        <pc:chgData name="Fan Cheng" userId="73b39abba4055029" providerId="LiveId" clId="{A7CB03D5-E346-47DC-981F-E68E41D25B7D}" dt="2023-10-28T03:35:25.928" v="3731"/>
        <pc:sldMkLst>
          <pc:docMk/>
          <pc:sldMk cId="3802286961" sldId="454"/>
        </pc:sldMkLst>
      </pc:sldChg>
      <pc:sldChg chg="modSp add del mod">
        <pc:chgData name="Fan Cheng" userId="73b39abba4055029" providerId="LiveId" clId="{A7CB03D5-E346-47DC-981F-E68E41D25B7D}" dt="2023-11-06T08:52:30.472" v="3745" actId="2711"/>
        <pc:sldMkLst>
          <pc:docMk/>
          <pc:sldMk cId="1912320270" sldId="455"/>
        </pc:sldMkLst>
        <pc:spChg chg="mod">
          <ac:chgData name="Fan Cheng" userId="73b39abba4055029" providerId="LiveId" clId="{A7CB03D5-E346-47DC-981F-E68E41D25B7D}" dt="2023-10-28T03:35:26.027" v="3734" actId="27636"/>
          <ac:spMkLst>
            <pc:docMk/>
            <pc:sldMk cId="1912320270" sldId="455"/>
            <ac:spMk id="2" creationId="{5C020233-11E5-40C0-A6FF-5F76085CC5C2}"/>
          </ac:spMkLst>
        </pc:spChg>
        <pc:spChg chg="mod">
          <ac:chgData name="Fan Cheng" userId="73b39abba4055029" providerId="LiveId" clId="{A7CB03D5-E346-47DC-981F-E68E41D25B7D}" dt="2023-11-06T08:52:30.472" v="3745" actId="2711"/>
          <ac:spMkLst>
            <pc:docMk/>
            <pc:sldMk cId="1912320270" sldId="455"/>
            <ac:spMk id="3" creationId="{1C66443B-14AB-45CC-91B6-4B2928AB2905}"/>
          </ac:spMkLst>
        </pc:spChg>
      </pc:sldChg>
    </pc:docChg>
  </pc:docChgLst>
  <pc:docChgLst>
    <pc:chgData name="Fan Cheng" userId="73b39abba4055029" providerId="LiveId" clId="{D5155691-8827-AD4F-9487-72576D97FAA2}"/>
    <pc:docChg chg="undo custSel addSld delSld modSld sldOrd addSection modSection">
      <pc:chgData name="Fan Cheng" userId="73b39abba4055029" providerId="LiveId" clId="{D5155691-8827-AD4F-9487-72576D97FAA2}" dt="2023-10-31T07:36:25.789" v="1427"/>
      <pc:docMkLst>
        <pc:docMk/>
      </pc:docMkLst>
      <pc:sldChg chg="modSp mod">
        <pc:chgData name="Fan Cheng" userId="73b39abba4055029" providerId="LiveId" clId="{D5155691-8827-AD4F-9487-72576D97FAA2}" dt="2023-09-23T07:31:07.991" v="80"/>
        <pc:sldMkLst>
          <pc:docMk/>
          <pc:sldMk cId="0" sldId="257"/>
        </pc:sldMkLst>
        <pc:spChg chg="mod">
          <ac:chgData name="Fan Cheng" userId="73b39abba4055029" providerId="LiveId" clId="{D5155691-8827-AD4F-9487-72576D97FAA2}" dt="2023-09-23T07:31:07.991" v="80"/>
          <ac:spMkLst>
            <pc:docMk/>
            <pc:sldMk cId="0" sldId="257"/>
            <ac:spMk id="65" creationId="{00000000-0000-0000-0000-000000000000}"/>
          </ac:spMkLst>
        </pc:spChg>
      </pc:sldChg>
      <pc:sldChg chg="modSp mod">
        <pc:chgData name="Fan Cheng" userId="73b39abba4055029" providerId="LiveId" clId="{D5155691-8827-AD4F-9487-72576D97FAA2}" dt="2023-10-31T07:32:23.587" v="1278" actId="20577"/>
        <pc:sldMkLst>
          <pc:docMk/>
          <pc:sldMk cId="580568948" sldId="258"/>
        </pc:sldMkLst>
        <pc:spChg chg="mod">
          <ac:chgData name="Fan Cheng" userId="73b39abba4055029" providerId="LiveId" clId="{D5155691-8827-AD4F-9487-72576D97FAA2}" dt="2023-10-31T07:32:23.587" v="1278" actId="20577"/>
          <ac:spMkLst>
            <pc:docMk/>
            <pc:sldMk cId="580568948" sldId="258"/>
            <ac:spMk id="2" creationId="{D6D98C34-1A22-4BBD-BF7B-C892F2D0595A}"/>
          </ac:spMkLst>
        </pc:spChg>
      </pc:sldChg>
      <pc:sldChg chg="modSp mod">
        <pc:chgData name="Fan Cheng" userId="73b39abba4055029" providerId="LiveId" clId="{D5155691-8827-AD4F-9487-72576D97FAA2}" dt="2023-10-31T07:33:54.884" v="1418" actId="20577"/>
        <pc:sldMkLst>
          <pc:docMk/>
          <pc:sldMk cId="3825822711" sldId="261"/>
        </pc:sldMkLst>
        <pc:spChg chg="mod">
          <ac:chgData name="Fan Cheng" userId="73b39abba4055029" providerId="LiveId" clId="{D5155691-8827-AD4F-9487-72576D97FAA2}" dt="2023-10-31T07:33:54.884" v="1418" actId="20577"/>
          <ac:spMkLst>
            <pc:docMk/>
            <pc:sldMk cId="3825822711" sldId="261"/>
            <ac:spMk id="3" creationId="{EFEF5DF6-9639-A44C-9617-27D50ADD8C58}"/>
          </ac:spMkLst>
        </pc:spChg>
      </pc:sldChg>
      <pc:sldChg chg="addSp delSp modSp mod">
        <pc:chgData name="Fan Cheng" userId="73b39abba4055029" providerId="LiveId" clId="{D5155691-8827-AD4F-9487-72576D97FAA2}" dt="2023-10-31T07:34:53.723" v="1425" actId="1076"/>
        <pc:sldMkLst>
          <pc:docMk/>
          <pc:sldMk cId="2532417541" sldId="267"/>
        </pc:sldMkLst>
        <pc:spChg chg="add del mod">
          <ac:chgData name="Fan Cheng" userId="73b39abba4055029" providerId="LiveId" clId="{D5155691-8827-AD4F-9487-72576D97FAA2}" dt="2023-10-31T07:34:47.420" v="1423" actId="478"/>
          <ac:spMkLst>
            <pc:docMk/>
            <pc:sldMk cId="2532417541" sldId="267"/>
            <ac:spMk id="5" creationId="{DA882BF0-C2D1-75DB-9F6B-D01DDD67371A}"/>
          </ac:spMkLst>
        </pc:spChg>
        <pc:picChg chg="add mod">
          <ac:chgData name="Fan Cheng" userId="73b39abba4055029" providerId="LiveId" clId="{D5155691-8827-AD4F-9487-72576D97FAA2}" dt="2023-10-31T07:34:53.723" v="1425" actId="1076"/>
          <ac:picMkLst>
            <pc:docMk/>
            <pc:sldMk cId="2532417541" sldId="267"/>
            <ac:picMk id="3" creationId="{2E0738F4-AC93-F4D5-8885-A70730ED1AF0}"/>
          </ac:picMkLst>
        </pc:picChg>
        <pc:picChg chg="del">
          <ac:chgData name="Fan Cheng" userId="73b39abba4055029" providerId="LiveId" clId="{D5155691-8827-AD4F-9487-72576D97FAA2}" dt="2023-10-31T07:34:44.825" v="1422" actId="478"/>
          <ac:picMkLst>
            <pc:docMk/>
            <pc:sldMk cId="2532417541" sldId="267"/>
            <ac:picMk id="9" creationId="{6AA6F053-9F1B-4FFE-A3E6-CADB4E847067}"/>
          </ac:picMkLst>
        </pc:picChg>
      </pc:sldChg>
      <pc:sldChg chg="modSp mod">
        <pc:chgData name="Fan Cheng" userId="73b39abba4055029" providerId="LiveId" clId="{D5155691-8827-AD4F-9487-72576D97FAA2}" dt="2023-10-31T07:30:51.540" v="1251" actId="20577"/>
        <pc:sldMkLst>
          <pc:docMk/>
          <pc:sldMk cId="681359142" sldId="332"/>
        </pc:sldMkLst>
        <pc:spChg chg="mod">
          <ac:chgData name="Fan Cheng" userId="73b39abba4055029" providerId="LiveId" clId="{D5155691-8827-AD4F-9487-72576D97FAA2}" dt="2023-10-31T07:30:51.540" v="1251" actId="20577"/>
          <ac:spMkLst>
            <pc:docMk/>
            <pc:sldMk cId="681359142" sldId="332"/>
            <ac:spMk id="3" creationId="{E4FE813B-C8CE-2436-14FF-12CF09E27834}"/>
          </ac:spMkLst>
        </pc:spChg>
      </pc:sldChg>
      <pc:sldChg chg="modSp mod">
        <pc:chgData name="Fan Cheng" userId="73b39abba4055029" providerId="LiveId" clId="{D5155691-8827-AD4F-9487-72576D97FAA2}" dt="2023-09-23T07:33:06.363" v="168" actId="20577"/>
        <pc:sldMkLst>
          <pc:docMk/>
          <pc:sldMk cId="3891681567" sldId="333"/>
        </pc:sldMkLst>
        <pc:spChg chg="mod">
          <ac:chgData name="Fan Cheng" userId="73b39abba4055029" providerId="LiveId" clId="{D5155691-8827-AD4F-9487-72576D97FAA2}" dt="2023-09-23T07:33:06.363" v="168" actId="20577"/>
          <ac:spMkLst>
            <pc:docMk/>
            <pc:sldMk cId="3891681567" sldId="333"/>
            <ac:spMk id="3" creationId="{B15AF58A-6ECC-AC60-9135-087AE9979591}"/>
          </ac:spMkLst>
        </pc:spChg>
      </pc:sldChg>
      <pc:sldChg chg="modNotes">
        <pc:chgData name="Fan Cheng" userId="73b39abba4055029" providerId="LiveId" clId="{D5155691-8827-AD4F-9487-72576D97FAA2}" dt="2023-09-23T09:35:10.376" v="937"/>
        <pc:sldMkLst>
          <pc:docMk/>
          <pc:sldMk cId="3948297553" sldId="334"/>
        </pc:sldMkLst>
      </pc:sldChg>
      <pc:sldChg chg="modSp mod">
        <pc:chgData name="Fan Cheng" userId="73b39abba4055029" providerId="LiveId" clId="{D5155691-8827-AD4F-9487-72576D97FAA2}" dt="2023-09-23T14:39:40.384" v="1085" actId="139"/>
        <pc:sldMkLst>
          <pc:docMk/>
          <pc:sldMk cId="3456814880" sldId="336"/>
        </pc:sldMkLst>
        <pc:spChg chg="mod">
          <ac:chgData name="Fan Cheng" userId="73b39abba4055029" providerId="LiveId" clId="{D5155691-8827-AD4F-9487-72576D97FAA2}" dt="2023-09-23T14:39:40.384" v="1085" actId="139"/>
          <ac:spMkLst>
            <pc:docMk/>
            <pc:sldMk cId="3456814880" sldId="336"/>
            <ac:spMk id="3" creationId="{BAEE1E83-B19C-9CEC-EE84-A97BB1313018}"/>
          </ac:spMkLst>
        </pc:spChg>
      </pc:sldChg>
      <pc:sldChg chg="addSp modSp mod">
        <pc:chgData name="Fan Cheng" userId="73b39abba4055029" providerId="LiveId" clId="{D5155691-8827-AD4F-9487-72576D97FAA2}" dt="2023-09-23T09:38:30.485" v="953" actId="1076"/>
        <pc:sldMkLst>
          <pc:docMk/>
          <pc:sldMk cId="979792754" sldId="338"/>
        </pc:sldMkLst>
        <pc:spChg chg="add mod">
          <ac:chgData name="Fan Cheng" userId="73b39abba4055029" providerId="LiveId" clId="{D5155691-8827-AD4F-9487-72576D97FAA2}" dt="2023-09-23T09:38:30.485" v="953" actId="1076"/>
          <ac:spMkLst>
            <pc:docMk/>
            <pc:sldMk cId="979792754" sldId="338"/>
            <ac:spMk id="3" creationId="{30623927-0722-BE26-03DD-B910DB640DB1}"/>
          </ac:spMkLst>
        </pc:spChg>
      </pc:sldChg>
      <pc:sldChg chg="modSp add mod">
        <pc:chgData name="Fan Cheng" userId="73b39abba4055029" providerId="LiveId" clId="{D5155691-8827-AD4F-9487-72576D97FAA2}" dt="2023-09-23T08:41:59.743" v="237" actId="207"/>
        <pc:sldMkLst>
          <pc:docMk/>
          <pc:sldMk cId="89284940" sldId="339"/>
        </pc:sldMkLst>
        <pc:spChg chg="mod">
          <ac:chgData name="Fan Cheng" userId="73b39abba4055029" providerId="LiveId" clId="{D5155691-8827-AD4F-9487-72576D97FAA2}" dt="2023-09-23T08:41:59.743" v="237" actId="207"/>
          <ac:spMkLst>
            <pc:docMk/>
            <pc:sldMk cId="89284940" sldId="339"/>
            <ac:spMk id="3" creationId="{4BB4F8E0-3700-ECA9-E49F-62936D61A7EA}"/>
          </ac:spMkLst>
        </pc:spChg>
        <pc:picChg chg="mod">
          <ac:chgData name="Fan Cheng" userId="73b39abba4055029" providerId="LiveId" clId="{D5155691-8827-AD4F-9487-72576D97FAA2}" dt="2023-09-23T08:26:13.936" v="192" actId="1076"/>
          <ac:picMkLst>
            <pc:docMk/>
            <pc:sldMk cId="89284940" sldId="339"/>
            <ac:picMk id="5" creationId="{06ACC079-29A4-4898-1FED-B089AC68C3AD}"/>
          </ac:picMkLst>
        </pc:picChg>
        <pc:picChg chg="mod">
          <ac:chgData name="Fan Cheng" userId="73b39abba4055029" providerId="LiveId" clId="{D5155691-8827-AD4F-9487-72576D97FAA2}" dt="2023-09-23T08:26:26.217" v="195" actId="1076"/>
          <ac:picMkLst>
            <pc:docMk/>
            <pc:sldMk cId="89284940" sldId="339"/>
            <ac:picMk id="6" creationId="{559103F8-3C36-7771-B285-FC4FAD7DB0EB}"/>
          </ac:picMkLst>
        </pc:picChg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897035783" sldId="339"/>
        </pc:sldMkLst>
      </pc:sldChg>
      <pc:sldChg chg="modSp add mod">
        <pc:chgData name="Fan Cheng" userId="73b39abba4055029" providerId="LiveId" clId="{D5155691-8827-AD4F-9487-72576D97FAA2}" dt="2023-09-23T08:40:09.771" v="234" actId="139"/>
        <pc:sldMkLst>
          <pc:docMk/>
          <pc:sldMk cId="3059565119" sldId="340"/>
        </pc:sldMkLst>
        <pc:spChg chg="mod">
          <ac:chgData name="Fan Cheng" userId="73b39abba4055029" providerId="LiveId" clId="{D5155691-8827-AD4F-9487-72576D97FAA2}" dt="2023-09-23T08:40:09.771" v="234" actId="139"/>
          <ac:spMkLst>
            <pc:docMk/>
            <pc:sldMk cId="3059565119" sldId="340"/>
            <ac:spMk id="3" creationId="{56A222DC-5B37-6012-9CA8-0739A1F8334B}"/>
          </ac:spMkLst>
        </pc:spChg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3709135090" sldId="340"/>
        </pc:sldMkLst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2775335728" sldId="341"/>
        </pc:sldMkLst>
      </pc:sldChg>
      <pc:sldChg chg="modSp add mod">
        <pc:chgData name="Fan Cheng" userId="73b39abba4055029" providerId="LiveId" clId="{D5155691-8827-AD4F-9487-72576D97FAA2}" dt="2023-09-23T14:40:00.395" v="1088" actId="139"/>
        <pc:sldMkLst>
          <pc:docMk/>
          <pc:sldMk cId="3820040078" sldId="341"/>
        </pc:sldMkLst>
        <pc:spChg chg="mod">
          <ac:chgData name="Fan Cheng" userId="73b39abba4055029" providerId="LiveId" clId="{D5155691-8827-AD4F-9487-72576D97FAA2}" dt="2023-09-23T14:40:00.395" v="1088" actId="139"/>
          <ac:spMkLst>
            <pc:docMk/>
            <pc:sldMk cId="3820040078" sldId="341"/>
            <ac:spMk id="3" creationId="{8B6D7255-93E3-F21A-8640-DDCA2A1D7D93}"/>
          </ac:spMkLst>
        </pc:spChg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3630202546" sldId="342"/>
        </pc:sldMkLst>
      </pc:sldChg>
      <pc:sldChg chg="modSp add mod">
        <pc:chgData name="Fan Cheng" userId="73b39abba4055029" providerId="LiveId" clId="{D5155691-8827-AD4F-9487-72576D97FAA2}" dt="2023-09-23T08:35:23.207" v="207" actId="20577"/>
        <pc:sldMkLst>
          <pc:docMk/>
          <pc:sldMk cId="4098791153" sldId="342"/>
        </pc:sldMkLst>
        <pc:spChg chg="mod">
          <ac:chgData name="Fan Cheng" userId="73b39abba4055029" providerId="LiveId" clId="{D5155691-8827-AD4F-9487-72576D97FAA2}" dt="2023-09-23T08:35:23.207" v="207" actId="20577"/>
          <ac:spMkLst>
            <pc:docMk/>
            <pc:sldMk cId="4098791153" sldId="342"/>
            <ac:spMk id="2" creationId="{718F86F3-2217-E3FA-ECE3-91F234CBFFF9}"/>
          </ac:spMkLst>
        </pc:spChg>
      </pc:sldChg>
      <pc:sldChg chg="modSp add mod">
        <pc:chgData name="Fan Cheng" userId="73b39abba4055029" providerId="LiveId" clId="{D5155691-8827-AD4F-9487-72576D97FAA2}" dt="2023-09-23T08:35:29.834" v="211" actId="20577"/>
        <pc:sldMkLst>
          <pc:docMk/>
          <pc:sldMk cId="2724165096" sldId="343"/>
        </pc:sldMkLst>
        <pc:spChg chg="mod">
          <ac:chgData name="Fan Cheng" userId="73b39abba4055029" providerId="LiveId" clId="{D5155691-8827-AD4F-9487-72576D97FAA2}" dt="2023-09-23T08:35:29.834" v="211" actId="20577"/>
          <ac:spMkLst>
            <pc:docMk/>
            <pc:sldMk cId="2724165096" sldId="343"/>
            <ac:spMk id="2" creationId="{5152E6DD-4490-1C63-20D4-F5A1D25957AE}"/>
          </ac:spMkLst>
        </pc:spChg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3737755697" sldId="343"/>
        </pc:sldMkLst>
      </pc:sldChg>
      <pc:sldChg chg="add del mod modShow">
        <pc:chgData name="Fan Cheng" userId="73b39abba4055029" providerId="LiveId" clId="{D5155691-8827-AD4F-9487-72576D97FAA2}" dt="2023-09-23T08:36:17.937" v="213" actId="2696"/>
        <pc:sldMkLst>
          <pc:docMk/>
          <pc:sldMk cId="2079737300" sldId="344"/>
        </pc:sldMkLst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3004181110" sldId="344"/>
        </pc:sldMkLst>
      </pc:sldChg>
      <pc:sldChg chg="modSp add mod">
        <pc:chgData name="Fan Cheng" userId="73b39abba4055029" providerId="LiveId" clId="{D5155691-8827-AD4F-9487-72576D97FAA2}" dt="2023-09-23T08:36:24.584" v="217" actId="20577"/>
        <pc:sldMkLst>
          <pc:docMk/>
          <pc:sldMk cId="2054982290" sldId="345"/>
        </pc:sldMkLst>
        <pc:spChg chg="mod">
          <ac:chgData name="Fan Cheng" userId="73b39abba4055029" providerId="LiveId" clId="{D5155691-8827-AD4F-9487-72576D97FAA2}" dt="2023-09-23T08:36:24.584" v="217" actId="20577"/>
          <ac:spMkLst>
            <pc:docMk/>
            <pc:sldMk cId="2054982290" sldId="345"/>
            <ac:spMk id="2" creationId="{E2D57FDE-177C-80B9-909F-E9444C40C599}"/>
          </ac:spMkLst>
        </pc:spChg>
        <pc:spChg chg="mod">
          <ac:chgData name="Fan Cheng" userId="73b39abba4055029" providerId="LiveId" clId="{D5155691-8827-AD4F-9487-72576D97FAA2}" dt="2023-09-23T07:28:06.311" v="49" actId="14100"/>
          <ac:spMkLst>
            <pc:docMk/>
            <pc:sldMk cId="2054982290" sldId="345"/>
            <ac:spMk id="3" creationId="{864EB0F8-FCEE-AB67-CB4F-369BC398540A}"/>
          </ac:spMkLst>
        </pc:spChg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2138971774" sldId="345"/>
        </pc:sldMkLst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611038889" sldId="346"/>
        </pc:sldMkLst>
      </pc:sldChg>
      <pc:sldChg chg="modSp add mod">
        <pc:chgData name="Fan Cheng" userId="73b39abba4055029" providerId="LiveId" clId="{D5155691-8827-AD4F-9487-72576D97FAA2}" dt="2023-09-23T08:39:23.192" v="233" actId="14100"/>
        <pc:sldMkLst>
          <pc:docMk/>
          <pc:sldMk cId="952363377" sldId="346"/>
        </pc:sldMkLst>
        <pc:spChg chg="mod">
          <ac:chgData name="Fan Cheng" userId="73b39abba4055029" providerId="LiveId" clId="{D5155691-8827-AD4F-9487-72576D97FAA2}" dt="2023-09-23T08:39:23.192" v="233" actId="14100"/>
          <ac:spMkLst>
            <pc:docMk/>
            <pc:sldMk cId="952363377" sldId="346"/>
            <ac:spMk id="3" creationId="{8A01545C-581C-04E2-AE38-13067817D22F}"/>
          </ac:spMkLst>
        </pc:spChg>
      </pc:sldChg>
      <pc:sldChg chg="add del">
        <pc:chgData name="Fan Cheng" userId="73b39abba4055029" providerId="LiveId" clId="{D5155691-8827-AD4F-9487-72576D97FAA2}" dt="2023-09-23T09:40:51.372" v="959" actId="2696"/>
        <pc:sldMkLst>
          <pc:docMk/>
          <pc:sldMk cId="2017665168" sldId="347"/>
        </pc:sldMkLst>
      </pc:sldChg>
      <pc:sldChg chg="add">
        <pc:chgData name="Fan Cheng" userId="73b39abba4055029" providerId="LiveId" clId="{D5155691-8827-AD4F-9487-72576D97FAA2}" dt="2023-09-23T07:26:50.548" v="5"/>
        <pc:sldMkLst>
          <pc:docMk/>
          <pc:sldMk cId="1563078521" sldId="348"/>
        </pc:sldMkLst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1825114150" sldId="348"/>
        </pc:sldMkLst>
      </pc:sldChg>
      <pc:sldChg chg="modSp add mod">
        <pc:chgData name="Fan Cheng" userId="73b39abba4055029" providerId="LiveId" clId="{D5155691-8827-AD4F-9487-72576D97FAA2}" dt="2023-09-23T08:38:54.336" v="224" actId="14100"/>
        <pc:sldMkLst>
          <pc:docMk/>
          <pc:sldMk cId="800561205" sldId="349"/>
        </pc:sldMkLst>
        <pc:spChg chg="mod">
          <ac:chgData name="Fan Cheng" userId="73b39abba4055029" providerId="LiveId" clId="{D5155691-8827-AD4F-9487-72576D97FAA2}" dt="2023-09-23T08:38:54.336" v="224" actId="14100"/>
          <ac:spMkLst>
            <pc:docMk/>
            <pc:sldMk cId="800561205" sldId="349"/>
            <ac:spMk id="3" creationId="{CD93740B-57C2-4CD4-C589-4E21D2A94D69}"/>
          </ac:spMkLst>
        </pc:spChg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1709476907" sldId="349"/>
        </pc:sldMkLst>
      </pc:sldChg>
      <pc:sldChg chg="add">
        <pc:chgData name="Fan Cheng" userId="73b39abba4055029" providerId="LiveId" clId="{D5155691-8827-AD4F-9487-72576D97FAA2}" dt="2023-09-23T07:26:50.548" v="5"/>
        <pc:sldMkLst>
          <pc:docMk/>
          <pc:sldMk cId="2225592607" sldId="350"/>
        </pc:sldMkLst>
      </pc:sldChg>
      <pc:sldChg chg="del">
        <pc:chgData name="Fan Cheng" userId="73b39abba4055029" providerId="LiveId" clId="{D5155691-8827-AD4F-9487-72576D97FAA2}" dt="2023-09-23T07:26:44.760" v="4" actId="2696"/>
        <pc:sldMkLst>
          <pc:docMk/>
          <pc:sldMk cId="3870276684" sldId="350"/>
        </pc:sldMkLst>
      </pc:sldChg>
      <pc:sldChg chg="addSp delSp modSp mod">
        <pc:chgData name="Fan Cheng" userId="73b39abba4055029" providerId="LiveId" clId="{D5155691-8827-AD4F-9487-72576D97FAA2}" dt="2023-09-23T08:52:26.800" v="476" actId="139"/>
        <pc:sldMkLst>
          <pc:docMk/>
          <pc:sldMk cId="1595507058" sldId="351"/>
        </pc:sldMkLst>
        <pc:spChg chg="mod">
          <ac:chgData name="Fan Cheng" userId="73b39abba4055029" providerId="LiveId" clId="{D5155691-8827-AD4F-9487-72576D97FAA2}" dt="2023-09-23T08:52:26.800" v="476" actId="139"/>
          <ac:spMkLst>
            <pc:docMk/>
            <pc:sldMk cId="1595507058" sldId="351"/>
            <ac:spMk id="3" creationId="{07CEC2B6-68D4-EC5C-2BB0-BFBBC5A34E53}"/>
          </ac:spMkLst>
        </pc:spChg>
        <pc:spChg chg="mod">
          <ac:chgData name="Fan Cheng" userId="73b39abba4055029" providerId="LiveId" clId="{D5155691-8827-AD4F-9487-72576D97FAA2}" dt="2023-09-23T08:51:14.776" v="467" actId="20577"/>
          <ac:spMkLst>
            <pc:docMk/>
            <pc:sldMk cId="1595507058" sldId="351"/>
            <ac:spMk id="4" creationId="{A96447B9-EB43-F076-3E50-258A4FB941D5}"/>
          </ac:spMkLst>
        </pc:spChg>
        <pc:picChg chg="del">
          <ac:chgData name="Fan Cheng" userId="73b39abba4055029" providerId="LiveId" clId="{D5155691-8827-AD4F-9487-72576D97FAA2}" dt="2023-09-23T08:47:34.478" v="357" actId="478"/>
          <ac:picMkLst>
            <pc:docMk/>
            <pc:sldMk cId="1595507058" sldId="351"/>
            <ac:picMk id="5" creationId="{9CF4AB54-A735-657F-740B-E0F8890574E6}"/>
          </ac:picMkLst>
        </pc:picChg>
        <pc:picChg chg="del">
          <ac:chgData name="Fan Cheng" userId="73b39abba4055029" providerId="LiveId" clId="{D5155691-8827-AD4F-9487-72576D97FAA2}" dt="2023-09-23T08:49:45.360" v="360" actId="478"/>
          <ac:picMkLst>
            <pc:docMk/>
            <pc:sldMk cId="1595507058" sldId="351"/>
            <ac:picMk id="6" creationId="{AB698638-4384-B8DD-C6E0-EBA53EA3773D}"/>
          </ac:picMkLst>
        </pc:picChg>
        <pc:picChg chg="del">
          <ac:chgData name="Fan Cheng" userId="73b39abba4055029" providerId="LiveId" clId="{D5155691-8827-AD4F-9487-72576D97FAA2}" dt="2023-09-23T08:49:46.645" v="361" actId="478"/>
          <ac:picMkLst>
            <pc:docMk/>
            <pc:sldMk cId="1595507058" sldId="351"/>
            <ac:picMk id="7" creationId="{C7F4953C-01E1-B7B7-6B37-7788C49A0520}"/>
          </ac:picMkLst>
        </pc:picChg>
        <pc:picChg chg="add mod">
          <ac:chgData name="Fan Cheng" userId="73b39abba4055029" providerId="LiveId" clId="{D5155691-8827-AD4F-9487-72576D97FAA2}" dt="2023-09-23T08:50:45.918" v="375" actId="1076"/>
          <ac:picMkLst>
            <pc:docMk/>
            <pc:sldMk cId="1595507058" sldId="351"/>
            <ac:picMk id="8" creationId="{0E468BF4-0951-10A7-34BF-72FEC5B05B72}"/>
          </ac:picMkLst>
        </pc:picChg>
        <pc:picChg chg="add mod">
          <ac:chgData name="Fan Cheng" userId="73b39abba4055029" providerId="LiveId" clId="{D5155691-8827-AD4F-9487-72576D97FAA2}" dt="2023-09-23T08:50:47.888" v="376" actId="1076"/>
          <ac:picMkLst>
            <pc:docMk/>
            <pc:sldMk cId="1595507058" sldId="351"/>
            <ac:picMk id="9" creationId="{6D73BEBD-D15B-DF59-C35F-EEF3C4E2DC8F}"/>
          </ac:picMkLst>
        </pc:picChg>
        <pc:picChg chg="add del mod">
          <ac:chgData name="Fan Cheng" userId="73b39abba4055029" providerId="LiveId" clId="{D5155691-8827-AD4F-9487-72576D97FAA2}" dt="2023-09-23T08:51:59.849" v="468" actId="478"/>
          <ac:picMkLst>
            <pc:docMk/>
            <pc:sldMk cId="1595507058" sldId="351"/>
            <ac:picMk id="10" creationId="{4C0D5403-AB72-84F9-C75D-BE77EC4AE37B}"/>
          </ac:picMkLst>
        </pc:picChg>
        <pc:picChg chg="add mod">
          <ac:chgData name="Fan Cheng" userId="73b39abba4055029" providerId="LiveId" clId="{D5155691-8827-AD4F-9487-72576D97FAA2}" dt="2023-09-23T08:52:10.259" v="473" actId="14100"/>
          <ac:picMkLst>
            <pc:docMk/>
            <pc:sldMk cId="1595507058" sldId="351"/>
            <ac:picMk id="11" creationId="{DCD5901D-63A3-4C9F-5E1D-DF59CBA24B26}"/>
          </ac:picMkLst>
        </pc:picChg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1244480789" sldId="352"/>
        </pc:sldMkLst>
      </pc:sldChg>
      <pc:sldChg chg="addSp modSp del mod ord modShow">
        <pc:chgData name="Fan Cheng" userId="73b39abba4055029" providerId="LiveId" clId="{D5155691-8827-AD4F-9487-72576D97FAA2}" dt="2023-09-23T14:41:23.423" v="1089" actId="2696"/>
        <pc:sldMkLst>
          <pc:docMk/>
          <pc:sldMk cId="2937281376" sldId="352"/>
        </pc:sldMkLst>
        <pc:spChg chg="add mod">
          <ac:chgData name="Fan Cheng" userId="73b39abba4055029" providerId="LiveId" clId="{D5155691-8827-AD4F-9487-72576D97FAA2}" dt="2023-09-23T08:53:13.568" v="505" actId="1076"/>
          <ac:spMkLst>
            <pc:docMk/>
            <pc:sldMk cId="2937281376" sldId="352"/>
            <ac:spMk id="10" creationId="{EA394958-4097-A9BF-0FE3-A5C154BF780F}"/>
          </ac:spMkLst>
        </pc:spChg>
      </pc:sldChg>
      <pc:sldChg chg="mod ord modShow">
        <pc:chgData name="Fan Cheng" userId="73b39abba4055029" providerId="LiveId" clId="{D5155691-8827-AD4F-9487-72576D97FAA2}" dt="2023-09-23T08:55:10.330" v="510" actId="729"/>
        <pc:sldMkLst>
          <pc:docMk/>
          <pc:sldMk cId="2804494790" sldId="353"/>
        </pc:sldMkLst>
      </pc:sldChg>
      <pc:sldChg chg="modSp mod modShow">
        <pc:chgData name="Fan Cheng" userId="73b39abba4055029" providerId="LiveId" clId="{D5155691-8827-AD4F-9487-72576D97FAA2}" dt="2023-10-13T06:56:58.491" v="1244" actId="729"/>
        <pc:sldMkLst>
          <pc:docMk/>
          <pc:sldMk cId="3184138145" sldId="354"/>
        </pc:sldMkLst>
        <pc:spChg chg="mod">
          <ac:chgData name="Fan Cheng" userId="73b39abba4055029" providerId="LiveId" clId="{D5155691-8827-AD4F-9487-72576D97FAA2}" dt="2023-10-13T06:37:35.805" v="1241" actId="1076"/>
          <ac:spMkLst>
            <pc:docMk/>
            <pc:sldMk cId="3184138145" sldId="354"/>
            <ac:spMk id="6" creationId="{6415CD75-A3A7-8825-E15D-BFBA390A1516}"/>
          </ac:spMkLst>
        </pc:spChg>
      </pc:sldChg>
      <pc:sldChg chg="mod ord modShow">
        <pc:chgData name="Fan Cheng" userId="73b39abba4055029" providerId="LiveId" clId="{D5155691-8827-AD4F-9487-72576D97FAA2}" dt="2023-09-23T08:55:12.741" v="511" actId="729"/>
        <pc:sldMkLst>
          <pc:docMk/>
          <pc:sldMk cId="3383417698" sldId="354"/>
        </pc:sldMkLst>
      </pc:sldChg>
      <pc:sldChg chg="del">
        <pc:chgData name="Fan Cheng" userId="73b39abba4055029" providerId="LiveId" clId="{D5155691-8827-AD4F-9487-72576D97FAA2}" dt="2023-09-23T08:55:47.831" v="512" actId="2696"/>
        <pc:sldMkLst>
          <pc:docMk/>
          <pc:sldMk cId="2233367710" sldId="358"/>
        </pc:sldMkLst>
      </pc:sldChg>
      <pc:sldChg chg="add del">
        <pc:chgData name="Fan Cheng" userId="73b39abba4055029" providerId="LiveId" clId="{D5155691-8827-AD4F-9487-72576D97FAA2}" dt="2023-09-23T09:13:56.095" v="520" actId="2696"/>
        <pc:sldMkLst>
          <pc:docMk/>
          <pc:sldMk cId="2235867348" sldId="358"/>
        </pc:sldMkLst>
      </pc:sldChg>
      <pc:sldChg chg="del">
        <pc:chgData name="Fan Cheng" userId="73b39abba4055029" providerId="LiveId" clId="{D5155691-8827-AD4F-9487-72576D97FAA2}" dt="2023-09-23T08:55:47.831" v="512" actId="2696"/>
        <pc:sldMkLst>
          <pc:docMk/>
          <pc:sldMk cId="584182682" sldId="359"/>
        </pc:sldMkLst>
      </pc:sldChg>
      <pc:sldChg chg="add del">
        <pc:chgData name="Fan Cheng" userId="73b39abba4055029" providerId="LiveId" clId="{D5155691-8827-AD4F-9487-72576D97FAA2}" dt="2023-09-23T09:13:56.648" v="521" actId="2696"/>
        <pc:sldMkLst>
          <pc:docMk/>
          <pc:sldMk cId="3235054907" sldId="359"/>
        </pc:sldMkLst>
      </pc:sldChg>
      <pc:sldChg chg="del">
        <pc:chgData name="Fan Cheng" userId="73b39abba4055029" providerId="LiveId" clId="{D5155691-8827-AD4F-9487-72576D97FAA2}" dt="2023-09-23T08:55:47.831" v="512" actId="2696"/>
        <pc:sldMkLst>
          <pc:docMk/>
          <pc:sldMk cId="1293346802" sldId="360"/>
        </pc:sldMkLst>
      </pc:sldChg>
      <pc:sldChg chg="add del">
        <pc:chgData name="Fan Cheng" userId="73b39abba4055029" providerId="LiveId" clId="{D5155691-8827-AD4F-9487-72576D97FAA2}" dt="2023-09-23T09:13:57.118" v="522" actId="2696"/>
        <pc:sldMkLst>
          <pc:docMk/>
          <pc:sldMk cId="3045500431" sldId="360"/>
        </pc:sldMkLst>
      </pc:sldChg>
      <pc:sldChg chg="add del">
        <pc:chgData name="Fan Cheng" userId="73b39abba4055029" providerId="LiveId" clId="{D5155691-8827-AD4F-9487-72576D97FAA2}" dt="2023-09-23T09:13:57.503" v="523" actId="2696"/>
        <pc:sldMkLst>
          <pc:docMk/>
          <pc:sldMk cId="2778202815" sldId="361"/>
        </pc:sldMkLst>
      </pc:sldChg>
      <pc:sldChg chg="del">
        <pc:chgData name="Fan Cheng" userId="73b39abba4055029" providerId="LiveId" clId="{D5155691-8827-AD4F-9487-72576D97FAA2}" dt="2023-09-23T08:55:47.831" v="512" actId="2696"/>
        <pc:sldMkLst>
          <pc:docMk/>
          <pc:sldMk cId="3204979526" sldId="361"/>
        </pc:sldMkLst>
      </pc:sldChg>
      <pc:sldChg chg="del">
        <pc:chgData name="Fan Cheng" userId="73b39abba4055029" providerId="LiveId" clId="{D5155691-8827-AD4F-9487-72576D97FAA2}" dt="2023-09-23T08:55:47.831" v="512" actId="2696"/>
        <pc:sldMkLst>
          <pc:docMk/>
          <pc:sldMk cId="1629227393" sldId="362"/>
        </pc:sldMkLst>
      </pc:sldChg>
      <pc:sldChg chg="add del">
        <pc:chgData name="Fan Cheng" userId="73b39abba4055029" providerId="LiveId" clId="{D5155691-8827-AD4F-9487-72576D97FAA2}" dt="2023-09-23T09:13:57.814" v="524" actId="2696"/>
        <pc:sldMkLst>
          <pc:docMk/>
          <pc:sldMk cId="1966708101" sldId="362"/>
        </pc:sldMkLst>
      </pc:sldChg>
      <pc:sldChg chg="add del">
        <pc:chgData name="Fan Cheng" userId="73b39abba4055029" providerId="LiveId" clId="{D5155691-8827-AD4F-9487-72576D97FAA2}" dt="2023-09-23T09:14:00.794" v="525" actId="2696"/>
        <pc:sldMkLst>
          <pc:docMk/>
          <pc:sldMk cId="67580496" sldId="363"/>
        </pc:sldMkLst>
      </pc:sldChg>
      <pc:sldChg chg="del">
        <pc:chgData name="Fan Cheng" userId="73b39abba4055029" providerId="LiveId" clId="{D5155691-8827-AD4F-9487-72576D97FAA2}" dt="2023-09-23T09:12:09.059" v="518" actId="2696"/>
        <pc:sldMkLst>
          <pc:docMk/>
          <pc:sldMk cId="2982757584" sldId="363"/>
        </pc:sldMkLst>
      </pc:sldChg>
      <pc:sldChg chg="add del">
        <pc:chgData name="Fan Cheng" userId="73b39abba4055029" providerId="LiveId" clId="{D5155691-8827-AD4F-9487-72576D97FAA2}" dt="2023-09-23T09:14:01.630" v="526" actId="2696"/>
        <pc:sldMkLst>
          <pc:docMk/>
          <pc:sldMk cId="118779008" sldId="364"/>
        </pc:sldMkLst>
      </pc:sldChg>
      <pc:sldChg chg="del">
        <pc:chgData name="Fan Cheng" userId="73b39abba4055029" providerId="LiveId" clId="{D5155691-8827-AD4F-9487-72576D97FAA2}" dt="2023-09-23T09:12:09.059" v="518" actId="2696"/>
        <pc:sldMkLst>
          <pc:docMk/>
          <pc:sldMk cId="2984273297" sldId="364"/>
        </pc:sldMkLst>
      </pc:sldChg>
      <pc:sldChg chg="modSp mod modShow">
        <pc:chgData name="Fan Cheng" userId="73b39abba4055029" providerId="LiveId" clId="{D5155691-8827-AD4F-9487-72576D97FAA2}" dt="2023-10-13T06:53:20.217" v="1242" actId="729"/>
        <pc:sldMkLst>
          <pc:docMk/>
          <pc:sldMk cId="452492086" sldId="365"/>
        </pc:sldMkLst>
        <pc:spChg chg="mod">
          <ac:chgData name="Fan Cheng" userId="73b39abba4055029" providerId="LiveId" clId="{D5155691-8827-AD4F-9487-72576D97FAA2}" dt="2023-09-23T09:15:31.287" v="552" actId="20577"/>
          <ac:spMkLst>
            <pc:docMk/>
            <pc:sldMk cId="452492086" sldId="365"/>
            <ac:spMk id="3" creationId="{77EDB1BC-60C6-5DCE-4FFE-C71C8F0DBF1C}"/>
          </ac:spMkLst>
        </pc:spChg>
        <pc:spChg chg="mod">
          <ac:chgData name="Fan Cheng" userId="73b39abba4055029" providerId="LiveId" clId="{D5155691-8827-AD4F-9487-72576D97FAA2}" dt="2023-09-23T09:18:00.061" v="559" actId="1076"/>
          <ac:spMkLst>
            <pc:docMk/>
            <pc:sldMk cId="452492086" sldId="365"/>
            <ac:spMk id="6" creationId="{D839E759-6AFC-EF51-B19A-A23ECD4DE9E3}"/>
          </ac:spMkLst>
        </pc:spChg>
        <pc:picChg chg="mod">
          <ac:chgData name="Fan Cheng" userId="73b39abba4055029" providerId="LiveId" clId="{D5155691-8827-AD4F-9487-72576D97FAA2}" dt="2023-09-23T09:18:19.241" v="562" actId="1076"/>
          <ac:picMkLst>
            <pc:docMk/>
            <pc:sldMk cId="452492086" sldId="365"/>
            <ac:picMk id="4" creationId="{CA326384-D8A0-CEE9-5088-03265B980043}"/>
          </ac:picMkLst>
        </pc:picChg>
        <pc:picChg chg="mod">
          <ac:chgData name="Fan Cheng" userId="73b39abba4055029" providerId="LiveId" clId="{D5155691-8827-AD4F-9487-72576D97FAA2}" dt="2023-09-23T09:18:22.381" v="563" actId="1076"/>
          <ac:picMkLst>
            <pc:docMk/>
            <pc:sldMk cId="452492086" sldId="365"/>
            <ac:picMk id="5" creationId="{F68B8F18-1F49-A0A9-C2AB-CAC057E8513C}"/>
          </ac:picMkLst>
        </pc:picChg>
      </pc:sldChg>
      <pc:sldChg chg="addSp modSp mod modShow">
        <pc:chgData name="Fan Cheng" userId="73b39abba4055029" providerId="LiveId" clId="{D5155691-8827-AD4F-9487-72576D97FAA2}" dt="2023-10-13T06:53:20.217" v="1242" actId="729"/>
        <pc:sldMkLst>
          <pc:docMk/>
          <pc:sldMk cId="735898487" sldId="366"/>
        </pc:sldMkLst>
        <pc:spChg chg="add mod">
          <ac:chgData name="Fan Cheng" userId="73b39abba4055029" providerId="LiveId" clId="{D5155691-8827-AD4F-9487-72576D97FAA2}" dt="2023-09-23T09:19:38.898" v="604" actId="20577"/>
          <ac:spMkLst>
            <pc:docMk/>
            <pc:sldMk cId="735898487" sldId="366"/>
            <ac:spMk id="2" creationId="{FA653D63-D4AC-89B7-617C-D6493FFA15BD}"/>
          </ac:spMkLst>
        </pc:spChg>
        <pc:picChg chg="mod">
          <ac:chgData name="Fan Cheng" userId="73b39abba4055029" providerId="LiveId" clId="{D5155691-8827-AD4F-9487-72576D97FAA2}" dt="2023-09-23T09:19:09.592" v="598" actId="1076"/>
          <ac:picMkLst>
            <pc:docMk/>
            <pc:sldMk cId="735898487" sldId="366"/>
            <ac:picMk id="4" creationId="{C5A564B7-C96F-E543-D8DC-208A9C764EBD}"/>
          </ac:picMkLst>
        </pc:picChg>
        <pc:picChg chg="mod">
          <ac:chgData name="Fan Cheng" userId="73b39abba4055029" providerId="LiveId" clId="{D5155691-8827-AD4F-9487-72576D97FAA2}" dt="2023-09-23T09:19:15.491" v="600" actId="1076"/>
          <ac:picMkLst>
            <pc:docMk/>
            <pc:sldMk cId="735898487" sldId="366"/>
            <ac:picMk id="5" creationId="{3F4020B9-BA81-26EC-5BFE-D63A4CA6C856}"/>
          </ac:picMkLst>
        </pc:picChg>
      </pc:sldChg>
      <pc:sldChg chg="del">
        <pc:chgData name="Fan Cheng" userId="73b39abba4055029" providerId="LiveId" clId="{D5155691-8827-AD4F-9487-72576D97FAA2}" dt="2023-09-23T09:33:59.118" v="931" actId="2696"/>
        <pc:sldMkLst>
          <pc:docMk/>
          <pc:sldMk cId="2022983169" sldId="367"/>
        </pc:sldMkLst>
      </pc:sldChg>
      <pc:sldChg chg="del">
        <pc:chgData name="Fan Cheng" userId="73b39abba4055029" providerId="LiveId" clId="{D5155691-8827-AD4F-9487-72576D97FAA2}" dt="2023-09-23T09:34:00.244" v="932" actId="2696"/>
        <pc:sldMkLst>
          <pc:docMk/>
          <pc:sldMk cId="749614285" sldId="368"/>
        </pc:sldMkLst>
      </pc:sldChg>
      <pc:sldChg chg="del">
        <pc:chgData name="Fan Cheng" userId="73b39abba4055029" providerId="LiveId" clId="{D5155691-8827-AD4F-9487-72576D97FAA2}" dt="2023-09-23T09:20:02.041" v="605" actId="2696"/>
        <pc:sldMkLst>
          <pc:docMk/>
          <pc:sldMk cId="2050610243" sldId="369"/>
        </pc:sldMkLst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3130354049" sldId="370"/>
        </pc:sldMkLst>
      </pc:sldChg>
      <pc:sldChg chg="add del">
        <pc:chgData name="Fan Cheng" userId="73b39abba4055029" providerId="LiveId" clId="{D5155691-8827-AD4F-9487-72576D97FAA2}" dt="2023-09-23T09:37:52.214" v="947" actId="2696"/>
        <pc:sldMkLst>
          <pc:docMk/>
          <pc:sldMk cId="2915162653" sldId="371"/>
        </pc:sldMkLst>
      </pc:sldChg>
      <pc:sldChg chg="add del">
        <pc:chgData name="Fan Cheng" userId="73b39abba4055029" providerId="LiveId" clId="{D5155691-8827-AD4F-9487-72576D97FAA2}" dt="2023-09-23T09:37:52.627" v="948" actId="2696"/>
        <pc:sldMkLst>
          <pc:docMk/>
          <pc:sldMk cId="3817717161" sldId="372"/>
        </pc:sldMkLst>
      </pc:sldChg>
      <pc:sldChg chg="add del">
        <pc:chgData name="Fan Cheng" userId="73b39abba4055029" providerId="LiveId" clId="{D5155691-8827-AD4F-9487-72576D97FAA2}" dt="2023-09-23T09:37:53.117" v="949" actId="2696"/>
        <pc:sldMkLst>
          <pc:docMk/>
          <pc:sldMk cId="1397123181" sldId="373"/>
        </pc:sldMkLst>
      </pc:sldChg>
      <pc:sldChg chg="add del">
        <pc:chgData name="Fan Cheng" userId="73b39abba4055029" providerId="LiveId" clId="{D5155691-8827-AD4F-9487-72576D97FAA2}" dt="2023-09-23T09:37:53.631" v="950" actId="2696"/>
        <pc:sldMkLst>
          <pc:docMk/>
          <pc:sldMk cId="2754003353" sldId="374"/>
        </pc:sldMkLst>
      </pc:sldChg>
      <pc:sldChg chg="add del">
        <pc:chgData name="Fan Cheng" userId="73b39abba4055029" providerId="LiveId" clId="{D5155691-8827-AD4F-9487-72576D97FAA2}" dt="2023-09-23T09:37:54.487" v="951" actId="2696"/>
        <pc:sldMkLst>
          <pc:docMk/>
          <pc:sldMk cId="1598117962" sldId="375"/>
        </pc:sldMkLst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1929845241" sldId="376"/>
        </pc:sldMkLst>
      </pc:sldChg>
      <pc:sldChg chg="add del">
        <pc:chgData name="Fan Cheng" userId="73b39abba4055029" providerId="LiveId" clId="{D5155691-8827-AD4F-9487-72576D97FAA2}" dt="2023-09-23T09:48:55.077" v="965" actId="2696"/>
        <pc:sldMkLst>
          <pc:docMk/>
          <pc:sldMk cId="1695390515" sldId="377"/>
        </pc:sldMkLst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1914891355" sldId="378"/>
        </pc:sldMkLst>
      </pc:sldChg>
      <pc:sldChg chg="addSp delSp modSp add mod modShow">
        <pc:chgData name="Fan Cheng" userId="73b39abba4055029" providerId="LiveId" clId="{D5155691-8827-AD4F-9487-72576D97FAA2}" dt="2023-10-13T06:22:02.063" v="1240" actId="729"/>
        <pc:sldMkLst>
          <pc:docMk/>
          <pc:sldMk cId="718911513" sldId="379"/>
        </pc:sldMkLst>
        <pc:spChg chg="mod">
          <ac:chgData name="Fan Cheng" userId="73b39abba4055029" providerId="LiveId" clId="{D5155691-8827-AD4F-9487-72576D97FAA2}" dt="2023-09-23T12:53:19.996" v="1011" actId="20577"/>
          <ac:spMkLst>
            <pc:docMk/>
            <pc:sldMk cId="718911513" sldId="379"/>
            <ac:spMk id="5" creationId="{ECFABF3F-4C81-A28F-B922-8327064AFA80}"/>
          </ac:spMkLst>
        </pc:spChg>
        <pc:spChg chg="add del mod">
          <ac:chgData name="Fan Cheng" userId="73b39abba4055029" providerId="LiveId" clId="{D5155691-8827-AD4F-9487-72576D97FAA2}" dt="2023-09-23T12:52:55.175" v="1000" actId="478"/>
          <ac:spMkLst>
            <pc:docMk/>
            <pc:sldMk cId="718911513" sldId="379"/>
            <ac:spMk id="7" creationId="{307D6AE6-A54E-2758-C422-7612420E95EA}"/>
          </ac:spMkLst>
        </pc:spChg>
      </pc:sldChg>
      <pc:sldChg chg="modSp add del mod">
        <pc:chgData name="Fan Cheng" userId="73b39abba4055029" providerId="LiveId" clId="{D5155691-8827-AD4F-9487-72576D97FAA2}" dt="2023-09-23T12:52:07.296" v="993" actId="2696"/>
        <pc:sldMkLst>
          <pc:docMk/>
          <pc:sldMk cId="2534844800" sldId="379"/>
        </pc:sldMkLst>
        <pc:spChg chg="mod">
          <ac:chgData name="Fan Cheng" userId="73b39abba4055029" providerId="LiveId" clId="{D5155691-8827-AD4F-9487-72576D97FAA2}" dt="2023-09-23T12:43:14.542" v="976" actId="27636"/>
          <ac:spMkLst>
            <pc:docMk/>
            <pc:sldMk cId="2534844800" sldId="379"/>
            <ac:spMk id="3" creationId="{27654F35-294C-F495-F6C2-5F05478D68B9}"/>
          </ac:spMkLst>
        </pc:spChg>
      </pc:sldChg>
      <pc:sldChg chg="add">
        <pc:chgData name="Fan Cheng" userId="73b39abba4055029" providerId="LiveId" clId="{D5155691-8827-AD4F-9487-72576D97FAA2}" dt="2023-09-23T08:30:00.642" v="197"/>
        <pc:sldMkLst>
          <pc:docMk/>
          <pc:sldMk cId="959527183" sldId="381"/>
        </pc:sldMkLst>
      </pc:sldChg>
      <pc:sldChg chg="add del">
        <pc:chgData name="Fan Cheng" userId="73b39abba4055029" providerId="LiveId" clId="{D5155691-8827-AD4F-9487-72576D97FAA2}" dt="2023-09-23T08:29:49.733" v="196" actId="2696"/>
        <pc:sldMkLst>
          <pc:docMk/>
          <pc:sldMk cId="2490253009" sldId="381"/>
        </pc:sldMkLst>
      </pc:sldChg>
      <pc:sldChg chg="del">
        <pc:chgData name="Fan Cheng" userId="73b39abba4055029" providerId="LiveId" clId="{D5155691-8827-AD4F-9487-72576D97FAA2}" dt="2023-09-23T09:20:09.001" v="606" actId="2696"/>
        <pc:sldMkLst>
          <pc:docMk/>
          <pc:sldMk cId="11815754" sldId="392"/>
        </pc:sldMkLst>
      </pc:sldChg>
      <pc:sldChg chg="delSp modSp mod modShow">
        <pc:chgData name="Fan Cheng" userId="73b39abba4055029" providerId="LiveId" clId="{D5155691-8827-AD4F-9487-72576D97FAA2}" dt="2023-10-13T06:53:20.217" v="1242" actId="729"/>
        <pc:sldMkLst>
          <pc:docMk/>
          <pc:sldMk cId="2768935545" sldId="393"/>
        </pc:sldMkLst>
        <pc:spChg chg="mod">
          <ac:chgData name="Fan Cheng" userId="73b39abba4055029" providerId="LiveId" clId="{D5155691-8827-AD4F-9487-72576D97FAA2}" dt="2023-09-23T09:33:14.575" v="930" actId="14100"/>
          <ac:spMkLst>
            <pc:docMk/>
            <pc:sldMk cId="2768935545" sldId="393"/>
            <ac:spMk id="3" creationId="{8D5E9DD3-BF1D-D4F3-6778-0CE5860024B7}"/>
          </ac:spMkLst>
        </pc:spChg>
        <pc:spChg chg="del">
          <ac:chgData name="Fan Cheng" userId="73b39abba4055029" providerId="LiveId" clId="{D5155691-8827-AD4F-9487-72576D97FAA2}" dt="2023-09-23T09:31:49.598" v="800" actId="478"/>
          <ac:spMkLst>
            <pc:docMk/>
            <pc:sldMk cId="2768935545" sldId="393"/>
            <ac:spMk id="6" creationId="{A7D6B637-A262-DED7-FC72-71F1DD010B5F}"/>
          </ac:spMkLst>
        </pc:spChg>
        <pc:spChg chg="mod">
          <ac:chgData name="Fan Cheng" userId="73b39abba4055029" providerId="LiveId" clId="{D5155691-8827-AD4F-9487-72576D97FAA2}" dt="2023-09-23T09:33:09.444" v="929" actId="255"/>
          <ac:spMkLst>
            <pc:docMk/>
            <pc:sldMk cId="2768935545" sldId="393"/>
            <ac:spMk id="8" creationId="{54478A18-BA81-890F-623C-99E591145B23}"/>
          </ac:spMkLst>
        </pc:spChg>
        <pc:picChg chg="mod">
          <ac:chgData name="Fan Cheng" userId="73b39abba4055029" providerId="LiveId" clId="{D5155691-8827-AD4F-9487-72576D97FAA2}" dt="2023-09-23T09:20:42.310" v="614" actId="1076"/>
          <ac:picMkLst>
            <pc:docMk/>
            <pc:sldMk cId="2768935545" sldId="393"/>
            <ac:picMk id="4" creationId="{ADD18A76-C030-F61C-7D10-C2B6F4E3704A}"/>
          </ac:picMkLst>
        </pc:picChg>
      </pc:sldChg>
      <pc:sldChg chg="addSp delSp modSp mod modShow modNotes">
        <pc:chgData name="Fan Cheng" userId="73b39abba4055029" providerId="LiveId" clId="{D5155691-8827-AD4F-9487-72576D97FAA2}" dt="2023-10-13T06:53:20.217" v="1242" actId="729"/>
        <pc:sldMkLst>
          <pc:docMk/>
          <pc:sldMk cId="3838184149" sldId="394"/>
        </pc:sldMkLst>
        <pc:spChg chg="add mod">
          <ac:chgData name="Fan Cheng" userId="73b39abba4055029" providerId="LiveId" clId="{D5155691-8827-AD4F-9487-72576D97FAA2}" dt="2023-09-23T09:28:58.234" v="641" actId="20577"/>
          <ac:spMkLst>
            <pc:docMk/>
            <pc:sldMk cId="3838184149" sldId="394"/>
            <ac:spMk id="2" creationId="{7809DC15-F4B2-F590-7E63-85DD34B11BAF}"/>
          </ac:spMkLst>
        </pc:spChg>
        <pc:spChg chg="add mod">
          <ac:chgData name="Fan Cheng" userId="73b39abba4055029" providerId="LiveId" clId="{D5155691-8827-AD4F-9487-72576D97FAA2}" dt="2023-09-23T09:31:33.258" v="798" actId="20577"/>
          <ac:spMkLst>
            <pc:docMk/>
            <pc:sldMk cId="3838184149" sldId="394"/>
            <ac:spMk id="3" creationId="{44676150-665F-BBE2-0F5A-81F780B9E9EF}"/>
          </ac:spMkLst>
        </pc:spChg>
        <pc:spChg chg="add mod">
          <ac:chgData name="Fan Cheng" userId="73b39abba4055029" providerId="LiveId" clId="{D5155691-8827-AD4F-9487-72576D97FAA2}" dt="2023-09-23T09:31:15.457" v="754" actId="1076"/>
          <ac:spMkLst>
            <pc:docMk/>
            <pc:sldMk cId="3838184149" sldId="394"/>
            <ac:spMk id="5" creationId="{DB23361E-EE28-F162-3AA4-C53FFDBDBABD}"/>
          </ac:spMkLst>
        </pc:spChg>
        <pc:spChg chg="del mod">
          <ac:chgData name="Fan Cheng" userId="73b39abba4055029" providerId="LiveId" clId="{D5155691-8827-AD4F-9487-72576D97FAA2}" dt="2023-09-23T09:27:42.681" v="633"/>
          <ac:spMkLst>
            <pc:docMk/>
            <pc:sldMk cId="3838184149" sldId="394"/>
            <ac:spMk id="8" creationId="{BFBFA7C1-8060-BD52-29E5-3542BED7EED5}"/>
          </ac:spMkLst>
        </pc:spChg>
        <pc:picChg chg="add mod">
          <ac:chgData name="Fan Cheng" userId="73b39abba4055029" providerId="LiveId" clId="{D5155691-8827-AD4F-9487-72576D97FAA2}" dt="2023-09-23T09:30:05.981" v="646" actId="1076"/>
          <ac:picMkLst>
            <pc:docMk/>
            <pc:sldMk cId="3838184149" sldId="394"/>
            <ac:picMk id="4" creationId="{BEFAB30C-25EA-C8EB-A21B-8CBC975C1390}"/>
          </ac:picMkLst>
        </pc:picChg>
        <pc:picChg chg="del mod">
          <ac:chgData name="Fan Cheng" userId="73b39abba4055029" providerId="LiveId" clId="{D5155691-8827-AD4F-9487-72576D97FAA2}" dt="2023-09-23T09:28:52.609" v="635" actId="478"/>
          <ac:picMkLst>
            <pc:docMk/>
            <pc:sldMk cId="3838184149" sldId="394"/>
            <ac:picMk id="9" creationId="{4942D11B-D2C8-98EE-9BED-3E0125BEE90E}"/>
          </ac:picMkLst>
        </pc:picChg>
      </pc:sldChg>
      <pc:sldChg chg="mod modShow">
        <pc:chgData name="Fan Cheng" userId="73b39abba4055029" providerId="LiveId" clId="{D5155691-8827-AD4F-9487-72576D97FAA2}" dt="2023-10-13T06:54:38.110" v="1243" actId="729"/>
        <pc:sldMkLst>
          <pc:docMk/>
          <pc:sldMk cId="1696972590" sldId="395"/>
        </pc:sldMkLst>
      </pc:sldChg>
      <pc:sldChg chg="mod modShow">
        <pc:chgData name="Fan Cheng" userId="73b39abba4055029" providerId="LiveId" clId="{D5155691-8827-AD4F-9487-72576D97FAA2}" dt="2023-10-13T06:54:38.110" v="1243" actId="729"/>
        <pc:sldMkLst>
          <pc:docMk/>
          <pc:sldMk cId="261566092" sldId="396"/>
        </pc:sldMkLst>
      </pc:sldChg>
      <pc:sldChg chg="mod modShow">
        <pc:chgData name="Fan Cheng" userId="73b39abba4055029" providerId="LiveId" clId="{D5155691-8827-AD4F-9487-72576D97FAA2}" dt="2023-10-13T06:54:38.110" v="1243" actId="729"/>
        <pc:sldMkLst>
          <pc:docMk/>
          <pc:sldMk cId="33690664" sldId="397"/>
        </pc:sldMkLst>
      </pc:sldChg>
      <pc:sldChg chg="mod modShow">
        <pc:chgData name="Fan Cheng" userId="73b39abba4055029" providerId="LiveId" clId="{D5155691-8827-AD4F-9487-72576D97FAA2}" dt="2023-10-13T06:54:38.110" v="1243" actId="729"/>
        <pc:sldMkLst>
          <pc:docMk/>
          <pc:sldMk cId="3306608665" sldId="398"/>
        </pc:sldMkLst>
      </pc:sldChg>
      <pc:sldChg chg="mod modShow">
        <pc:chgData name="Fan Cheng" userId="73b39abba4055029" providerId="LiveId" clId="{D5155691-8827-AD4F-9487-72576D97FAA2}" dt="2023-10-13T06:54:38.110" v="1243" actId="729"/>
        <pc:sldMkLst>
          <pc:docMk/>
          <pc:sldMk cId="1428463587" sldId="399"/>
        </pc:sldMkLst>
      </pc:sldChg>
      <pc:sldChg chg="add del">
        <pc:chgData name="Fan Cheng" userId="73b39abba4055029" providerId="LiveId" clId="{D5155691-8827-AD4F-9487-72576D97FAA2}" dt="2023-09-23T09:34:06.804" v="933" actId="2696"/>
        <pc:sldMkLst>
          <pc:docMk/>
          <pc:sldMk cId="0" sldId="401"/>
        </pc:sldMkLst>
      </pc:sldChg>
      <pc:sldChg chg="add del">
        <pc:chgData name="Fan Cheng" userId="73b39abba4055029" providerId="LiveId" clId="{D5155691-8827-AD4F-9487-72576D97FAA2}" dt="2023-09-23T09:39:20.087" v="954" actId="2696"/>
        <pc:sldMkLst>
          <pc:docMk/>
          <pc:sldMk cId="3042516656" sldId="402"/>
        </pc:sldMkLst>
      </pc:sldChg>
      <pc:sldChg chg="add del">
        <pc:chgData name="Fan Cheng" userId="73b39abba4055029" providerId="LiveId" clId="{D5155691-8827-AD4F-9487-72576D97FAA2}" dt="2023-09-23T08:56:10.224" v="516" actId="2696"/>
        <pc:sldMkLst>
          <pc:docMk/>
          <pc:sldMk cId="555137717" sldId="403"/>
        </pc:sldMkLst>
      </pc:sldChg>
      <pc:sldChg chg="add del">
        <pc:chgData name="Fan Cheng" userId="73b39abba4055029" providerId="LiveId" clId="{D5155691-8827-AD4F-9487-72576D97FAA2}" dt="2023-09-23T12:43:25.059" v="977" actId="2696"/>
        <pc:sldMkLst>
          <pc:docMk/>
          <pc:sldMk cId="3550934276" sldId="403"/>
        </pc:sldMkLst>
      </pc:sldChg>
      <pc:sldChg chg="add del">
        <pc:chgData name="Fan Cheng" userId="73b39abba4055029" providerId="LiveId" clId="{D5155691-8827-AD4F-9487-72576D97FAA2}" dt="2023-09-23T09:14:16.066" v="527" actId="2696"/>
        <pc:sldMkLst>
          <pc:docMk/>
          <pc:sldMk cId="391309376" sldId="404"/>
        </pc:sldMkLst>
      </pc:sldChg>
      <pc:sldChg chg="add del">
        <pc:chgData name="Fan Cheng" userId="73b39abba4055029" providerId="LiveId" clId="{D5155691-8827-AD4F-9487-72576D97FAA2}" dt="2023-09-23T08:56:10.224" v="516" actId="2696"/>
        <pc:sldMkLst>
          <pc:docMk/>
          <pc:sldMk cId="763826016" sldId="404"/>
        </pc:sldMkLst>
      </pc:sldChg>
      <pc:sldChg chg="add del">
        <pc:chgData name="Fan Cheng" userId="73b39abba4055029" providerId="LiveId" clId="{D5155691-8827-AD4F-9487-72576D97FAA2}" dt="2023-09-23T09:35:09.887" v="934" actId="2696"/>
        <pc:sldMkLst>
          <pc:docMk/>
          <pc:sldMk cId="784215782" sldId="405"/>
        </pc:sldMkLst>
      </pc:sldChg>
      <pc:sldChg chg="add del">
        <pc:chgData name="Fan Cheng" userId="73b39abba4055029" providerId="LiveId" clId="{D5155691-8827-AD4F-9487-72576D97FAA2}" dt="2023-09-23T09:35:10.371" v="935" actId="2696"/>
        <pc:sldMkLst>
          <pc:docMk/>
          <pc:sldMk cId="2574842323" sldId="406"/>
        </pc:sldMkLst>
      </pc:sldChg>
      <pc:sldChg chg="add del">
        <pc:chgData name="Fan Cheng" userId="73b39abba4055029" providerId="LiveId" clId="{D5155691-8827-AD4F-9487-72576D97FAA2}" dt="2023-09-23T09:35:11.330" v="938" actId="2696"/>
        <pc:sldMkLst>
          <pc:docMk/>
          <pc:sldMk cId="4191317705" sldId="407"/>
        </pc:sldMkLst>
      </pc:sldChg>
      <pc:sldChg chg="add del">
        <pc:chgData name="Fan Cheng" userId="73b39abba4055029" providerId="LiveId" clId="{D5155691-8827-AD4F-9487-72576D97FAA2}" dt="2023-09-23T09:35:18.504" v="941" actId="2696"/>
        <pc:sldMkLst>
          <pc:docMk/>
          <pc:sldMk cId="1621175326" sldId="408"/>
        </pc:sldMkLst>
      </pc:sldChg>
      <pc:sldChg chg="add del">
        <pc:chgData name="Fan Cheng" userId="73b39abba4055029" providerId="LiveId" clId="{D5155691-8827-AD4F-9487-72576D97FAA2}" dt="2023-09-23T09:35:26.804" v="942" actId="2696"/>
        <pc:sldMkLst>
          <pc:docMk/>
          <pc:sldMk cId="2337831835" sldId="409"/>
        </pc:sldMkLst>
      </pc:sldChg>
      <pc:sldChg chg="add del">
        <pc:chgData name="Fan Cheng" userId="73b39abba4055029" providerId="LiveId" clId="{D5155691-8827-AD4F-9487-72576D97FAA2}" dt="2023-09-23T09:35:31.379" v="943" actId="2696"/>
        <pc:sldMkLst>
          <pc:docMk/>
          <pc:sldMk cId="3646883446" sldId="410"/>
        </pc:sldMkLst>
      </pc:sldChg>
      <pc:sldChg chg="add del">
        <pc:chgData name="Fan Cheng" userId="73b39abba4055029" providerId="LiveId" clId="{D5155691-8827-AD4F-9487-72576D97FAA2}" dt="2023-09-23T09:35:31.932" v="944" actId="2696"/>
        <pc:sldMkLst>
          <pc:docMk/>
          <pc:sldMk cId="3953217457" sldId="411"/>
        </pc:sldMkLst>
      </pc:sldChg>
      <pc:sldChg chg="add del">
        <pc:chgData name="Fan Cheng" userId="73b39abba4055029" providerId="LiveId" clId="{D5155691-8827-AD4F-9487-72576D97FAA2}" dt="2023-09-23T09:35:34.512" v="945" actId="2696"/>
        <pc:sldMkLst>
          <pc:docMk/>
          <pc:sldMk cId="2301063074" sldId="412"/>
        </pc:sldMkLst>
      </pc:sldChg>
      <pc:sldChg chg="add del">
        <pc:chgData name="Fan Cheng" userId="73b39abba4055029" providerId="LiveId" clId="{D5155691-8827-AD4F-9487-72576D97FAA2}" dt="2023-09-23T09:40:03.818" v="955" actId="2696"/>
        <pc:sldMkLst>
          <pc:docMk/>
          <pc:sldMk cId="2298618999" sldId="413"/>
        </pc:sldMkLst>
      </pc:sldChg>
      <pc:sldChg chg="modSp add mod modShow">
        <pc:chgData name="Fan Cheng" userId="73b39abba4055029" providerId="LiveId" clId="{D5155691-8827-AD4F-9487-72576D97FAA2}" dt="2023-10-13T06:22:02.063" v="1240" actId="729"/>
        <pc:sldMkLst>
          <pc:docMk/>
          <pc:sldMk cId="2501479473" sldId="414"/>
        </pc:sldMkLst>
        <pc:spChg chg="mod">
          <ac:chgData name="Fan Cheng" userId="73b39abba4055029" providerId="LiveId" clId="{D5155691-8827-AD4F-9487-72576D97FAA2}" dt="2023-09-23T13:00:27.281" v="1071" actId="139"/>
          <ac:spMkLst>
            <pc:docMk/>
            <pc:sldMk cId="2501479473" sldId="414"/>
            <ac:spMk id="3" creationId="{F56BC632-8343-9F6A-E453-F868D7543EB3}"/>
          </ac:spMkLst>
        </pc:spChg>
        <pc:picChg chg="mod">
          <ac:chgData name="Fan Cheng" userId="73b39abba4055029" providerId="LiveId" clId="{D5155691-8827-AD4F-9487-72576D97FAA2}" dt="2023-09-23T13:00:40.731" v="1077" actId="1076"/>
          <ac:picMkLst>
            <pc:docMk/>
            <pc:sldMk cId="2501479473" sldId="414"/>
            <ac:picMk id="4" creationId="{A133050D-D5BA-F867-DDC3-BF4A6CD6274D}"/>
          </ac:picMkLst>
        </pc:picChg>
        <pc:picChg chg="mod">
          <ac:chgData name="Fan Cheng" userId="73b39abba4055029" providerId="LiveId" clId="{D5155691-8827-AD4F-9487-72576D97FAA2}" dt="2023-09-23T13:00:39.070" v="1076" actId="14100"/>
          <ac:picMkLst>
            <pc:docMk/>
            <pc:sldMk cId="2501479473" sldId="414"/>
            <ac:picMk id="5" creationId="{AF24CA57-537D-B86B-EAA3-E0ED23614BE1}"/>
          </ac:picMkLst>
        </pc:picChg>
      </pc:sldChg>
      <pc:sldChg chg="add del">
        <pc:chgData name="Fan Cheng" userId="73b39abba4055029" providerId="LiveId" clId="{D5155691-8827-AD4F-9487-72576D97FAA2}" dt="2023-09-23T09:40:44.210" v="956" actId="2696"/>
        <pc:sldMkLst>
          <pc:docMk/>
          <pc:sldMk cId="2681930973" sldId="415"/>
        </pc:sldMkLst>
      </pc:sldChg>
      <pc:sldChg chg="add del">
        <pc:chgData name="Fan Cheng" userId="73b39abba4055029" providerId="LiveId" clId="{D5155691-8827-AD4F-9487-72576D97FAA2}" dt="2023-09-23T09:40:47.831" v="957" actId="2696"/>
        <pc:sldMkLst>
          <pc:docMk/>
          <pc:sldMk cId="978697032" sldId="416"/>
        </pc:sldMkLst>
      </pc:sldChg>
      <pc:sldChg chg="add del">
        <pc:chgData name="Fan Cheng" userId="73b39abba4055029" providerId="LiveId" clId="{D5155691-8827-AD4F-9487-72576D97FAA2}" dt="2023-09-23T09:40:50.013" v="958" actId="2696"/>
        <pc:sldMkLst>
          <pc:docMk/>
          <pc:sldMk cId="3270722177" sldId="417"/>
        </pc:sldMkLst>
      </pc:sldChg>
      <pc:sldChg chg="add del">
        <pc:chgData name="Fan Cheng" userId="73b39abba4055029" providerId="LiveId" clId="{D5155691-8827-AD4F-9487-72576D97FAA2}" dt="2023-09-23T09:40:52.619" v="960" actId="2696"/>
        <pc:sldMkLst>
          <pc:docMk/>
          <pc:sldMk cId="2678340011" sldId="418"/>
        </pc:sldMkLst>
      </pc:sldChg>
      <pc:sldChg chg="add del">
        <pc:chgData name="Fan Cheng" userId="73b39abba4055029" providerId="LiveId" clId="{D5155691-8827-AD4F-9487-72576D97FAA2}" dt="2023-09-23T12:47:53.860" v="979" actId="2696"/>
        <pc:sldMkLst>
          <pc:docMk/>
          <pc:sldMk cId="84184946" sldId="419"/>
        </pc:sldMkLst>
      </pc:sldChg>
      <pc:sldChg chg="modSp add del mod ord">
        <pc:chgData name="Fan Cheng" userId="73b39abba4055029" providerId="LiveId" clId="{D5155691-8827-AD4F-9487-72576D97FAA2}" dt="2023-09-24T07:03:41.194" v="1092" actId="2696"/>
        <pc:sldMkLst>
          <pc:docMk/>
          <pc:sldMk cId="4001123270" sldId="420"/>
        </pc:sldMkLst>
        <pc:spChg chg="mod">
          <ac:chgData name="Fan Cheng" userId="73b39abba4055029" providerId="LiveId" clId="{D5155691-8827-AD4F-9487-72576D97FAA2}" dt="2023-09-23T12:58:00.759" v="1051" actId="14100"/>
          <ac:spMkLst>
            <pc:docMk/>
            <pc:sldMk cId="4001123270" sldId="420"/>
            <ac:spMk id="3" creationId="{C4974DAF-92A0-FB94-215D-9D8106E7FF8D}"/>
          </ac:spMkLst>
        </pc:spChg>
      </pc:sldChg>
      <pc:sldChg chg="add del">
        <pc:chgData name="Fan Cheng" userId="73b39abba4055029" providerId="LiveId" clId="{D5155691-8827-AD4F-9487-72576D97FAA2}" dt="2023-09-23T12:51:13.117" v="988" actId="2696"/>
        <pc:sldMkLst>
          <pc:docMk/>
          <pc:sldMk cId="2396742812" sldId="421"/>
        </pc:sldMkLst>
      </pc:sldChg>
      <pc:sldChg chg="add del">
        <pc:chgData name="Fan Cheng" userId="73b39abba4055029" providerId="LiveId" clId="{D5155691-8827-AD4F-9487-72576D97FAA2}" dt="2023-09-23T09:41:09.201" v="961" actId="2696"/>
        <pc:sldMkLst>
          <pc:docMk/>
          <pc:sldMk cId="1059108848" sldId="422"/>
        </pc:sldMkLst>
      </pc:sldChg>
      <pc:sldChg chg="modSp add del mod ord">
        <pc:chgData name="Fan Cheng" userId="73b39abba4055029" providerId="LiveId" clId="{D5155691-8827-AD4F-9487-72576D97FAA2}" dt="2023-09-24T07:00:33.446" v="1091" actId="2696"/>
        <pc:sldMkLst>
          <pc:docMk/>
          <pc:sldMk cId="3994822774" sldId="423"/>
        </pc:sldMkLst>
        <pc:spChg chg="mod">
          <ac:chgData name="Fan Cheng" userId="73b39abba4055029" providerId="LiveId" clId="{D5155691-8827-AD4F-9487-72576D97FAA2}" dt="2023-09-23T12:58:35.291" v="1060" actId="139"/>
          <ac:spMkLst>
            <pc:docMk/>
            <pc:sldMk cId="3994822774" sldId="423"/>
            <ac:spMk id="3" creationId="{F2786EBA-2E00-635F-DFF1-89271E7A721B}"/>
          </ac:spMkLst>
        </pc:spChg>
        <pc:spChg chg="mod">
          <ac:chgData name="Fan Cheng" userId="73b39abba4055029" providerId="LiveId" clId="{D5155691-8827-AD4F-9487-72576D97FAA2}" dt="2023-09-23T12:58:45.393" v="1063" actId="1076"/>
          <ac:spMkLst>
            <pc:docMk/>
            <pc:sldMk cId="3994822774" sldId="423"/>
            <ac:spMk id="5" creationId="{D1A42AB0-EDBC-9066-04B7-17A4568B4575}"/>
          </ac:spMkLst>
        </pc:spChg>
        <pc:picChg chg="mod">
          <ac:chgData name="Fan Cheng" userId="73b39abba4055029" providerId="LiveId" clId="{D5155691-8827-AD4F-9487-72576D97FAA2}" dt="2023-09-23T12:58:40.410" v="1062" actId="1076"/>
          <ac:picMkLst>
            <pc:docMk/>
            <pc:sldMk cId="3994822774" sldId="423"/>
            <ac:picMk id="4" creationId="{B8AC1382-DD9C-5CE2-29FE-01BA9E5F356D}"/>
          </ac:picMkLst>
        </pc:picChg>
      </pc:sldChg>
      <pc:sldChg chg="modSp add del mod">
        <pc:chgData name="Fan Cheng" userId="73b39abba4055029" providerId="LiveId" clId="{D5155691-8827-AD4F-9487-72576D97FAA2}" dt="2023-09-23T12:41:43.670" v="969" actId="2696"/>
        <pc:sldMkLst>
          <pc:docMk/>
          <pc:sldMk cId="4118360608" sldId="424"/>
        </pc:sldMkLst>
        <pc:picChg chg="mod">
          <ac:chgData name="Fan Cheng" userId="73b39abba4055029" providerId="LiveId" clId="{D5155691-8827-AD4F-9487-72576D97FAA2}" dt="2023-09-23T12:32:47.757" v="968" actId="14100"/>
          <ac:picMkLst>
            <pc:docMk/>
            <pc:sldMk cId="4118360608" sldId="424"/>
            <ac:picMk id="4" creationId="{E4183363-628B-70A1-7012-5215EF6E8350}"/>
          </ac:picMkLst>
        </pc:picChg>
      </pc:sldChg>
      <pc:sldChg chg="add mod ord modShow">
        <pc:chgData name="Fan Cheng" userId="73b39abba4055029" providerId="LiveId" clId="{D5155691-8827-AD4F-9487-72576D97FAA2}" dt="2023-10-13T06:22:02.063" v="1240" actId="729"/>
        <pc:sldMkLst>
          <pc:docMk/>
          <pc:sldMk cId="3168730952" sldId="425"/>
        </pc:sldMkLst>
      </pc:sldChg>
      <pc:sldChg chg="addSp modSp add mod ord modShow">
        <pc:chgData name="Fan Cheng" userId="73b39abba4055029" providerId="LiveId" clId="{D5155691-8827-AD4F-9487-72576D97FAA2}" dt="2023-10-13T06:21:06.312" v="1239" actId="729"/>
        <pc:sldMkLst>
          <pc:docMk/>
          <pc:sldMk cId="1790645604" sldId="426"/>
        </pc:sldMkLst>
        <pc:spChg chg="mod">
          <ac:chgData name="Fan Cheng" userId="73b39abba4055029" providerId="LiveId" clId="{D5155691-8827-AD4F-9487-72576D97FAA2}" dt="2023-10-13T06:15:43.090" v="1237" actId="20577"/>
          <ac:spMkLst>
            <pc:docMk/>
            <pc:sldMk cId="1790645604" sldId="426"/>
            <ac:spMk id="2" creationId="{5A0449FC-C165-00DE-A6EB-9FD73B2474C8}"/>
          </ac:spMkLst>
        </pc:spChg>
        <pc:spChg chg="mod">
          <ac:chgData name="Fan Cheng" userId="73b39abba4055029" providerId="LiveId" clId="{D5155691-8827-AD4F-9487-72576D97FAA2}" dt="2023-10-13T06:17:11.938" v="1238" actId="14100"/>
          <ac:spMkLst>
            <pc:docMk/>
            <pc:sldMk cId="1790645604" sldId="426"/>
            <ac:spMk id="3" creationId="{AD214FB0-C2F2-96A2-3B61-AB3522CD3660}"/>
          </ac:spMkLst>
        </pc:spChg>
        <pc:picChg chg="mod">
          <ac:chgData name="Fan Cheng" userId="73b39abba4055029" providerId="LiveId" clId="{D5155691-8827-AD4F-9487-72576D97FAA2}" dt="2023-10-13T06:12:01.938" v="1212" actId="1076"/>
          <ac:picMkLst>
            <pc:docMk/>
            <pc:sldMk cId="1790645604" sldId="426"/>
            <ac:picMk id="4" creationId="{EA4102C0-DD47-8E2F-6DC7-56D8975D51D7}"/>
          </ac:picMkLst>
        </pc:picChg>
        <pc:picChg chg="mod">
          <ac:chgData name="Fan Cheng" userId="73b39abba4055029" providerId="LiveId" clId="{D5155691-8827-AD4F-9487-72576D97FAA2}" dt="2023-10-13T06:12:05.479" v="1213" actId="1076"/>
          <ac:picMkLst>
            <pc:docMk/>
            <pc:sldMk cId="1790645604" sldId="426"/>
            <ac:picMk id="5" creationId="{395AF8A0-E515-33BE-BF3A-04B12F3B1501}"/>
          </ac:picMkLst>
        </pc:picChg>
        <pc:picChg chg="add mod">
          <ac:chgData name="Fan Cheng" userId="73b39abba4055029" providerId="LiveId" clId="{D5155691-8827-AD4F-9487-72576D97FAA2}" dt="2023-10-13T06:14:57.475" v="1215" actId="1076"/>
          <ac:picMkLst>
            <pc:docMk/>
            <pc:sldMk cId="1790645604" sldId="426"/>
            <ac:picMk id="6" creationId="{155D8FDD-348C-BCD5-9154-3031D579B0DC}"/>
          </ac:picMkLst>
        </pc:picChg>
      </pc:sldChg>
      <pc:sldChg chg="add del ord">
        <pc:chgData name="Fan Cheng" userId="73b39abba4055029" providerId="LiveId" clId="{D5155691-8827-AD4F-9487-72576D97FAA2}" dt="2023-09-23T12:52:45.305" v="998" actId="2696"/>
        <pc:sldMkLst>
          <pc:docMk/>
          <pc:sldMk cId="3396919432" sldId="427"/>
        </pc:sldMkLst>
      </pc:sldChg>
      <pc:sldChg chg="modSp add mod modShow">
        <pc:chgData name="Fan Cheng" userId="73b39abba4055029" providerId="LiveId" clId="{D5155691-8827-AD4F-9487-72576D97FAA2}" dt="2023-10-13T06:22:02.063" v="1240" actId="729"/>
        <pc:sldMkLst>
          <pc:docMk/>
          <pc:sldMk cId="2230580574" sldId="428"/>
        </pc:sldMkLst>
        <pc:spChg chg="mod">
          <ac:chgData name="Fan Cheng" userId="73b39abba4055029" providerId="LiveId" clId="{D5155691-8827-AD4F-9487-72576D97FAA2}" dt="2023-09-23T12:54:20.371" v="1016" actId="20577"/>
          <ac:spMkLst>
            <pc:docMk/>
            <pc:sldMk cId="2230580574" sldId="428"/>
            <ac:spMk id="2" creationId="{A9BAC50B-DE03-61DA-3608-877E2E050B4E}"/>
          </ac:spMkLst>
        </pc:spChg>
        <pc:spChg chg="mod">
          <ac:chgData name="Fan Cheng" userId="73b39abba4055029" providerId="LiveId" clId="{D5155691-8827-AD4F-9487-72576D97FAA2}" dt="2023-09-23T12:54:53.487" v="1022" actId="14100"/>
          <ac:spMkLst>
            <pc:docMk/>
            <pc:sldMk cId="2230580574" sldId="428"/>
            <ac:spMk id="3" creationId="{00700B82-9788-13AF-84C4-B0480FC67759}"/>
          </ac:spMkLst>
        </pc:spChg>
      </pc:sldChg>
      <pc:sldChg chg="modSp add mod modShow">
        <pc:chgData name="Fan Cheng" userId="73b39abba4055029" providerId="LiveId" clId="{D5155691-8827-AD4F-9487-72576D97FAA2}" dt="2023-10-13T06:22:02.063" v="1240" actId="729"/>
        <pc:sldMkLst>
          <pc:docMk/>
          <pc:sldMk cId="1645175009" sldId="429"/>
        </pc:sldMkLst>
        <pc:spChg chg="mod">
          <ac:chgData name="Fan Cheng" userId="73b39abba4055029" providerId="LiveId" clId="{D5155691-8827-AD4F-9487-72576D97FAA2}" dt="2023-09-23T12:55:16.170" v="1028" actId="139"/>
          <ac:spMkLst>
            <pc:docMk/>
            <pc:sldMk cId="1645175009" sldId="429"/>
            <ac:spMk id="3" creationId="{068D8B6A-831F-45E4-3F52-62DC4A60FA30}"/>
          </ac:spMkLst>
        </pc:spChg>
        <pc:picChg chg="mod">
          <ac:chgData name="Fan Cheng" userId="73b39abba4055029" providerId="LiveId" clId="{D5155691-8827-AD4F-9487-72576D97FAA2}" dt="2023-09-23T12:55:26.240" v="1031" actId="1076"/>
          <ac:picMkLst>
            <pc:docMk/>
            <pc:sldMk cId="1645175009" sldId="429"/>
            <ac:picMk id="4" creationId="{C4341A15-061F-A4C1-2072-E72E929A6B59}"/>
          </ac:picMkLst>
        </pc:picChg>
        <pc:picChg chg="mod">
          <ac:chgData name="Fan Cheng" userId="73b39abba4055029" providerId="LiveId" clId="{D5155691-8827-AD4F-9487-72576D97FAA2}" dt="2023-09-23T12:55:30.224" v="1033" actId="14100"/>
          <ac:picMkLst>
            <pc:docMk/>
            <pc:sldMk cId="1645175009" sldId="429"/>
            <ac:picMk id="5" creationId="{237BFB08-AE5B-8C6E-D26A-696DE2FE8DE8}"/>
          </ac:picMkLst>
        </pc:picChg>
      </pc:sldChg>
      <pc:sldChg chg="modSp add del mod ord">
        <pc:chgData name="Fan Cheng" userId="73b39abba4055029" providerId="LiveId" clId="{D5155691-8827-AD4F-9487-72576D97FAA2}" dt="2023-09-24T07:03:41.194" v="1092" actId="2696"/>
        <pc:sldMkLst>
          <pc:docMk/>
          <pc:sldMk cId="3485611193" sldId="430"/>
        </pc:sldMkLst>
        <pc:spChg chg="mod">
          <ac:chgData name="Fan Cheng" userId="73b39abba4055029" providerId="LiveId" clId="{D5155691-8827-AD4F-9487-72576D97FAA2}" dt="2023-09-23T13:00:04.564" v="1064" actId="14100"/>
          <ac:spMkLst>
            <pc:docMk/>
            <pc:sldMk cId="3485611193" sldId="430"/>
            <ac:spMk id="3" creationId="{B8DB150A-B210-505E-C429-EC003F5F7D95}"/>
          </ac:spMkLst>
        </pc:spChg>
        <pc:picChg chg="mod">
          <ac:chgData name="Fan Cheng" userId="73b39abba4055029" providerId="LiveId" clId="{D5155691-8827-AD4F-9487-72576D97FAA2}" dt="2023-09-23T12:58:15.838" v="1055" actId="1076"/>
          <ac:picMkLst>
            <pc:docMk/>
            <pc:sldMk cId="3485611193" sldId="430"/>
            <ac:picMk id="4" creationId="{53FA0F7C-AB96-B999-3FC8-F17F83787B25}"/>
          </ac:picMkLst>
        </pc:picChg>
        <pc:picChg chg="mod">
          <ac:chgData name="Fan Cheng" userId="73b39abba4055029" providerId="LiveId" clId="{D5155691-8827-AD4F-9487-72576D97FAA2}" dt="2023-09-23T12:58:17.781" v="1056" actId="1076"/>
          <ac:picMkLst>
            <pc:docMk/>
            <pc:sldMk cId="3485611193" sldId="430"/>
            <ac:picMk id="5" creationId="{D8E30CC2-671B-E691-BA8E-41033134A8D4}"/>
          </ac:picMkLst>
        </pc:picChg>
      </pc:sldChg>
      <pc:sldChg chg="add del">
        <pc:chgData name="Fan Cheng" userId="73b39abba4055029" providerId="LiveId" clId="{D5155691-8827-AD4F-9487-72576D97FAA2}" dt="2023-09-23T12:32:29.281" v="966" actId="2696"/>
        <pc:sldMkLst>
          <pc:docMk/>
          <pc:sldMk cId="3261268176" sldId="431"/>
        </pc:sldMkLst>
      </pc:sldChg>
      <pc:sldChg chg="add del">
        <pc:chgData name="Fan Cheng" userId="73b39abba4055029" providerId="LiveId" clId="{D5155691-8827-AD4F-9487-72576D97FAA2}" dt="2023-09-23T09:44:10.948" v="964" actId="2696"/>
        <pc:sldMkLst>
          <pc:docMk/>
          <pc:sldMk cId="1383733623" sldId="432"/>
        </pc:sldMkLst>
      </pc:sldChg>
      <pc:sldChg chg="modSp add del mod ord">
        <pc:chgData name="Fan Cheng" userId="73b39abba4055029" providerId="LiveId" clId="{D5155691-8827-AD4F-9487-72576D97FAA2}" dt="2023-09-24T07:03:41.194" v="1092" actId="2696"/>
        <pc:sldMkLst>
          <pc:docMk/>
          <pc:sldMk cId="3160930997" sldId="433"/>
        </pc:sldMkLst>
        <pc:spChg chg="mod">
          <ac:chgData name="Fan Cheng" userId="73b39abba4055029" providerId="LiveId" clId="{D5155691-8827-AD4F-9487-72576D97FAA2}" dt="2023-09-23T12:55:49.678" v="1038" actId="14100"/>
          <ac:spMkLst>
            <pc:docMk/>
            <pc:sldMk cId="3160930997" sldId="433"/>
            <ac:spMk id="3" creationId="{663DEE5A-F508-1691-316C-D8F5DB73040D}"/>
          </ac:spMkLst>
        </pc:spChg>
        <pc:picChg chg="mod">
          <ac:chgData name="Fan Cheng" userId="73b39abba4055029" providerId="LiveId" clId="{D5155691-8827-AD4F-9487-72576D97FAA2}" dt="2023-09-23T12:55:54.358" v="1039" actId="1076"/>
          <ac:picMkLst>
            <pc:docMk/>
            <pc:sldMk cId="3160930997" sldId="433"/>
            <ac:picMk id="4" creationId="{371D20C8-C2D3-4524-2D46-BEEBCEA43F99}"/>
          </ac:picMkLst>
        </pc:picChg>
      </pc:sldChg>
      <pc:sldChg chg="modSp add del mod">
        <pc:chgData name="Fan Cheng" userId="73b39abba4055029" providerId="LiveId" clId="{D5155691-8827-AD4F-9487-72576D97FAA2}" dt="2023-09-24T07:03:41.194" v="1092" actId="2696"/>
        <pc:sldMkLst>
          <pc:docMk/>
          <pc:sldMk cId="3625795027" sldId="434"/>
        </pc:sldMkLst>
        <pc:spChg chg="mod">
          <ac:chgData name="Fan Cheng" userId="73b39abba4055029" providerId="LiveId" clId="{D5155691-8827-AD4F-9487-72576D97FAA2}" dt="2023-09-23T13:02:05.257" v="1081" actId="139"/>
          <ac:spMkLst>
            <pc:docMk/>
            <pc:sldMk cId="3625795027" sldId="434"/>
            <ac:spMk id="3" creationId="{D9241404-CECE-BABB-3C78-A39CB5873994}"/>
          </ac:spMkLst>
        </pc:spChg>
        <pc:spChg chg="mod">
          <ac:chgData name="Fan Cheng" userId="73b39abba4055029" providerId="LiveId" clId="{D5155691-8827-AD4F-9487-72576D97FAA2}" dt="2023-09-23T12:56:23.332" v="1047" actId="1076"/>
          <ac:spMkLst>
            <pc:docMk/>
            <pc:sldMk cId="3625795027" sldId="434"/>
            <ac:spMk id="6" creationId="{7D6D4934-4213-0B49-C51B-A673CE469BF6}"/>
          </ac:spMkLst>
        </pc:spChg>
        <pc:picChg chg="mod">
          <ac:chgData name="Fan Cheng" userId="73b39abba4055029" providerId="LiveId" clId="{D5155691-8827-AD4F-9487-72576D97FAA2}" dt="2023-09-23T12:56:29.079" v="1048" actId="1076"/>
          <ac:picMkLst>
            <pc:docMk/>
            <pc:sldMk cId="3625795027" sldId="434"/>
            <ac:picMk id="4" creationId="{C065D573-F7A7-E927-4AA8-D802C0381C7E}"/>
          </ac:picMkLst>
        </pc:picChg>
        <pc:picChg chg="mod">
          <ac:chgData name="Fan Cheng" userId="73b39abba4055029" providerId="LiveId" clId="{D5155691-8827-AD4F-9487-72576D97FAA2}" dt="2023-09-23T12:56:30.597" v="1049" actId="1076"/>
          <ac:picMkLst>
            <pc:docMk/>
            <pc:sldMk cId="3625795027" sldId="434"/>
            <ac:picMk id="5" creationId="{E4A5FDCF-9CC1-3985-46E4-587F6607E635}"/>
          </ac:picMkLst>
        </pc:picChg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1769204765" sldId="435"/>
        </pc:sldMkLst>
      </pc:sldChg>
      <pc:sldChg chg="modSp add del mod">
        <pc:chgData name="Fan Cheng" userId="73b39abba4055029" providerId="LiveId" clId="{D5155691-8827-AD4F-9487-72576D97FAA2}" dt="2023-09-24T07:03:41.194" v="1092" actId="2696"/>
        <pc:sldMkLst>
          <pc:docMk/>
          <pc:sldMk cId="1891576488" sldId="436"/>
        </pc:sldMkLst>
        <pc:spChg chg="mod">
          <ac:chgData name="Fan Cheng" userId="73b39abba4055029" providerId="LiveId" clId="{D5155691-8827-AD4F-9487-72576D97FAA2}" dt="2023-09-23T13:02:18.076" v="1082" actId="20577"/>
          <ac:spMkLst>
            <pc:docMk/>
            <pc:sldMk cId="1891576488" sldId="436"/>
            <ac:spMk id="3" creationId="{74B1362D-E10A-7C48-9724-B9EADB353037}"/>
          </ac:spMkLst>
        </pc:spChg>
        <pc:picChg chg="mod">
          <ac:chgData name="Fan Cheng" userId="73b39abba4055029" providerId="LiveId" clId="{D5155691-8827-AD4F-9487-72576D97FAA2}" dt="2023-09-23T13:02:28.837" v="1083" actId="1076"/>
          <ac:picMkLst>
            <pc:docMk/>
            <pc:sldMk cId="1891576488" sldId="436"/>
            <ac:picMk id="6" creationId="{E1DCD066-FD1E-3A01-F8D5-B2A159EFE3C4}"/>
          </ac:picMkLst>
        </pc:picChg>
        <pc:picChg chg="mod">
          <ac:chgData name="Fan Cheng" userId="73b39abba4055029" providerId="LiveId" clId="{D5155691-8827-AD4F-9487-72576D97FAA2}" dt="2023-09-23T13:02:31.752" v="1084" actId="1076"/>
          <ac:picMkLst>
            <pc:docMk/>
            <pc:sldMk cId="1891576488" sldId="436"/>
            <ac:picMk id="7" creationId="{B209EE9A-6101-6C50-4586-884EB92009FA}"/>
          </ac:picMkLst>
        </pc:picChg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1538484375" sldId="437"/>
        </pc:sldMkLst>
      </pc:sldChg>
      <pc:sldChg chg="add del">
        <pc:chgData name="Fan Cheng" userId="73b39abba4055029" providerId="LiveId" clId="{D5155691-8827-AD4F-9487-72576D97FAA2}" dt="2023-09-24T07:03:41.194" v="1092" actId="2696"/>
        <pc:sldMkLst>
          <pc:docMk/>
          <pc:sldMk cId="498855161" sldId="438"/>
        </pc:sldMkLst>
      </pc:sldChg>
      <pc:sldChg chg="add del">
        <pc:chgData name="Fan Cheng" userId="73b39abba4055029" providerId="LiveId" clId="{D5155691-8827-AD4F-9487-72576D97FAA2}" dt="2023-09-23T09:37:50.855" v="946" actId="2696"/>
        <pc:sldMkLst>
          <pc:docMk/>
          <pc:sldMk cId="2475306487" sldId="439"/>
        </pc:sldMkLst>
      </pc:sldChg>
      <pc:sldChg chg="modSp add mod">
        <pc:chgData name="Fan Cheng" userId="73b39abba4055029" providerId="LiveId" clId="{D5155691-8827-AD4F-9487-72576D97FAA2}" dt="2023-09-23T07:25:29.265" v="3"/>
        <pc:sldMkLst>
          <pc:docMk/>
          <pc:sldMk cId="3324455756" sldId="440"/>
        </pc:sldMkLst>
        <pc:spChg chg="mod">
          <ac:chgData name="Fan Cheng" userId="73b39abba4055029" providerId="LiveId" clId="{D5155691-8827-AD4F-9487-72576D97FAA2}" dt="2023-09-23T07:25:29.265" v="3"/>
          <ac:spMkLst>
            <pc:docMk/>
            <pc:sldMk cId="3324455756" sldId="440"/>
            <ac:spMk id="2" creationId="{CC0B47D3-8D64-DA4D-46A5-5CB46FE1EA5F}"/>
          </ac:spMkLst>
        </pc:spChg>
      </pc:sldChg>
      <pc:sldChg chg="modSp new mod">
        <pc:chgData name="Fan Cheng" userId="73b39abba4055029" providerId="LiveId" clId="{D5155691-8827-AD4F-9487-72576D97FAA2}" dt="2023-09-23T08:43:35.685" v="356" actId="20577"/>
        <pc:sldMkLst>
          <pc:docMk/>
          <pc:sldMk cId="1868609211" sldId="441"/>
        </pc:sldMkLst>
        <pc:spChg chg="mod">
          <ac:chgData name="Fan Cheng" userId="73b39abba4055029" providerId="LiveId" clId="{D5155691-8827-AD4F-9487-72576D97FAA2}" dt="2023-09-23T07:27:25.992" v="39" actId="20577"/>
          <ac:spMkLst>
            <pc:docMk/>
            <pc:sldMk cId="1868609211" sldId="441"/>
            <ac:spMk id="2" creationId="{8B173DFD-BB66-186B-B4BC-32E57D7C0A32}"/>
          </ac:spMkLst>
        </pc:spChg>
        <pc:spChg chg="mod">
          <ac:chgData name="Fan Cheng" userId="73b39abba4055029" providerId="LiveId" clId="{D5155691-8827-AD4F-9487-72576D97FAA2}" dt="2023-09-23T08:43:35.685" v="356" actId="20577"/>
          <ac:spMkLst>
            <pc:docMk/>
            <pc:sldMk cId="1868609211" sldId="441"/>
            <ac:spMk id="3" creationId="{75EE0FCC-F5D0-8A97-5940-0398D72C9F60}"/>
          </ac:spMkLst>
        </pc:spChg>
      </pc:sldChg>
      <pc:sldChg chg="modSp new mod">
        <pc:chgData name="Fan Cheng" userId="73b39abba4055029" providerId="LiveId" clId="{D5155691-8827-AD4F-9487-72576D97FAA2}" dt="2023-09-23T07:35:10.520" v="175" actId="20577"/>
        <pc:sldMkLst>
          <pc:docMk/>
          <pc:sldMk cId="1208146054" sldId="442"/>
        </pc:sldMkLst>
        <pc:spChg chg="mod">
          <ac:chgData name="Fan Cheng" userId="73b39abba4055029" providerId="LiveId" clId="{D5155691-8827-AD4F-9487-72576D97FAA2}" dt="2023-09-23T07:35:10.520" v="175" actId="20577"/>
          <ac:spMkLst>
            <pc:docMk/>
            <pc:sldMk cId="1208146054" sldId="442"/>
            <ac:spMk id="2" creationId="{2D8D0DEB-37BB-5305-A7A9-0FB5D5C9FD42}"/>
          </ac:spMkLst>
        </pc:spChg>
      </pc:sldChg>
      <pc:sldChg chg="delSp modSp add mod">
        <pc:chgData name="Fan Cheng" userId="73b39abba4055029" providerId="LiveId" clId="{D5155691-8827-AD4F-9487-72576D97FAA2}" dt="2023-09-23T07:35:31.358" v="191" actId="478"/>
        <pc:sldMkLst>
          <pc:docMk/>
          <pc:sldMk cId="3068335795" sldId="443"/>
        </pc:sldMkLst>
        <pc:spChg chg="mod">
          <ac:chgData name="Fan Cheng" userId="73b39abba4055029" providerId="LiveId" clId="{D5155691-8827-AD4F-9487-72576D97FAA2}" dt="2023-09-23T07:35:25.735" v="189" actId="20577"/>
          <ac:spMkLst>
            <pc:docMk/>
            <pc:sldMk cId="3068335795" sldId="443"/>
            <ac:spMk id="2" creationId="{11353210-5C3E-E7D8-D673-759E2F6D39AD}"/>
          </ac:spMkLst>
        </pc:spChg>
        <pc:spChg chg="mod">
          <ac:chgData name="Fan Cheng" userId="73b39abba4055029" providerId="LiveId" clId="{D5155691-8827-AD4F-9487-72576D97FAA2}" dt="2023-09-23T07:35:29.210" v="190" actId="20577"/>
          <ac:spMkLst>
            <pc:docMk/>
            <pc:sldMk cId="3068335795" sldId="443"/>
            <ac:spMk id="3" creationId="{5BD5B3CE-7A64-D0F5-A7DD-3DC1B1FF6D65}"/>
          </ac:spMkLst>
        </pc:spChg>
        <pc:spChg chg="del">
          <ac:chgData name="Fan Cheng" userId="73b39abba4055029" providerId="LiveId" clId="{D5155691-8827-AD4F-9487-72576D97FAA2}" dt="2023-09-23T07:35:31.358" v="191" actId="478"/>
          <ac:spMkLst>
            <pc:docMk/>
            <pc:sldMk cId="3068335795" sldId="443"/>
            <ac:spMk id="5" creationId="{BB794997-08C7-87B5-755F-E79DAC9FB89B}"/>
          </ac:spMkLst>
        </pc:spChg>
      </pc:sldChg>
      <pc:sldChg chg="modSp add mod">
        <pc:chgData name="Fan Cheng" userId="73b39abba4055029" providerId="LiveId" clId="{D5155691-8827-AD4F-9487-72576D97FAA2}" dt="2023-09-23T08:32:41.131" v="199" actId="20577"/>
        <pc:sldMkLst>
          <pc:docMk/>
          <pc:sldMk cId="1014981300" sldId="444"/>
        </pc:sldMkLst>
        <pc:spChg chg="mod">
          <ac:chgData name="Fan Cheng" userId="73b39abba4055029" providerId="LiveId" clId="{D5155691-8827-AD4F-9487-72576D97FAA2}" dt="2023-09-23T08:32:41.131" v="199" actId="20577"/>
          <ac:spMkLst>
            <pc:docMk/>
            <pc:sldMk cId="1014981300" sldId="444"/>
            <ac:spMk id="2" creationId="{07B99BFC-D0D9-9908-494B-D9CB310C8EB4}"/>
          </ac:spMkLst>
        </pc:spChg>
      </pc:sldChg>
      <pc:sldChg chg="delSp new del mod">
        <pc:chgData name="Fan Cheng" userId="73b39abba4055029" providerId="LiveId" clId="{D5155691-8827-AD4F-9487-72576D97FAA2}" dt="2023-09-23T12:43:25.971" v="978" actId="2696"/>
        <pc:sldMkLst>
          <pc:docMk/>
          <pc:sldMk cId="769029282" sldId="445"/>
        </pc:sldMkLst>
        <pc:spChg chg="del">
          <ac:chgData name="Fan Cheng" userId="73b39abba4055029" providerId="LiveId" clId="{D5155691-8827-AD4F-9487-72576D97FAA2}" dt="2023-09-23T08:55:57.606" v="514" actId="478"/>
          <ac:spMkLst>
            <pc:docMk/>
            <pc:sldMk cId="769029282" sldId="445"/>
            <ac:spMk id="2" creationId="{F4A53240-B115-E125-126C-6D8B7EC82B25}"/>
          </ac:spMkLst>
        </pc:spChg>
        <pc:spChg chg="del">
          <ac:chgData name="Fan Cheng" userId="73b39abba4055029" providerId="LiveId" clId="{D5155691-8827-AD4F-9487-72576D97FAA2}" dt="2023-09-23T08:55:57.606" v="514" actId="478"/>
          <ac:spMkLst>
            <pc:docMk/>
            <pc:sldMk cId="769029282" sldId="445"/>
            <ac:spMk id="3" creationId="{3F886721-DA56-5EA7-112C-A9601D15BEAC}"/>
          </ac:spMkLst>
        </pc:spChg>
      </pc:sldChg>
      <pc:sldChg chg="add del">
        <pc:chgData name="Fan Cheng" userId="73b39abba4055029" providerId="LiveId" clId="{D5155691-8827-AD4F-9487-72576D97FAA2}" dt="2023-09-24T08:43:28.623" v="1094" actId="2696"/>
        <pc:sldMkLst>
          <pc:docMk/>
          <pc:sldMk cId="1329703157" sldId="445"/>
        </pc:sldMkLst>
      </pc:sldChg>
      <pc:sldChg chg="add">
        <pc:chgData name="Fan Cheng" userId="73b39abba4055029" providerId="LiveId" clId="{D5155691-8827-AD4F-9487-72576D97FAA2}" dt="2023-09-24T08:43:23.678" v="1093"/>
        <pc:sldMkLst>
          <pc:docMk/>
          <pc:sldMk cId="2490253009" sldId="446"/>
        </pc:sldMkLst>
      </pc:sldChg>
      <pc:sldChg chg="modSp new mod">
        <pc:chgData name="Fan Cheng" userId="73b39abba4055029" providerId="LiveId" clId="{D5155691-8827-AD4F-9487-72576D97FAA2}" dt="2023-09-26T23:00:16.248" v="1151" actId="20577"/>
        <pc:sldMkLst>
          <pc:docMk/>
          <pc:sldMk cId="2657835395" sldId="448"/>
        </pc:sldMkLst>
        <pc:spChg chg="mod">
          <ac:chgData name="Fan Cheng" userId="73b39abba4055029" providerId="LiveId" clId="{D5155691-8827-AD4F-9487-72576D97FAA2}" dt="2023-09-26T23:00:03.371" v="1120" actId="20577"/>
          <ac:spMkLst>
            <pc:docMk/>
            <pc:sldMk cId="2657835395" sldId="448"/>
            <ac:spMk id="2" creationId="{11D573E9-A7AD-D6A3-F907-D446BAEDAA32}"/>
          </ac:spMkLst>
        </pc:spChg>
        <pc:spChg chg="mod">
          <ac:chgData name="Fan Cheng" userId="73b39abba4055029" providerId="LiveId" clId="{D5155691-8827-AD4F-9487-72576D97FAA2}" dt="2023-09-26T23:00:16.248" v="1151" actId="20577"/>
          <ac:spMkLst>
            <pc:docMk/>
            <pc:sldMk cId="2657835395" sldId="448"/>
            <ac:spMk id="3" creationId="{8FC76929-27F8-1ED6-BE45-CA3DF1C8F309}"/>
          </ac:spMkLst>
        </pc:spChg>
      </pc:sldChg>
      <pc:sldChg chg="add">
        <pc:chgData name="Fan Cheng" userId="73b39abba4055029" providerId="LiveId" clId="{D5155691-8827-AD4F-9487-72576D97FAA2}" dt="2023-10-31T07:36:25.789" v="1427"/>
        <pc:sldMkLst>
          <pc:docMk/>
          <pc:sldMk cId="2648509927" sldId="453"/>
        </pc:sldMkLst>
      </pc:sldChg>
      <pc:sldChg chg="del">
        <pc:chgData name="Fan Cheng" userId="73b39abba4055029" providerId="LiveId" clId="{D5155691-8827-AD4F-9487-72576D97FAA2}" dt="2023-10-31T07:36:21.591" v="1426" actId="2696"/>
        <pc:sldMkLst>
          <pc:docMk/>
          <pc:sldMk cId="3342631702" sldId="453"/>
        </pc:sldMkLst>
      </pc:sldChg>
      <pc:sldMasterChg chg="delSldLayout">
        <pc:chgData name="Fan Cheng" userId="73b39abba4055029" providerId="LiveId" clId="{D5155691-8827-AD4F-9487-72576D97FAA2}" dt="2023-09-24T07:03:41.194" v="1092" actId="2696"/>
        <pc:sldMasterMkLst>
          <pc:docMk/>
          <pc:sldMasterMk cId="0" sldId="2147483659"/>
        </pc:sldMasterMkLst>
        <pc:sldLayoutChg chg="del">
          <pc:chgData name="Fan Cheng" userId="73b39abba4055029" providerId="LiveId" clId="{D5155691-8827-AD4F-9487-72576D97FAA2}" dt="2023-09-23T09:35:10.376" v="936" actId="2696"/>
          <pc:sldLayoutMkLst>
            <pc:docMk/>
            <pc:sldMasterMk cId="0" sldId="2147483659"/>
            <pc:sldLayoutMk cId="1652005768" sldId="2147483660"/>
          </pc:sldLayoutMkLst>
        </pc:sldLayoutChg>
        <pc:sldLayoutChg chg="del">
          <pc:chgData name="Fan Cheng" userId="73b39abba4055029" providerId="LiveId" clId="{D5155691-8827-AD4F-9487-72576D97FAA2}" dt="2023-09-24T07:03:41.194" v="1092" actId="2696"/>
          <pc:sldLayoutMkLst>
            <pc:docMk/>
            <pc:sldMasterMk cId="0" sldId="2147483659"/>
            <pc:sldLayoutMk cId="2063393516" sldId="214748366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A58016-7584-4713-844E-2026F1613D48}" type="doc">
      <dgm:prSet loTypeId="urn:microsoft.com/office/officeart/2005/8/layout/arrow2" loCatId="process" qsTypeId="urn:microsoft.com/office/officeart/2005/8/quickstyle/simple1" qsCatId="simple" csTypeId="urn:microsoft.com/office/officeart/2005/8/colors/colorful5" csCatId="colorful" phldr="1"/>
      <dgm:spPr/>
    </dgm:pt>
    <dgm:pt modelId="{EAC7206C-0379-475A-9254-B2513A774F69}">
      <dgm:prSet phldrT="[文本]" custT="1"/>
      <dgm:spPr/>
      <dgm:t>
        <a:bodyPr/>
        <a:lstStyle/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 sz="9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看懂</a:t>
          </a:r>
          <a:r>
            <a:rPr kumimoji="1" lang="en" altLang="zh-CN" sz="900" dirty="0">
              <a:solidFill>
                <a:schemeClr val="bg2"/>
              </a:solidFill>
            </a:rPr>
            <a:t>lec1-lec</a:t>
          </a:r>
          <a:r>
            <a:rPr kumimoji="1" lang="en-US" altLang="zh-CN" sz="900" dirty="0">
              <a:solidFill>
                <a:schemeClr val="bg2"/>
              </a:solidFill>
            </a:rPr>
            <a:t>7</a:t>
          </a:r>
          <a:r>
            <a:rPr kumimoji="1" lang="zh-CN" altLang="en-US" sz="9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所有基本语法</a:t>
          </a:r>
          <a:r>
            <a:rPr kumimoji="1" lang="en-US" altLang="zh-CN" sz="9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(</a:t>
          </a:r>
          <a:r>
            <a:rPr kumimoji="1" lang="zh-CN" altLang="en-US" sz="9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先把走学好</a:t>
          </a:r>
          <a:r>
            <a:rPr kumimoji="1" lang="en-US" altLang="zh-CN" sz="900" dirty="0">
              <a:solidFill>
                <a:schemeClr val="bg2"/>
              </a:solidFill>
            </a:rPr>
            <a:t>)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 sz="9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熟练掌握。提到一个操作，马上能够记得语法是什么，有哪些细节要注意，有哪些坑要避开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 sz="9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遇到一个任务，要想到使用什么语法，数据结构</a:t>
          </a:r>
          <a:endParaRPr lang="zh-CN" altLang="en-US" sz="900" dirty="0"/>
        </a:p>
      </dgm:t>
    </dgm:pt>
    <dgm:pt modelId="{274DAA6F-070F-4B59-957A-9315B94B69B6}" type="parTrans" cxnId="{9EB81592-827D-4B90-96E7-6D1AEAC65076}">
      <dgm:prSet/>
      <dgm:spPr/>
      <dgm:t>
        <a:bodyPr/>
        <a:lstStyle/>
        <a:p>
          <a:endParaRPr lang="zh-CN" altLang="en-US"/>
        </a:p>
      </dgm:t>
    </dgm:pt>
    <dgm:pt modelId="{DF1AB761-61A1-420C-B614-BC81E02F7C34}" type="sibTrans" cxnId="{9EB81592-827D-4B90-96E7-6D1AEAC65076}">
      <dgm:prSet/>
      <dgm:spPr/>
      <dgm:t>
        <a:bodyPr/>
        <a:lstStyle/>
        <a:p>
          <a:endParaRPr lang="zh-CN" altLang="en-US"/>
        </a:p>
      </dgm:t>
    </dgm:pt>
    <dgm:pt modelId="{0E27DD26-B804-4DA6-8FD3-B2B74C5DBFD5}">
      <dgm:prSet phldrT="[文本]"/>
      <dgm:spPr/>
      <dgm:t>
        <a:bodyPr/>
        <a:lstStyle/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一直写</a:t>
          </a:r>
          <a:r>
            <a:rPr kumimoji="1" lang="en" altLang="zh-CN">
              <a:solidFill>
                <a:schemeClr val="bg2"/>
              </a:solidFill>
            </a:rPr>
            <a:t>Helloworld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永远都不会有提高的，要勇攀高峰，否则还会有莫名的满足感</a:t>
          </a:r>
          <a:r>
            <a:rPr kumimoji="1" lang="en-US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. 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写代码前，先想清楚问题是什么，解决方案是什么：谋定而后动。</a:t>
          </a:r>
          <a:r>
            <a:rPr kumimoji="1" lang="en-US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(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和画画一样，先把全局轮廓勾勒好，再精加工细节</a:t>
          </a:r>
          <a:r>
            <a:rPr kumimoji="1" lang="en-US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)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一步步写，一步步调试。大概</a:t>
          </a:r>
          <a:r>
            <a:rPr kumimoji="1" lang="en-US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3-5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行代码，回头看一遍，检查输出结果 </a:t>
          </a:r>
          <a:endParaRPr kumimoji="1" lang="en-US" altLang="zh-CN">
            <a:solidFill>
              <a:schemeClr val="bg2"/>
            </a:solidFill>
            <a:latin typeface="SimHei" panose="02010609060101010101" pitchFamily="49" charset="-122"/>
            <a:ea typeface="SimHei" panose="02010609060101010101" pitchFamily="49" charset="-122"/>
          </a:endParaRP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en" altLang="zh-CN">
              <a:solidFill>
                <a:schemeClr val="bg2"/>
              </a:solidFill>
            </a:rPr>
            <a:t>print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大法</a:t>
          </a:r>
          <a:r>
            <a:rPr kumimoji="1" lang="en-US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: 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有</a:t>
          </a:r>
          <a:r>
            <a:rPr kumimoji="1" lang="en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bug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的时候，多用</a:t>
          </a:r>
          <a:r>
            <a:rPr kumimoji="1" lang="en" altLang="zh-CN">
              <a:solidFill>
                <a:schemeClr val="bg2"/>
              </a:solidFill>
            </a:rPr>
            <a:t>print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输出中间变量看看，是不是有问题</a:t>
          </a:r>
          <a:endParaRPr lang="zh-CN" altLang="en-US"/>
        </a:p>
      </dgm:t>
    </dgm:pt>
    <dgm:pt modelId="{5239E769-ED82-4B8A-8D34-C637EFC95F26}" type="parTrans" cxnId="{E4D08B5C-A448-45CD-82A1-6E0DB60AAA92}">
      <dgm:prSet/>
      <dgm:spPr/>
      <dgm:t>
        <a:bodyPr/>
        <a:lstStyle/>
        <a:p>
          <a:endParaRPr lang="zh-CN" altLang="en-US"/>
        </a:p>
      </dgm:t>
    </dgm:pt>
    <dgm:pt modelId="{87326136-F008-45B5-ACF7-E2A3AB758A43}" type="sibTrans" cxnId="{E4D08B5C-A448-45CD-82A1-6E0DB60AAA92}">
      <dgm:prSet/>
      <dgm:spPr/>
      <dgm:t>
        <a:bodyPr/>
        <a:lstStyle/>
        <a:p>
          <a:endParaRPr lang="zh-CN" altLang="en-US"/>
        </a:p>
      </dgm:t>
    </dgm:pt>
    <dgm:pt modelId="{A2BD4176-3F13-4E29-93CF-6C8CA135A832}">
      <dgm:prSet phldrT="[文本]"/>
      <dgm:spPr/>
      <dgm:t>
        <a:bodyPr/>
        <a:lstStyle/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每个问题，先自己写，能正确输出结果就是胜利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多看优秀的代码：有经验的助教、同学。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关键是自己能写，每个问题的代码有必要重复写</a:t>
          </a:r>
          <a:r>
            <a:rPr kumimoji="1" lang="en" altLang="zh-CN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N</a:t>
          </a: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遍。手眼合一。</a:t>
          </a:r>
        </a:p>
        <a:p>
          <a:pPr>
            <a:buClr>
              <a:schemeClr val="bg2"/>
            </a:buClr>
            <a:buFont typeface="+mj-lt"/>
            <a:buAutoNum type="arabicPeriod"/>
          </a:pPr>
          <a:r>
            <a:rPr kumimoji="1" lang="zh-CN" altLang="en-US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反复训练：优化自己的代码，简短、高效、不容易出</a:t>
          </a:r>
          <a:r>
            <a:rPr kumimoji="1" lang="en" altLang="zh-CN">
              <a:solidFill>
                <a:schemeClr val="bg2"/>
              </a:solidFill>
            </a:rPr>
            <a:t>bug</a:t>
          </a:r>
          <a:endParaRPr lang="zh-CN" altLang="en-US"/>
        </a:p>
      </dgm:t>
    </dgm:pt>
    <dgm:pt modelId="{FB03E499-90EE-4C4A-BAE4-DFB8F0AE24AF}" type="parTrans" cxnId="{E7D033C4-5A24-4F8C-82BD-AFED099A1526}">
      <dgm:prSet/>
      <dgm:spPr/>
      <dgm:t>
        <a:bodyPr/>
        <a:lstStyle/>
        <a:p>
          <a:endParaRPr lang="zh-CN" altLang="en-US"/>
        </a:p>
      </dgm:t>
    </dgm:pt>
    <dgm:pt modelId="{9625B374-3689-4079-B060-68A1A96929D2}" type="sibTrans" cxnId="{E7D033C4-5A24-4F8C-82BD-AFED099A1526}">
      <dgm:prSet/>
      <dgm:spPr/>
      <dgm:t>
        <a:bodyPr/>
        <a:lstStyle/>
        <a:p>
          <a:endParaRPr lang="zh-CN" altLang="en-US"/>
        </a:p>
      </dgm:t>
    </dgm:pt>
    <dgm:pt modelId="{89D579D3-6D81-43ED-B949-3065125CBE66}">
      <dgm:prSet phldrT="[文本]"/>
      <dgm:spPr/>
      <dgm:t>
        <a:bodyPr/>
        <a:lstStyle/>
        <a:p>
          <a:pPr>
            <a:buNone/>
          </a:pPr>
          <a:r>
            <a:rPr kumimoji="1" lang="zh-CN" altLang="en-US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写代码是很简单、技术含量不高的事情。但是要花时间去练习。每道题目都会给你带来一定的提升。刻苦练习，通过大量练习，逐步建立你的技术优势。</a:t>
          </a:r>
          <a:endParaRPr kumimoji="1" lang="en-US" altLang="zh-CN" dirty="0">
            <a:solidFill>
              <a:schemeClr val="bg2"/>
            </a:solidFill>
            <a:latin typeface="SimHei" panose="02010609060101010101" pitchFamily="49" charset="-122"/>
            <a:ea typeface="SimHei" panose="02010609060101010101" pitchFamily="49" charset="-122"/>
          </a:endParaRPr>
        </a:p>
        <a:p>
          <a:pPr>
            <a:buNone/>
          </a:pPr>
          <a:r>
            <a:rPr kumimoji="1" lang="zh-CN" alt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标准题目</a:t>
          </a:r>
          <a:r>
            <a:rPr kumimoji="1" lang="en-US" altLang="zh-CN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+</a:t>
          </a:r>
          <a:r>
            <a:rPr kumimoji="1" lang="zh-CN" alt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标准答案</a:t>
          </a:r>
          <a:r>
            <a:rPr kumimoji="1" lang="en-US" altLang="zh-CN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+</a:t>
          </a:r>
          <a:r>
            <a:rPr kumimoji="1" lang="zh-CN" alt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足够的助教 </a:t>
          </a:r>
          <a:r>
            <a:rPr kumimoji="1" lang="en-US" altLang="zh-CN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(</a:t>
          </a:r>
          <a:r>
            <a:rPr kumimoji="1" lang="zh-CN" alt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细节的提升与积累</a:t>
          </a:r>
          <a:r>
            <a:rPr kumimoji="1" lang="en-US" altLang="zh-CN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)</a:t>
          </a:r>
          <a:endParaRPr lang="zh-CN" altLang="en-US" dirty="0">
            <a:solidFill>
              <a:schemeClr val="tx1"/>
            </a:solidFill>
          </a:endParaRPr>
        </a:p>
      </dgm:t>
    </dgm:pt>
    <dgm:pt modelId="{B0239C7E-A3D7-4147-A0F4-B154E8FE6176}" type="parTrans" cxnId="{75E3E70C-44AE-43DC-83BE-EFE68256A267}">
      <dgm:prSet/>
      <dgm:spPr/>
      <dgm:t>
        <a:bodyPr/>
        <a:lstStyle/>
        <a:p>
          <a:endParaRPr lang="zh-CN" altLang="en-US"/>
        </a:p>
      </dgm:t>
    </dgm:pt>
    <dgm:pt modelId="{A1CCBA19-7DA1-4C05-BD42-EA97660BBE56}" type="sibTrans" cxnId="{75E3E70C-44AE-43DC-83BE-EFE68256A267}">
      <dgm:prSet/>
      <dgm:spPr/>
      <dgm:t>
        <a:bodyPr/>
        <a:lstStyle/>
        <a:p>
          <a:endParaRPr lang="zh-CN" altLang="en-US"/>
        </a:p>
      </dgm:t>
    </dgm:pt>
    <dgm:pt modelId="{8A9AFA9D-2987-44A9-A7CC-631D1014F7AA}" type="pres">
      <dgm:prSet presAssocID="{2EA58016-7584-4713-844E-2026F1613D48}" presName="arrowDiagram" presStyleCnt="0">
        <dgm:presLayoutVars>
          <dgm:chMax val="5"/>
          <dgm:dir/>
          <dgm:resizeHandles val="exact"/>
        </dgm:presLayoutVars>
      </dgm:prSet>
      <dgm:spPr/>
    </dgm:pt>
    <dgm:pt modelId="{DFE277FF-D3EB-4517-BF37-782ADACC7273}" type="pres">
      <dgm:prSet presAssocID="{2EA58016-7584-4713-844E-2026F1613D48}" presName="arrow" presStyleLbl="bgShp" presStyleIdx="0" presStyleCnt="1"/>
      <dgm:spPr/>
    </dgm:pt>
    <dgm:pt modelId="{D32A38F2-0C27-4DBB-B638-08070B89E186}" type="pres">
      <dgm:prSet presAssocID="{2EA58016-7584-4713-844E-2026F1613D48}" presName="arrowDiagram4" presStyleCnt="0"/>
      <dgm:spPr/>
    </dgm:pt>
    <dgm:pt modelId="{67DA2918-8388-463E-8653-DD0FEFFA6005}" type="pres">
      <dgm:prSet presAssocID="{EAC7206C-0379-475A-9254-B2513A774F69}" presName="bullet4a" presStyleLbl="node1" presStyleIdx="0" presStyleCnt="4"/>
      <dgm:spPr/>
    </dgm:pt>
    <dgm:pt modelId="{1A4DB06D-4D3A-4D9A-A6C0-72F6D5E0EDC1}" type="pres">
      <dgm:prSet presAssocID="{EAC7206C-0379-475A-9254-B2513A774F69}" presName="textBox4a" presStyleLbl="revTx" presStyleIdx="0" presStyleCnt="4">
        <dgm:presLayoutVars>
          <dgm:bulletEnabled val="1"/>
        </dgm:presLayoutVars>
      </dgm:prSet>
      <dgm:spPr/>
    </dgm:pt>
    <dgm:pt modelId="{48F2CB0C-8A9B-49B8-9D56-629088499FEB}" type="pres">
      <dgm:prSet presAssocID="{0E27DD26-B804-4DA6-8FD3-B2B74C5DBFD5}" presName="bullet4b" presStyleLbl="node1" presStyleIdx="1" presStyleCnt="4"/>
      <dgm:spPr/>
    </dgm:pt>
    <dgm:pt modelId="{F799F802-E251-4810-BCB9-AE3AE4362CC9}" type="pres">
      <dgm:prSet presAssocID="{0E27DD26-B804-4DA6-8FD3-B2B74C5DBFD5}" presName="textBox4b" presStyleLbl="revTx" presStyleIdx="1" presStyleCnt="4">
        <dgm:presLayoutVars>
          <dgm:bulletEnabled val="1"/>
        </dgm:presLayoutVars>
      </dgm:prSet>
      <dgm:spPr/>
    </dgm:pt>
    <dgm:pt modelId="{07C7CBE2-DB0E-490C-9FBA-C30DB319F244}" type="pres">
      <dgm:prSet presAssocID="{A2BD4176-3F13-4E29-93CF-6C8CA135A832}" presName="bullet4c" presStyleLbl="node1" presStyleIdx="2" presStyleCnt="4"/>
      <dgm:spPr/>
    </dgm:pt>
    <dgm:pt modelId="{CFCC209E-1566-4199-8FFC-71F1C3F97454}" type="pres">
      <dgm:prSet presAssocID="{A2BD4176-3F13-4E29-93CF-6C8CA135A832}" presName="textBox4c" presStyleLbl="revTx" presStyleIdx="2" presStyleCnt="4">
        <dgm:presLayoutVars>
          <dgm:bulletEnabled val="1"/>
        </dgm:presLayoutVars>
      </dgm:prSet>
      <dgm:spPr/>
    </dgm:pt>
    <dgm:pt modelId="{40E1D0B7-DA31-4486-888D-4764C2D273F8}" type="pres">
      <dgm:prSet presAssocID="{89D579D3-6D81-43ED-B949-3065125CBE66}" presName="bullet4d" presStyleLbl="node1" presStyleIdx="3" presStyleCnt="4"/>
      <dgm:spPr/>
    </dgm:pt>
    <dgm:pt modelId="{AF31911A-85EF-4EA3-90C9-37FE08446138}" type="pres">
      <dgm:prSet presAssocID="{89D579D3-6D81-43ED-B949-3065125CBE66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75E3E70C-44AE-43DC-83BE-EFE68256A267}" srcId="{2EA58016-7584-4713-844E-2026F1613D48}" destId="{89D579D3-6D81-43ED-B949-3065125CBE66}" srcOrd="3" destOrd="0" parTransId="{B0239C7E-A3D7-4147-A0F4-B154E8FE6176}" sibTransId="{A1CCBA19-7DA1-4C05-BD42-EA97660BBE56}"/>
    <dgm:cxn modelId="{E4D08B5C-A448-45CD-82A1-6E0DB60AAA92}" srcId="{2EA58016-7584-4713-844E-2026F1613D48}" destId="{0E27DD26-B804-4DA6-8FD3-B2B74C5DBFD5}" srcOrd="1" destOrd="0" parTransId="{5239E769-ED82-4B8A-8D34-C637EFC95F26}" sibTransId="{87326136-F008-45B5-ACF7-E2A3AB758A43}"/>
    <dgm:cxn modelId="{9EB81592-827D-4B90-96E7-6D1AEAC65076}" srcId="{2EA58016-7584-4713-844E-2026F1613D48}" destId="{EAC7206C-0379-475A-9254-B2513A774F69}" srcOrd="0" destOrd="0" parTransId="{274DAA6F-070F-4B59-957A-9315B94B69B6}" sibTransId="{DF1AB761-61A1-420C-B614-BC81E02F7C34}"/>
    <dgm:cxn modelId="{16836CA0-AF44-4432-80BE-C35849F4E657}" type="presOf" srcId="{89D579D3-6D81-43ED-B949-3065125CBE66}" destId="{AF31911A-85EF-4EA3-90C9-37FE08446138}" srcOrd="0" destOrd="0" presId="urn:microsoft.com/office/officeart/2005/8/layout/arrow2"/>
    <dgm:cxn modelId="{E7D033C4-5A24-4F8C-82BD-AFED099A1526}" srcId="{2EA58016-7584-4713-844E-2026F1613D48}" destId="{A2BD4176-3F13-4E29-93CF-6C8CA135A832}" srcOrd="2" destOrd="0" parTransId="{FB03E499-90EE-4C4A-BAE4-DFB8F0AE24AF}" sibTransId="{9625B374-3689-4079-B060-68A1A96929D2}"/>
    <dgm:cxn modelId="{DDC675C6-B5A1-456E-902D-005F9A9DC2E7}" type="presOf" srcId="{EAC7206C-0379-475A-9254-B2513A774F69}" destId="{1A4DB06D-4D3A-4D9A-A6C0-72F6D5E0EDC1}" srcOrd="0" destOrd="0" presId="urn:microsoft.com/office/officeart/2005/8/layout/arrow2"/>
    <dgm:cxn modelId="{EAE8D2CF-BA6C-4872-8CD7-D28127DEC9B9}" type="presOf" srcId="{A2BD4176-3F13-4E29-93CF-6C8CA135A832}" destId="{CFCC209E-1566-4199-8FFC-71F1C3F97454}" srcOrd="0" destOrd="0" presId="urn:microsoft.com/office/officeart/2005/8/layout/arrow2"/>
    <dgm:cxn modelId="{5197CEDE-6F83-4FFA-B2A0-4618A00E56F7}" type="presOf" srcId="{2EA58016-7584-4713-844E-2026F1613D48}" destId="{8A9AFA9D-2987-44A9-A7CC-631D1014F7AA}" srcOrd="0" destOrd="0" presId="urn:microsoft.com/office/officeart/2005/8/layout/arrow2"/>
    <dgm:cxn modelId="{9B7A6EF8-5056-465C-9039-A88A8F30EE4F}" type="presOf" srcId="{0E27DD26-B804-4DA6-8FD3-B2B74C5DBFD5}" destId="{F799F802-E251-4810-BCB9-AE3AE4362CC9}" srcOrd="0" destOrd="0" presId="urn:microsoft.com/office/officeart/2005/8/layout/arrow2"/>
    <dgm:cxn modelId="{22707A7B-8B70-47E2-8D57-D25237C9F732}" type="presParOf" srcId="{8A9AFA9D-2987-44A9-A7CC-631D1014F7AA}" destId="{DFE277FF-D3EB-4517-BF37-782ADACC7273}" srcOrd="0" destOrd="0" presId="urn:microsoft.com/office/officeart/2005/8/layout/arrow2"/>
    <dgm:cxn modelId="{2E0E86FB-4F33-480C-910B-8FA2E6045808}" type="presParOf" srcId="{8A9AFA9D-2987-44A9-A7CC-631D1014F7AA}" destId="{D32A38F2-0C27-4DBB-B638-08070B89E186}" srcOrd="1" destOrd="0" presId="urn:microsoft.com/office/officeart/2005/8/layout/arrow2"/>
    <dgm:cxn modelId="{DF849B60-4338-45B9-B75C-77D19944A5D8}" type="presParOf" srcId="{D32A38F2-0C27-4DBB-B638-08070B89E186}" destId="{67DA2918-8388-463E-8653-DD0FEFFA6005}" srcOrd="0" destOrd="0" presId="urn:microsoft.com/office/officeart/2005/8/layout/arrow2"/>
    <dgm:cxn modelId="{67B68C7F-F077-431C-B659-A34EFE1B8BE8}" type="presParOf" srcId="{D32A38F2-0C27-4DBB-B638-08070B89E186}" destId="{1A4DB06D-4D3A-4D9A-A6C0-72F6D5E0EDC1}" srcOrd="1" destOrd="0" presId="urn:microsoft.com/office/officeart/2005/8/layout/arrow2"/>
    <dgm:cxn modelId="{70E4D9DE-841F-44B1-9DAA-983651A40D15}" type="presParOf" srcId="{D32A38F2-0C27-4DBB-B638-08070B89E186}" destId="{48F2CB0C-8A9B-49B8-9D56-629088499FEB}" srcOrd="2" destOrd="0" presId="urn:microsoft.com/office/officeart/2005/8/layout/arrow2"/>
    <dgm:cxn modelId="{BCEB7922-8647-4A4A-839F-9408A3178C16}" type="presParOf" srcId="{D32A38F2-0C27-4DBB-B638-08070B89E186}" destId="{F799F802-E251-4810-BCB9-AE3AE4362CC9}" srcOrd="3" destOrd="0" presId="urn:microsoft.com/office/officeart/2005/8/layout/arrow2"/>
    <dgm:cxn modelId="{ABF67025-E1F3-41CA-9C76-0F108A598CA0}" type="presParOf" srcId="{D32A38F2-0C27-4DBB-B638-08070B89E186}" destId="{07C7CBE2-DB0E-490C-9FBA-C30DB319F244}" srcOrd="4" destOrd="0" presId="urn:microsoft.com/office/officeart/2005/8/layout/arrow2"/>
    <dgm:cxn modelId="{E725E5EA-421F-40AD-8A15-BF3A3ADF52D8}" type="presParOf" srcId="{D32A38F2-0C27-4DBB-B638-08070B89E186}" destId="{CFCC209E-1566-4199-8FFC-71F1C3F97454}" srcOrd="5" destOrd="0" presId="urn:microsoft.com/office/officeart/2005/8/layout/arrow2"/>
    <dgm:cxn modelId="{8D7210DB-216F-4C61-9238-4C7C06FD41B8}" type="presParOf" srcId="{D32A38F2-0C27-4DBB-B638-08070B89E186}" destId="{40E1D0B7-DA31-4486-888D-4764C2D273F8}" srcOrd="6" destOrd="0" presId="urn:microsoft.com/office/officeart/2005/8/layout/arrow2"/>
    <dgm:cxn modelId="{1A09FE9C-61E7-4017-A589-6A22919C3346}" type="presParOf" srcId="{D32A38F2-0C27-4DBB-B638-08070B89E186}" destId="{AF31911A-85EF-4EA3-90C9-37FE08446138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277FF-D3EB-4517-BF37-782ADACC7273}">
      <dsp:nvSpPr>
        <dsp:cNvPr id="0" name=""/>
        <dsp:cNvSpPr/>
      </dsp:nvSpPr>
      <dsp:spPr>
        <a:xfrm>
          <a:off x="474525" y="0"/>
          <a:ext cx="8031318" cy="5019573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A2918-8388-463E-8653-DD0FEFFA6005}">
      <dsp:nvSpPr>
        <dsp:cNvPr id="0" name=""/>
        <dsp:cNvSpPr/>
      </dsp:nvSpPr>
      <dsp:spPr>
        <a:xfrm>
          <a:off x="1265610" y="3732555"/>
          <a:ext cx="184720" cy="18472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DB06D-4D3A-4D9A-A6C0-72F6D5E0EDC1}">
      <dsp:nvSpPr>
        <dsp:cNvPr id="0" name=""/>
        <dsp:cNvSpPr/>
      </dsp:nvSpPr>
      <dsp:spPr>
        <a:xfrm>
          <a:off x="1357970" y="3824915"/>
          <a:ext cx="1373355" cy="1194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79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9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看懂</a:t>
          </a:r>
          <a:r>
            <a:rPr kumimoji="1" lang="en" altLang="zh-CN" sz="900" kern="1200" dirty="0">
              <a:solidFill>
                <a:schemeClr val="bg2"/>
              </a:solidFill>
            </a:rPr>
            <a:t>lec1-lec</a:t>
          </a:r>
          <a:r>
            <a:rPr kumimoji="1" lang="en-US" altLang="zh-CN" sz="900" kern="1200" dirty="0">
              <a:solidFill>
                <a:schemeClr val="bg2"/>
              </a:solidFill>
            </a:rPr>
            <a:t>7</a:t>
          </a:r>
          <a:r>
            <a:rPr kumimoji="1" lang="zh-CN" altLang="en-US" sz="9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所有基本语法</a:t>
          </a:r>
          <a:r>
            <a:rPr kumimoji="1" lang="en-US" altLang="zh-CN" sz="9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(</a:t>
          </a:r>
          <a:r>
            <a:rPr kumimoji="1" lang="zh-CN" altLang="en-US" sz="9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先把走学好</a:t>
          </a:r>
          <a:r>
            <a:rPr kumimoji="1" lang="en-US" altLang="zh-CN" sz="900" kern="1200" dirty="0">
              <a:solidFill>
                <a:schemeClr val="bg2"/>
              </a:solidFill>
            </a:rPr>
            <a:t>)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9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熟练掌握。提到一个操作，马上能够记得语法是什么，有哪些细节要注意，有哪些坑要避开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9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遇到一个任务，要想到使用什么语法，数据结构</a:t>
          </a:r>
          <a:endParaRPr lang="zh-CN" altLang="en-US" sz="900" kern="1200" dirty="0"/>
        </a:p>
      </dsp:txBody>
      <dsp:txXfrm>
        <a:off x="1357970" y="3824915"/>
        <a:ext cx="1373355" cy="1194658"/>
      </dsp:txXfrm>
    </dsp:sp>
    <dsp:sp modelId="{48F2CB0C-8A9B-49B8-9D56-629088499FEB}">
      <dsp:nvSpPr>
        <dsp:cNvPr id="0" name=""/>
        <dsp:cNvSpPr/>
      </dsp:nvSpPr>
      <dsp:spPr>
        <a:xfrm>
          <a:off x="2570699" y="2565002"/>
          <a:ext cx="321252" cy="321252"/>
        </a:xfrm>
        <a:prstGeom prst="ellipse">
          <a:avLst/>
        </a:prstGeom>
        <a:solidFill>
          <a:schemeClr val="accent5">
            <a:hueOff val="-2480936"/>
            <a:satOff val="0"/>
            <a:lumOff val="68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9F802-E251-4810-BCB9-AE3AE4362CC9}">
      <dsp:nvSpPr>
        <dsp:cNvPr id="0" name=""/>
        <dsp:cNvSpPr/>
      </dsp:nvSpPr>
      <dsp:spPr>
        <a:xfrm>
          <a:off x="2731326" y="2725628"/>
          <a:ext cx="1686576" cy="2293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225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一直写</a:t>
          </a:r>
          <a:r>
            <a:rPr kumimoji="1" lang="en" altLang="zh-CN" sz="1000" kern="1200">
              <a:solidFill>
                <a:schemeClr val="bg2"/>
              </a:solidFill>
            </a:rPr>
            <a:t>Helloworld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永远都不会有提高的，要勇攀高峰，否则还会有莫名的满足感</a:t>
          </a:r>
          <a:r>
            <a:rPr kumimoji="1" lang="en-US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.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写代码前，先想清楚问题是什么，解决方案是什么：谋定而后动。</a:t>
          </a:r>
          <a:r>
            <a:rPr kumimoji="1" lang="en-US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(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和画画一样，先把全局轮廓勾勒好，再精加工细节</a:t>
          </a:r>
          <a:r>
            <a:rPr kumimoji="1" lang="en-US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)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一步步写，一步步调试。大概</a:t>
          </a:r>
          <a:r>
            <a:rPr kumimoji="1" lang="en-US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3-5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行代码，回头看一遍，检查输出结果 </a:t>
          </a:r>
          <a:endParaRPr kumimoji="1" lang="en-US" altLang="zh-CN" sz="1000" kern="1200">
            <a:solidFill>
              <a:schemeClr val="bg2"/>
            </a:solidFill>
            <a:latin typeface="SimHei" panose="02010609060101010101" pitchFamily="49" charset="-122"/>
            <a:ea typeface="SimHei" panose="02010609060101010101" pitchFamily="49" charset="-122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en" altLang="zh-CN" sz="1000" kern="1200">
              <a:solidFill>
                <a:schemeClr val="bg2"/>
              </a:solidFill>
            </a:rPr>
            <a:t>print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大法</a:t>
          </a:r>
          <a:r>
            <a:rPr kumimoji="1" lang="en-US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: 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有</a:t>
          </a:r>
          <a:r>
            <a:rPr kumimoji="1" lang="en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bug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的时候，多用</a:t>
          </a:r>
          <a:r>
            <a:rPr kumimoji="1" lang="en" altLang="zh-CN" sz="1000" kern="1200">
              <a:solidFill>
                <a:schemeClr val="bg2"/>
              </a:solidFill>
            </a:rPr>
            <a:t>print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输出中间变量看看，是不是有问题</a:t>
          </a:r>
          <a:endParaRPr lang="zh-CN" altLang="en-US" sz="1000" kern="1200"/>
        </a:p>
      </dsp:txBody>
      <dsp:txXfrm>
        <a:off x="2731326" y="2725628"/>
        <a:ext cx="1686576" cy="2293945"/>
      </dsp:txXfrm>
    </dsp:sp>
    <dsp:sp modelId="{07C7CBE2-DB0E-490C-9FBA-C30DB319F244}">
      <dsp:nvSpPr>
        <dsp:cNvPr id="0" name=""/>
        <dsp:cNvSpPr/>
      </dsp:nvSpPr>
      <dsp:spPr>
        <a:xfrm>
          <a:off x="4237198" y="1704647"/>
          <a:ext cx="425659" cy="425659"/>
        </a:xfrm>
        <a:prstGeom prst="ellipse">
          <a:avLst/>
        </a:prstGeom>
        <a:solidFill>
          <a:schemeClr val="accent5">
            <a:hueOff val="-4961873"/>
            <a:satOff val="0"/>
            <a:lumOff val="13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C209E-1566-4199-8FFC-71F1C3F97454}">
      <dsp:nvSpPr>
        <dsp:cNvPr id="0" name=""/>
        <dsp:cNvSpPr/>
      </dsp:nvSpPr>
      <dsp:spPr>
        <a:xfrm>
          <a:off x="4450028" y="1917477"/>
          <a:ext cx="1686576" cy="3102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5548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每个问题，先自己写，能正确输出结果就是胜利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多看优秀的代码：有经验的助教、同学。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关键是自己能写，每个问题的代码有必要重复写</a:t>
          </a:r>
          <a:r>
            <a:rPr kumimoji="1" lang="en" altLang="zh-CN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N</a:t>
          </a: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遍。手眼合一。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bg2"/>
            </a:buClr>
            <a:buFont typeface="+mj-lt"/>
            <a:buNone/>
          </a:pPr>
          <a:r>
            <a:rPr kumimoji="1" lang="zh-CN" altLang="en-US" sz="1000" kern="120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反复训练：优化自己的代码，简短、高效、不容易出</a:t>
          </a:r>
          <a:r>
            <a:rPr kumimoji="1" lang="en" altLang="zh-CN" sz="1000" kern="1200">
              <a:solidFill>
                <a:schemeClr val="bg2"/>
              </a:solidFill>
            </a:rPr>
            <a:t>bug</a:t>
          </a:r>
          <a:endParaRPr lang="zh-CN" altLang="en-US" sz="1000" kern="1200"/>
        </a:p>
      </dsp:txBody>
      <dsp:txXfrm>
        <a:off x="4450028" y="1917477"/>
        <a:ext cx="1686576" cy="3102096"/>
      </dsp:txXfrm>
    </dsp:sp>
    <dsp:sp modelId="{40E1D0B7-DA31-4486-888D-4764C2D273F8}">
      <dsp:nvSpPr>
        <dsp:cNvPr id="0" name=""/>
        <dsp:cNvSpPr/>
      </dsp:nvSpPr>
      <dsp:spPr>
        <a:xfrm>
          <a:off x="6052276" y="1135427"/>
          <a:ext cx="570223" cy="570223"/>
        </a:xfrm>
        <a:prstGeom prst="ellipse">
          <a:avLst/>
        </a:prstGeom>
        <a:solidFill>
          <a:schemeClr val="accent5">
            <a:hueOff val="-7442809"/>
            <a:satOff val="0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1911A-85EF-4EA3-90C9-37FE08446138}">
      <dsp:nvSpPr>
        <dsp:cNvPr id="0" name=""/>
        <dsp:cNvSpPr/>
      </dsp:nvSpPr>
      <dsp:spPr>
        <a:xfrm>
          <a:off x="6337388" y="1420539"/>
          <a:ext cx="1686576" cy="359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215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000" kern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rPr>
            <a:t>写代码是很简单、技术含量不高的事情。但是要花时间去练习。每道题目都会给你带来一定的提升。刻苦练习，通过大量练习，逐步建立你的技术优势。</a:t>
          </a:r>
          <a:endParaRPr kumimoji="1" lang="en-US" altLang="zh-CN" sz="1000" kern="1200" dirty="0">
            <a:solidFill>
              <a:schemeClr val="bg2"/>
            </a:solidFill>
            <a:latin typeface="SimHei" panose="02010609060101010101" pitchFamily="49" charset="-122"/>
            <a:ea typeface="SimHei" panose="02010609060101010101" pitchFamily="49" charset="-122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标准题目</a:t>
          </a:r>
          <a:r>
            <a:rPr kumimoji="1" lang="en-US" altLang="zh-CN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+</a:t>
          </a:r>
          <a:r>
            <a:rPr kumimoji="1" lang="zh-CN" altLang="en-US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标准答案</a:t>
          </a:r>
          <a:r>
            <a:rPr kumimoji="1" lang="en-US" altLang="zh-CN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+</a:t>
          </a:r>
          <a:r>
            <a:rPr kumimoji="1" lang="zh-CN" altLang="en-US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足够的助教 </a:t>
          </a:r>
          <a:r>
            <a:rPr kumimoji="1" lang="en-US" altLang="zh-CN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(</a:t>
          </a:r>
          <a:r>
            <a:rPr kumimoji="1" lang="zh-CN" altLang="en-US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细节的提升与积累</a:t>
          </a:r>
          <a:r>
            <a:rPr kumimoji="1" lang="en-US" altLang="zh-CN" sz="1000" kern="12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rPr>
            <a:t>)</a:t>
          </a:r>
          <a:endParaRPr lang="zh-CN" altLang="en-US" sz="1000" kern="1200" dirty="0">
            <a:solidFill>
              <a:schemeClr val="tx1"/>
            </a:solidFill>
          </a:endParaRPr>
        </a:p>
      </dsp:txBody>
      <dsp:txXfrm>
        <a:off x="6337388" y="1420539"/>
        <a:ext cx="1686576" cy="3599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107779-B33F-45A6-0258-3C730656CA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FE3741-CA1A-CF24-9D1D-8D6E8D611D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3311C-1080-4025-A587-3C8245D9CD74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A954B-A1E8-B2C2-2020-94BD11AD66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https://zh.wikipedia.org/zh-hans/%E6%91%A9%E5%B0%94%E5%AE%9A%E5%BE%8B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DAB738-FFA6-DAAC-7B0D-9BC909A2A8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7B472-84CF-4C91-970E-0A87C7012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6173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199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199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1993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1993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16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A8C7-89AC-4F6B-9A18-4150157C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2C82E-EAC7-4C48-BF7B-7891D29C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00CED-E801-49ED-8B36-2FBC2E4A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079D5-9D0B-4920-9396-00D1390E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3B0D-D03E-4FF1-8455-169727A2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44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60" r:id="rId6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engfan85@gmail.com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Introduction to Computation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Autumn, 2023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29D53E-C1DA-696C-E1A4-D7F86C9A4FB5}"/>
              </a:ext>
            </a:extLst>
          </p:cNvPr>
          <p:cNvSpPr txBox="1"/>
          <p:nvPr/>
        </p:nvSpPr>
        <p:spPr>
          <a:xfrm>
            <a:off x="485875" y="2940517"/>
            <a:ext cx="33746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Prof. Fan Cheng</a:t>
            </a:r>
          </a:p>
          <a:p>
            <a:endParaRPr lang="en-US" altLang="zh-CN" sz="180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Shanghai Jiao</a:t>
            </a:r>
            <a:r>
              <a:rPr lang="zh-CN" altLang="en-US" sz="1800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Tong</a:t>
            </a:r>
            <a:r>
              <a:rPr lang="zh-CN" altLang="en-US" sz="1800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University</a:t>
            </a:r>
          </a:p>
          <a:p>
            <a:endParaRPr lang="en-US" altLang="zh-CN" sz="180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zh-CN"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chengfan85@gmail.com</a:t>
            </a:r>
          </a:p>
          <a:p>
            <a:r>
              <a:rPr lang="en-US" altLang="zh-CN"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https://github.com/ichengfan/itc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1CE1390-9B40-D128-10DE-B3D4BF208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393" y="282121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Premium Vector | Cute green tree python cartoon">
            <a:extLst>
              <a:ext uri="{FF2B5EF4-FFF2-40B4-BE49-F238E27FC236}">
                <a16:creationId xmlns:a16="http://schemas.microsoft.com/office/drawing/2014/main" id="{9523B336-F19A-74D7-CDCC-0FBD65514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392" y="403808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mage result for eight queen">
            <a:extLst>
              <a:ext uri="{FF2B5EF4-FFF2-40B4-BE49-F238E27FC236}">
                <a16:creationId xmlns:a16="http://schemas.microsoft.com/office/drawing/2014/main" id="{45FA32D7-511A-5702-70B3-E79FE5E7C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927" y="4038079"/>
            <a:ext cx="914399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8E3321-AFAD-DA97-7998-BDE1FDB520BE}"/>
              </a:ext>
            </a:extLst>
          </p:cNvPr>
          <p:cNvGrpSpPr/>
          <p:nvPr/>
        </p:nvGrpSpPr>
        <p:grpSpPr>
          <a:xfrm>
            <a:off x="6797927" y="2821214"/>
            <a:ext cx="914400" cy="914400"/>
            <a:chOff x="6180217" y="2783700"/>
            <a:chExt cx="914400" cy="91440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067C357-9C88-469B-8B86-8BB2377B722B}"/>
                </a:ext>
              </a:extLst>
            </p:cNvPr>
            <p:cNvSpPr txBox="1"/>
            <p:nvPr/>
          </p:nvSpPr>
          <p:spPr>
            <a:xfrm>
              <a:off x="6180217" y="2783700"/>
              <a:ext cx="914400" cy="9144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pic>
          <p:nvPicPr>
            <p:cNvPr id="3" name="Picture 6">
              <a:extLst>
                <a:ext uri="{FF2B5EF4-FFF2-40B4-BE49-F238E27FC236}">
                  <a16:creationId xmlns:a16="http://schemas.microsoft.com/office/drawing/2014/main" id="{478E7E78-CDAB-D84B-9E15-776BF66E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18" y="2783700"/>
              <a:ext cx="837395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Review of Past Lectures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Style Guide for Python Code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Practice problems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5C28901-C9EF-50D4-0C85-DBACF2C42A11}"/>
              </a:ext>
            </a:extLst>
          </p:cNvPr>
          <p:cNvSpPr/>
          <p:nvPr/>
        </p:nvSpPr>
        <p:spPr>
          <a:xfrm>
            <a:off x="1785180" y="998621"/>
            <a:ext cx="1005840" cy="100584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/>
              <a:t>8</a:t>
            </a:r>
            <a:endParaRPr lang="zh-CN" altLang="en-US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Review of Past Lectures</a:t>
            </a:r>
          </a:p>
        </p:txBody>
      </p:sp>
    </p:spTree>
    <p:extLst>
      <p:ext uri="{BB962C8B-B14F-4D97-AF65-F5344CB8AC3E}">
        <p14:creationId xmlns:p14="http://schemas.microsoft.com/office/powerpoint/2010/main" val="117857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99BFC-D0D9-9908-494B-D9CB310C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Programming language</a:t>
            </a:r>
            <a:br>
              <a:rPr kumimoji="1" lang="en" altLang="zh-CN"/>
            </a:br>
            <a:br>
              <a:rPr kumimoji="1" lang="en" altLang="zh-CN"/>
            </a:b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FE813B-C8CE-2436-14FF-12CF09E27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663969"/>
          </a:xfrm>
        </p:spPr>
        <p:txBody>
          <a:bodyPr numCol="2">
            <a:noAutofit/>
          </a:bodyPr>
          <a:lstStyle/>
          <a:p>
            <a:r>
              <a:rPr kumimoji="1" lang="en-US" altLang="zh-CN" sz="1400" dirty="0">
                <a:solidFill>
                  <a:schemeClr val="bg2"/>
                </a:solidFill>
              </a:rPr>
              <a:t>A</a:t>
            </a:r>
            <a:r>
              <a:rPr kumimoji="1" lang="en" altLang="zh-CN" sz="1400" dirty="0">
                <a:solidFill>
                  <a:schemeClr val="bg2"/>
                </a:solidFill>
              </a:rPr>
              <a:t>ll the popular PLs consisits of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Input and output</a:t>
            </a:r>
          </a:p>
          <a:p>
            <a:pPr lvl="2">
              <a:buClr>
                <a:schemeClr val="tx2"/>
              </a:buClr>
              <a:buSzPct val="77000"/>
            </a:pPr>
            <a:r>
              <a:rPr kumimoji="1" lang="en" altLang="zh-CN" sz="1200" dirty="0">
                <a:solidFill>
                  <a:schemeClr val="bg2"/>
                </a:solidFill>
              </a:rPr>
              <a:t>input(), print()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Types and variables</a:t>
            </a:r>
          </a:p>
          <a:p>
            <a:pPr lvl="2">
              <a:buSzPct val="77000"/>
            </a:pPr>
            <a:r>
              <a:rPr kumimoji="1" lang="en" altLang="zh-CN" sz="1200" dirty="0">
                <a:solidFill>
                  <a:schemeClr val="bg2"/>
                </a:solidFill>
              </a:rPr>
              <a:t>type(), id(), int(), float(), str(), chr(), ord()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Basic expressions: logic, mathematics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Conditional expression</a:t>
            </a:r>
          </a:p>
          <a:p>
            <a:pPr lvl="2">
              <a:buSzPct val="77000"/>
            </a:pPr>
            <a:r>
              <a:rPr kumimoji="1" lang="en" altLang="zh-CN" sz="1200" dirty="0">
                <a:solidFill>
                  <a:schemeClr val="bg2"/>
                </a:solidFill>
              </a:rPr>
              <a:t>Code block and </a:t>
            </a:r>
            <a:r>
              <a:rPr kumimoji="1" lang="en-US" altLang="zh-CN" sz="1200" dirty="0">
                <a:solidFill>
                  <a:schemeClr val="bg2"/>
                </a:solidFill>
              </a:rPr>
              <a:t>indentation</a:t>
            </a:r>
            <a:endParaRPr kumimoji="1" lang="en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Loop expression</a:t>
            </a:r>
          </a:p>
          <a:p>
            <a:pPr lvl="2">
              <a:buSzPct val="77000"/>
            </a:pPr>
            <a:r>
              <a:rPr kumimoji="1" lang="en-US" altLang="zh-CN" sz="1200" dirty="0">
                <a:solidFill>
                  <a:schemeClr val="bg2"/>
                </a:solidFill>
              </a:rPr>
              <a:t>while,</a:t>
            </a:r>
            <a:r>
              <a:rPr kumimoji="1" lang="zh-CN" altLang="en-US" sz="1200" dirty="0">
                <a:solidFill>
                  <a:schemeClr val="bg2"/>
                </a:solidFill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</a:rPr>
              <a:t>for,</a:t>
            </a:r>
            <a:r>
              <a:rPr kumimoji="1" lang="zh-CN" altLang="en-US" sz="1200" dirty="0">
                <a:solidFill>
                  <a:schemeClr val="bg2"/>
                </a:solidFill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</a:rPr>
              <a:t>break</a:t>
            </a:r>
            <a:endParaRPr kumimoji="1" lang="en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Function</a:t>
            </a:r>
          </a:p>
          <a:p>
            <a:pPr lvl="2">
              <a:buSzPct val="77000"/>
            </a:pPr>
            <a:r>
              <a:rPr kumimoji="1" lang="en" altLang="zh-CN" sz="1200" dirty="0">
                <a:solidFill>
                  <a:schemeClr val="bg2"/>
                </a:solidFill>
              </a:rPr>
              <a:t>Parameters and return values 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File</a:t>
            </a:r>
          </a:p>
          <a:p>
            <a:pPr lvl="2">
              <a:buSzPct val="77000"/>
            </a:pPr>
            <a:r>
              <a:rPr kumimoji="1" lang="en-US" altLang="zh-CN" sz="1200" dirty="0">
                <a:solidFill>
                  <a:schemeClr val="bg2"/>
                </a:solidFill>
              </a:rPr>
              <a:t>To</a:t>
            </a:r>
            <a:r>
              <a:rPr kumimoji="1" lang="zh-CN" altLang="en-US" sz="1200" dirty="0">
                <a:solidFill>
                  <a:schemeClr val="bg2"/>
                </a:solidFill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</a:rPr>
              <a:t>be</a:t>
            </a:r>
            <a:r>
              <a:rPr kumimoji="1" lang="zh-CN" altLang="en-US" sz="1200" dirty="0">
                <a:solidFill>
                  <a:schemeClr val="bg2"/>
                </a:solidFill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</a:rPr>
              <a:t>introduced</a:t>
            </a:r>
          </a:p>
          <a:p>
            <a:pPr>
              <a:buSzPct val="77000"/>
            </a:pPr>
            <a:r>
              <a:rPr kumimoji="1" lang="en-US" altLang="zh-CN" sz="1600" dirty="0">
                <a:solidFill>
                  <a:schemeClr val="bg2"/>
                </a:solidFill>
              </a:rPr>
              <a:t>Advanced</a:t>
            </a:r>
          </a:p>
          <a:p>
            <a:pPr lvl="1">
              <a:buSzPct val="77000"/>
            </a:pPr>
            <a:r>
              <a:rPr kumimoji="1" lang="en-US" altLang="zh-CN" sz="1200" dirty="0">
                <a:solidFill>
                  <a:schemeClr val="bg2"/>
                </a:solidFill>
              </a:rPr>
              <a:t>Class and</a:t>
            </a:r>
            <a:r>
              <a:rPr kumimoji="1" lang="zh-CN" altLang="en-US" sz="1200" dirty="0">
                <a:solidFill>
                  <a:schemeClr val="bg2"/>
                </a:solidFill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</a:rPr>
              <a:t>OO</a:t>
            </a:r>
          </a:p>
          <a:p>
            <a:pPr lvl="1">
              <a:buSzPct val="77000"/>
            </a:pPr>
            <a:r>
              <a:rPr kumimoji="1" lang="en-US" altLang="zh-CN" sz="1200" dirty="0">
                <a:solidFill>
                  <a:schemeClr val="bg2"/>
                </a:solidFill>
              </a:rPr>
              <a:t>Exception</a:t>
            </a:r>
          </a:p>
          <a:p>
            <a:pPr lvl="1">
              <a:buSzPct val="77000"/>
            </a:pPr>
            <a:r>
              <a:rPr kumimoji="1" lang="en-US" altLang="zh-CN" sz="1200" dirty="0">
                <a:solidFill>
                  <a:schemeClr val="bg2"/>
                </a:solidFill>
              </a:rPr>
              <a:t>Functional Programming etc.</a:t>
            </a:r>
          </a:p>
          <a:p>
            <a:pPr lvl="1">
              <a:buSzPct val="77000"/>
            </a:pPr>
            <a:r>
              <a:rPr kumimoji="1" lang="en-US" altLang="zh-CN" sz="1200" dirty="0">
                <a:solidFill>
                  <a:schemeClr val="bg2"/>
                </a:solidFill>
              </a:rPr>
              <a:t>Standard library</a:t>
            </a:r>
            <a:endParaRPr kumimoji="1" lang="en" altLang="zh-CN" sz="1200" dirty="0">
              <a:solidFill>
                <a:schemeClr val="bg2"/>
              </a:solidFill>
            </a:endParaRP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When you have fully master</a:t>
            </a:r>
            <a:r>
              <a:rPr kumimoji="1" lang="en-US" altLang="zh-CN" sz="1400" dirty="0">
                <a:solidFill>
                  <a:schemeClr val="bg2"/>
                </a:solidFill>
              </a:rPr>
              <a:t>ed</a:t>
            </a:r>
            <a:r>
              <a:rPr kumimoji="1" lang="en" altLang="zh-CN" sz="1400" dirty="0">
                <a:solidFill>
                  <a:schemeClr val="bg2"/>
                </a:solidFill>
              </a:rPr>
              <a:t> one, you could learn another very shortly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Don’t learn programming languages but </a:t>
            </a:r>
            <a:r>
              <a:rPr kumimoji="1" lang="en" altLang="zh-CN" sz="1200" dirty="0">
                <a:solidFill>
                  <a:schemeClr val="tx1"/>
                </a:solidFill>
              </a:rPr>
              <a:t>learn how to program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You should master 2-3 PLs and use them as your handy tools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Learn C in  two days. </a:t>
            </a:r>
            <a:r>
              <a:rPr kumimoji="1" lang="en" altLang="zh-CN" sz="1200" dirty="0">
                <a:solidFill>
                  <a:schemeClr val="bg2"/>
                </a:solidFill>
                <a:sym typeface="Wingdings" panose="05000000000000000000" pitchFamily="2" charset="2"/>
              </a:rPr>
              <a:t></a:t>
            </a:r>
            <a:endParaRPr kumimoji="1" lang="en" altLang="zh-CN" sz="1200" dirty="0">
              <a:solidFill>
                <a:schemeClr val="bg2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536D205-5A02-A13D-A709-5C3DCB617511}"/>
              </a:ext>
            </a:extLst>
          </p:cNvPr>
          <p:cNvSpPr/>
          <p:nvPr/>
        </p:nvSpPr>
        <p:spPr>
          <a:xfrm>
            <a:off x="6284333" y="4340354"/>
            <a:ext cx="2026748" cy="358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ource Sans Pro"/>
                <a:ea typeface="华文楷体" panose="02010600040101010101" pitchFamily="2" charset="-122"/>
                <a:cs typeface="Times New Roman" panose="02020603050405020304" pitchFamily="18" charset="0"/>
                <a:sym typeface="Source Sans Pro"/>
              </a:rPr>
              <a:t>Practice makes perfect</a:t>
            </a:r>
            <a:endParaRPr lang="en-US" altLang="zh-CN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681359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6EE5-58EC-7846-B8F7-6EEE533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人类思考的特点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AD83-4414-7549-974E-EC2061919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大脑不适合高强度，长时间的逻辑思维活动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大脑更喜欢音乐、游戏、诗歌等活动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编程是一个对脑力、逻辑思维能力要求很高的活动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手、脑、逻辑思维、语言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短时间内，任务量要合理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are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smart~~!</a:t>
            </a: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智者千虑必有一失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需要从制度上面保证正确性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特别是初学者，按照套路来，要讲究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wood</a:t>
            </a: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从每一个角度减少犯错的概率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1854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0233-11E5-40C0-A6FF-5F76085C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先谋划好、想清楚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6443B-14AB-45CC-91B6-4B2928AB2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不谋全局者不足以谋一隅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不谋万世者不足以谋一时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不预则废</a:t>
            </a:r>
            <a:endParaRPr lang="en-US" altLang="zh-CN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要实现哪些功能，用到哪些语法，写哪些函数</a:t>
            </a:r>
            <a:endParaRPr lang="en-US" altLang="zh-CN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如果你想的都是错的，那写的肯定也是错的</a:t>
            </a:r>
            <a:endParaRPr lang="en-US" altLang="zh-CN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推倒重来</a:t>
            </a:r>
            <a:endParaRPr lang="en-US" altLang="zh-CN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忌讳：面多加水，水多加面</a:t>
            </a:r>
            <a:endParaRPr lang="en-US" altLang="zh-CN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232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5DD8-EA70-0041-AC9C-4DBDD0DF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编码与测试交叉进行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C4DBB-8D9E-7A4D-B60C-75B6E6B4A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一边写，一边测试，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3-5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行就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Run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一次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一边测试，一边写：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有些核心功能的选择可能要先测试一些方案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一个个功能实现，一个个调试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大法：输出中间变量的值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imHei" panose="02010609060101010101" pitchFamily="49" charset="-122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最常见的问题：我的程序没有反应怎么办？？？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8962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8C34-1A22-4BBD-BF7B-C892F2D0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类</a:t>
            </a:r>
            <a:r>
              <a:rPr lang="en-US" altLang="zh-CN" dirty="0"/>
              <a:t>,</a:t>
            </a:r>
            <a:r>
              <a:rPr lang="zh-CN" altLang="en-US" dirty="0"/>
              <a:t> 模块</a:t>
            </a:r>
            <a:r>
              <a:rPr lang="en-US" altLang="zh-CN" dirty="0"/>
              <a:t>)</a:t>
            </a:r>
            <a:r>
              <a:rPr lang="zh-CN" altLang="en-US" dirty="0"/>
              <a:t>：分而治之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0EE3-D956-425B-940F-718000EC1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函数和函数之间没有耦合性，变量不会互相影响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预防不小心重赋值、修改等等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后面修改的时候不用考虑前面的实现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人的视力的注意力范围也是有限的：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行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函数规模越小，人脑要检查、思考的地方就越少，越容易做好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保证前面每个小的模块是对的，后面整个程序运行测试越容易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debug</a:t>
            </a: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简单、明了、结构清晰是程序正确的制度保证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把功能拆分开，不要从头写到尾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小的功能用函数单独表示，单独测试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函数定义的语句和执行的语句分开，不要混写在一起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固定的系统参数用变量事先写好，不要每次都再手写：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limit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1000000</a:t>
            </a: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一个核心功能不要超过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35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行，超过要尽量写成几个函数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循环不要超过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轮，超过要写成函数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有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轮的循环，不要嵌套复杂逻辑语句，否则把里面的程序用单独的函数表示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56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0948-6704-461D-9E44-18A3C81A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不要玩火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97A56-1EAC-4559-8088-4911B3AC0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准确才能保证最后正确 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int(4.999999) int(4.99999999999999999)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用最简单、最可靠、最熟悉的语法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不要用来路不明的用法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有问题问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Google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和</a:t>
            </a:r>
            <a:r>
              <a:rPr lang="en-US" altLang="zh-CN" sz="14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Stackoverflow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要找到正确、准确的答案，不是所有的信息都是有益的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浮点数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 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和 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//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，能够整数就一定要整除，尽量不要用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int()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转换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**</a:t>
            </a:r>
            <a:endParaRPr lang="en-US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93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3DF7-1326-7746-82F2-94B0BA65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效率问题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FA23C-58A7-7D49-A155-36957CFF1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牢记各个语法的复杂度，实现做预判。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CPU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速度：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个指令每秒</a:t>
                </a:r>
                <a:endParaRPr lang="en-US" sz="1400" dirty="0">
                  <a:solidFill>
                    <a:schemeClr val="bg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不要重复计算：譬如要计算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f=y(n)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*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y(n)+y(n)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，那我们计算一次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y(n)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就可以反复用了，不然就是重复计算</a:t>
                </a:r>
                <a:endParaRPr lang="en-CN" sz="1400" dirty="0">
                  <a:solidFill>
                    <a:schemeClr val="bg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如果知道了一个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list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的规模，一次性把内存空间分配好。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altLang="zh-CN" sz="1400" dirty="0" err="1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lst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 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 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[0]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*</a:t>
                </a:r>
                <a:r>
                  <a:rPr lang="en-US" altLang="zh-CN" sz="1400" dirty="0" err="1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maxsize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pPr lvl="1"/>
                <a:r>
                  <a:rPr lang="zh-CN" altLang="en-US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不要反复</a:t>
                </a:r>
                <a:r>
                  <a:rPr lang="en-US" altLang="zh-CN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append().</a:t>
                </a:r>
                <a:r>
                  <a:rPr lang="zh-CN" altLang="en-US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 反复</a:t>
                </a:r>
                <a:r>
                  <a:rPr lang="en-US" altLang="zh-CN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append</a:t>
                </a:r>
                <a:r>
                  <a:rPr lang="zh-CN" altLang="en-US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需要时间</a:t>
                </a:r>
                <a:r>
                  <a:rPr lang="en-US" altLang="zh-CN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List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操作尽量不要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insert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或者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delete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，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delete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可以采用标记为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-1</a:t>
                </a:r>
                <a:r>
                  <a:rPr lang="zh-CN" altLang="en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的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方法</a:t>
                </a:r>
                <a:endParaRPr lang="en-US" altLang="zh-CN" sz="1400" dirty="0">
                  <a:solidFill>
                    <a:schemeClr val="bg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不要重复、</a:t>
                </a:r>
                <a:r>
                  <a:rPr lang="zh-CN" altLang="en-CN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反复的</a:t>
                </a:r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建立新的数据结构，尽量重用</a:t>
                </a:r>
                <a:endParaRPr lang="en-US" altLang="zh-CN" sz="1400" dirty="0">
                  <a:solidFill>
                    <a:schemeClr val="bg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zh-CN" altLang="en-US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特别是循环在内部，如果每轮都建立很大的</a:t>
                </a:r>
                <a:r>
                  <a:rPr lang="en-US" altLang="zh-CN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list/</a:t>
                </a:r>
                <a:r>
                  <a:rPr lang="en-US" altLang="zh-CN" sz="1200" dirty="0" err="1">
                    <a:solidFill>
                      <a:schemeClr val="bg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ditc</a:t>
                </a:r>
                <a:r>
                  <a:rPr lang="zh-CN" altLang="en-US" sz="12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会很耗时间和空间</a:t>
                </a:r>
                <a:endParaRPr lang="en-US" altLang="zh-CN" sz="1200" dirty="0">
                  <a:solidFill>
                    <a:schemeClr val="bg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zh-CN" altLang="en-US" sz="1400" dirty="0">
                    <a:solidFill>
                      <a:schemeClr val="bg2"/>
                    </a:solidFill>
                    <a:latin typeface="Source Sans Pro" panose="020B0503030403020204" pitchFamily="34" charset="0"/>
                    <a:ea typeface="SimHei" panose="02010609060101010101" pitchFamily="49" charset="-122"/>
                  </a:rPr>
                  <a:t>尽可能优化：二分等等</a:t>
                </a:r>
                <a:endParaRPr lang="en-US" altLang="zh-CN" sz="1400" dirty="0">
                  <a:solidFill>
                    <a:schemeClr val="bg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FA23C-58A7-7D49-A155-36957CFF1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12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B630-0C58-2D44-87E4-B7528296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有技术难题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5DF6-9639-A44C-9617-27D50ADD8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</a:t>
            </a:r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oogle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 英文关键字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直接贴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python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报错的关键词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4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Stackoverflow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：全世界最优秀的程序员集散地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他们可能就是写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python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语言的人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imHei" panose="02010609060101010101" pitchFamily="49" charset="-122"/>
            </a:endParaRPr>
          </a:p>
          <a:p>
            <a:r>
              <a:rPr lang="en-US" altLang="zh-CN" sz="1600" dirty="0" err="1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Github</a:t>
            </a:r>
            <a:endParaRPr lang="en-US" altLang="zh-CN" sz="1600" dirty="0">
              <a:solidFill>
                <a:schemeClr val="bg2"/>
              </a:solidFill>
              <a:latin typeface="Source Sans Pro" panose="020B0503030403020204" pitchFamily="34" charset="0"/>
              <a:ea typeface="SimHei" panose="02010609060101010101" pitchFamily="49" charset="-122"/>
            </a:endParaRPr>
          </a:p>
          <a:p>
            <a:pPr lvl="1"/>
            <a:r>
              <a:rPr lang="en-US" sz="1200" dirty="0" err="1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世界上所有的源代码</a:t>
            </a:r>
            <a:endParaRPr lang="en-US" sz="1200" dirty="0">
              <a:solidFill>
                <a:schemeClr val="bg2"/>
              </a:solidFill>
              <a:latin typeface="Source Sans Pro" panose="020B0503030403020204" pitchFamily="34" charset="0"/>
              <a:ea typeface="SimHei" panose="02010609060101010101" pitchFamily="49" charset="-122"/>
            </a:endParaRPr>
          </a:p>
          <a:p>
            <a:r>
              <a:rPr lang="en-US" sz="16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Wikipedia</a:t>
            </a:r>
          </a:p>
          <a:p>
            <a:pPr lvl="1"/>
            <a:r>
              <a:rPr lang="en-US" sz="1200" dirty="0" err="1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世界上最全的百科全书</a:t>
            </a:r>
            <a:endParaRPr lang="en-US" sz="1200" dirty="0">
              <a:solidFill>
                <a:schemeClr val="bg2"/>
              </a:solidFill>
              <a:latin typeface="Source Sans Pro" panose="020B0503030403020204" pitchFamily="34" charset="0"/>
              <a:ea typeface="SimHei" panose="02010609060101010101" pitchFamily="49" charset="-122"/>
            </a:endParaRPr>
          </a:p>
          <a:p>
            <a:pPr lvl="1"/>
            <a:endParaRPr lang="en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82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2268-D84E-7642-82D7-0987CECD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形成自己的风格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20188-E933-5B4A-A8E1-E2BC236CC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建立自己的基本套路</a:t>
            </a:r>
            <a:endParaRPr lang="en-US" altLang="zh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在写代码的过程中，积累成功经验、套路</a:t>
            </a:r>
            <a:endParaRPr lang="en-US" altLang="zh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分析失败、错误的教训，避免再犯</a:t>
            </a:r>
            <a:endParaRPr lang="en-US" altLang="zh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遇到一些容易出错的地方马上能警觉，反复测试验证</a:t>
            </a:r>
            <a:endParaRPr lang="en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609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A8E7-A2F4-044E-A370-BAF34481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写程序并不困难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F377-F60A-354E-AC25-48754F67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看起来容易，做起来难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多练习是写好代码的唯一途径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多看优秀的代码</a:t>
            </a:r>
            <a:r>
              <a:rPr lang="en-US" altLang="zh-CN" sz="14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github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altLang="zh-CN" sz="14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stackoverflow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把自己的代码给优秀的人看看，互相看看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注意细节，不断积累改进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各做各的，各有高峰，不要攀比</a:t>
            </a: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有耐心，多问，多思考，多测试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1353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7EFE-E711-4DC1-94AA-C16FDDCD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多看看 </a:t>
            </a:r>
            <a:r>
              <a:rPr lang="en-US" dirty="0"/>
              <a:t>import this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738F4-AC93-F4D5-8885-A70730ED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35" y="1144079"/>
            <a:ext cx="4847529" cy="36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1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53210-5C3E-E7D8-D673-759E2F6D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/>
              <a:t>Bug-free</a:t>
            </a:r>
            <a:r>
              <a:rPr kumimoji="1" lang="zh-CN" altLang="en-US"/>
              <a:t> </a:t>
            </a:r>
            <a:r>
              <a:rPr kumimoji="1" lang="en-US" altLang="zh-CN"/>
              <a:t>code and</a:t>
            </a:r>
            <a:r>
              <a:rPr kumimoji="1" lang="zh-CN" altLang="en-US"/>
              <a:t> </a:t>
            </a:r>
            <a:r>
              <a:rPr kumimoji="1" lang="en-US" altLang="zh-CN"/>
              <a:t>Debug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5B3CE-7A64-D0F5-A7DD-3DC1B1FF6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708283"/>
          </a:xfrm>
        </p:spPr>
        <p:txBody>
          <a:bodyPr numCol="2">
            <a:norm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反复思考程序大的框架，谋定而后动</a:t>
            </a:r>
            <a:endParaRPr kumimoji="1"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模块、类、函数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算法、数据结构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能正确运行的代码才是好的代码</a:t>
            </a:r>
            <a:endParaRPr kumimoji="1"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先实现功能，再优化性能，不要提前优化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提前优化会把系统实现复杂化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kumimoji="1" lang="zh-CN" altLang="en-US" sz="15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保证代码结构的清晰和简介</a:t>
            </a:r>
            <a:endParaRPr kumimoji="1" lang="en-US" altLang="zh-CN" sz="15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循环深度不超过两轮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单个函数的长度不要过长（</a:t>
            </a:r>
            <a:r>
              <a:rPr kumimoji="1" lang="en-US" altLang="zh-CN" sz="13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25-35</a:t>
            </a:r>
            <a:r>
              <a:rPr kumimoji="1" lang="zh-CN" altLang="en-US" sz="1300" dirty="0">
                <a:solidFill>
                  <a:schemeClr val="tx1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行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）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多用函数、类、包等机制来隔离代码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Zen of Python</a:t>
            </a:r>
          </a:p>
          <a:p>
            <a:r>
              <a:rPr kumimoji="1" lang="zh-CN" altLang="en-US" sz="15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多试运行</a:t>
            </a:r>
            <a:endParaRPr kumimoji="1" lang="en-US" altLang="zh-CN" sz="15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一边编码，一边试运行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3-5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行运行一次，看看输出是否正确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注意边界条件：</a:t>
            </a:r>
            <a:r>
              <a:rPr kumimoji="1" lang="en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x=[], </a:t>
            </a:r>
            <a:r>
              <a:rPr kumimoji="1" lang="en" altLang="zh-CN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“”</a:t>
            </a:r>
            <a:r>
              <a:rPr kumimoji="1" lang="en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(,), 0, None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实现每个功能后都做调试，保证前面不错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一个大的功能完成后先反复试运行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kumimoji="1" lang="zh-CN" altLang="en-US" sz="15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调试</a:t>
            </a:r>
            <a:endParaRPr kumimoji="1" lang="en-US" altLang="zh-CN" sz="15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每个中间的重要数据，保证中间状态正确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IDE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提供的</a:t>
            </a:r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debug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功能，但不建议初学者用这个</a:t>
            </a:r>
            <a:endParaRPr kumimoji="1" lang="en-US" altLang="zh-CN" sz="13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初学者的代码可能不超过</a:t>
            </a:r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300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行，可以依靠观察能力和</a:t>
            </a:r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kumimoji="1" lang="zh-CN" altLang="en-US" sz="1300" dirty="0">
                <a:solidFill>
                  <a:schemeClr val="bg2"/>
                </a:solidFill>
                <a:latin typeface="Source Sans Pro" panose="020B0503030403020204" pitchFamily="34" charset="0"/>
                <a:ea typeface="SimHei" panose="02010609060101010101" pitchFamily="49" charset="-122"/>
              </a:rPr>
              <a:t>来</a:t>
            </a:r>
            <a:r>
              <a:rPr kumimoji="1" lang="en-US" altLang="zh-CN" sz="13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debug</a:t>
            </a:r>
            <a:endParaRPr kumimoji="1"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kumimoji="1" lang="zh-CN" altLang="en-US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335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73E9-A7AD-D6A3-F907-D446BAE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Common </a:t>
            </a:r>
            <a:r>
              <a:rPr lang="en-US"/>
              <a:t>Errors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76929-27F8-1ED6-BE45-CA3DF1C8F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TypeError</a:t>
            </a:r>
          </a:p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NameError</a:t>
            </a:r>
          </a:p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None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SyntaxError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IndentationError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AttributeError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ZeroDivisionError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测试每个函数、每种可能情况</a:t>
            </a:r>
            <a:endParaRPr lang="en-US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注意特殊输入，譬如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n=0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，字符串为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””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，列表为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[]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，字典为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{}</a:t>
            </a:r>
          </a:p>
          <a:p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Debug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：强烈建议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大法，在每个关键步骤后输出变量信息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程序没有反应怎么办</a:t>
            </a:r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在一些关键的步骤前后加入 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print()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设置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break point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从小的开始，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n=0,1,2……, </a:t>
            </a:r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不要一开始就是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0xFFFFFFFF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一个个功能的编写，写一个测试一个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循环不要超过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层，如果两层循环还嵌套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if</a:t>
            </a:r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判断，建议写成单独的函数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函数虽然</a:t>
            </a:r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logic</a:t>
            </a:r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上比直接写命令复杂，但是在理解上更直观，功能上独立，不会互相干扰。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结构化、标准化是工业流水线生产的重要举措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比混在一起编写好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人的脑力是会疲劳的，长期的逻辑思维肯定会有疏漏，用系统提供的功能，更好的辅助编程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一些系统参数用变量来表示</a:t>
            </a:r>
          </a:p>
          <a:p>
            <a:pPr lvl="1"/>
            <a:r>
              <a:rPr lang="zh-CN" altLang="en-US" sz="10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把常量，变量，函数，都分类放置</a:t>
            </a:r>
          </a:p>
          <a:p>
            <a:pPr lvl="1"/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concise</a:t>
            </a:r>
          </a:p>
          <a:p>
            <a:endParaRPr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835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53210-5C3E-E7D8-D673-759E2F6D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 dirty="0"/>
              <a:t>Leetcode</a:t>
            </a:r>
            <a:r>
              <a:rPr kumimoji="1" lang="zh-CN" altLang="en-US" dirty="0"/>
              <a:t>练习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5B3CE-7A64-D0F5-A7DD-3DC1B1FF6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766034"/>
          </a:xfrm>
        </p:spPr>
        <p:txBody>
          <a:bodyPr>
            <a:no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从简单题目开始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自己写代码，能写出来就可以了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AC</a:t>
            </a:r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就是最好的</a:t>
            </a:r>
            <a:endParaRPr kumimoji="1" lang="en-US" altLang="zh-CN" sz="12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本课程只是让大家大量的练习语法，多了解</a:t>
            </a:r>
            <a:r>
              <a:rPr kumimoji="1"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CS</a:t>
            </a:r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的问题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困难的题目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看参考样例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看懂、自己能仿照写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回过头自己多写几遍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不会写的原因是写的少了，见得少了，想的少了</a:t>
            </a:r>
            <a:r>
              <a:rPr kumimoji="1" lang="en-US" altLang="zh-CN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: </a:t>
            </a:r>
            <a:r>
              <a:rPr kumimoji="1" lang="en" altLang="zh-CN" sz="1200" dirty="0">
                <a:solidFill>
                  <a:schemeClr val="bg2"/>
                </a:solidFill>
              </a:rPr>
              <a:t>maturity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可以先在</a:t>
            </a:r>
            <a:r>
              <a:rPr kumimoji="1" lang="en" altLang="zh-CN" sz="1400" dirty="0">
                <a:solidFill>
                  <a:schemeClr val="bg2"/>
                </a:solidFill>
              </a:rPr>
              <a:t>vscode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上写好，</a:t>
            </a:r>
            <a:r>
              <a:rPr kumimoji="1" lang="en" altLang="zh-CN" sz="1400" dirty="0">
                <a:solidFill>
                  <a:schemeClr val="bg2"/>
                </a:solidFill>
              </a:rPr>
              <a:t>vscode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可以提供一些辅助功能</a:t>
            </a:r>
            <a:endParaRPr kumimoji="1" lang="en-US" altLang="zh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反复练习：提升速度、减少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bug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刚开始总是困难的，怎么写怎么错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当你超越</a:t>
            </a:r>
            <a:r>
              <a:rPr kumimoji="1" lang="en-US" altLang="zh-CN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50</a:t>
            </a:r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题的时候就会焕然一新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日积月累，</a:t>
            </a:r>
            <a:r>
              <a:rPr kumimoji="1" lang="en-US" altLang="zh-CN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1-2</a:t>
            </a:r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个月可以看到效果</a:t>
            </a: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我们不是为了期末考试而设置课程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目标：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100+100+100</a:t>
            </a:r>
            <a:endParaRPr kumimoji="1" lang="zh-CN" altLang="en-US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C63900A-DFD2-3A22-0726-C3FBFBCB1E37}"/>
              </a:ext>
            </a:extLst>
          </p:cNvPr>
          <p:cNvSpPr/>
          <p:nvPr/>
        </p:nvSpPr>
        <p:spPr>
          <a:xfrm>
            <a:off x="5139891" y="3812101"/>
            <a:ext cx="3692409" cy="9480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突破自己的认知和理解障碍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Source Sans Pro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不贪多，每天保证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3-5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道就足够了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每道题务必做透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刚开始速度慢，一天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3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题，熟练了，可以远远超过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3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题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2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个月的练习到期末前大概可以做完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200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ource Sans Pro"/>
              </a:rPr>
              <a:t>道</a:t>
            </a:r>
          </a:p>
        </p:txBody>
      </p:sp>
    </p:spTree>
    <p:extLst>
      <p:ext uri="{BB962C8B-B14F-4D97-AF65-F5344CB8AC3E}">
        <p14:creationId xmlns:p14="http://schemas.microsoft.com/office/powerpoint/2010/main" val="2944868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E8DE6F2A-5A84-4A7E-C53F-8516293D11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8439195"/>
              </p:ext>
            </p:extLst>
          </p:nvPr>
        </p:nvGraphicFramePr>
        <p:xfrm>
          <a:off x="77003" y="81815"/>
          <a:ext cx="8980370" cy="5019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9159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B47D3-8D64-DA4D-46A5-5CB46FE1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Style Guide for Python Code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4455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B1306-1E80-FBC2-626F-07D39283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Python</a:t>
            </a:r>
            <a:r>
              <a:rPr kumimoji="1" lang="zh-CN" altLang="en-US"/>
              <a:t>规范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EE1E83-B19C-9CEC-EE84-A97BB1313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304023"/>
          </a:xfrm>
        </p:spPr>
        <p:txBody>
          <a:bodyPr>
            <a:no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One of </a:t>
            </a:r>
            <a:r>
              <a:rPr kumimoji="1" lang="en" altLang="zh-CN" sz="1400" dirty="0">
                <a:solidFill>
                  <a:schemeClr val="tx1"/>
                </a:solidFill>
              </a:rPr>
              <a:t>Guido's </a:t>
            </a:r>
            <a:r>
              <a:rPr kumimoji="1" lang="en" altLang="zh-CN" sz="1400" dirty="0">
                <a:solidFill>
                  <a:schemeClr val="bg2"/>
                </a:solidFill>
              </a:rPr>
              <a:t>key insights is that </a:t>
            </a:r>
            <a:r>
              <a:rPr kumimoji="1" lang="en" altLang="zh-CN" sz="1400" dirty="0">
                <a:solidFill>
                  <a:schemeClr val="tx1"/>
                </a:solidFill>
              </a:rPr>
              <a:t>code is read much more often than it is written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import this: </a:t>
            </a:r>
            <a:r>
              <a:rPr kumimoji="1" lang="en" altLang="zh-CN" sz="1400" dirty="0">
                <a:solidFill>
                  <a:schemeClr val="tx1"/>
                </a:solidFill>
              </a:rPr>
              <a:t>Readability counts</a:t>
            </a:r>
          </a:p>
          <a:p>
            <a:r>
              <a:rPr kumimoji="1" lang="en" altLang="zh-CN" sz="1400" dirty="0">
                <a:solidFill>
                  <a:schemeClr val="tx1"/>
                </a:solidFill>
              </a:rPr>
              <a:t>PEP 8 -- Style Guide for Python Code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PEP: Python Enhancement Proposal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  <a:hlinkClick r:id="rId2"/>
              </a:rPr>
              <a:t>https://www.python.org/dev/peps/pep-0008/</a:t>
            </a:r>
            <a:endParaRPr kumimoji="1" lang="en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This document gives coding conventions for the Python code comprising the standard library in the main Python distribution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除了语法上面合格，还要在风格上面保持一致</a:t>
            </a:r>
            <a:endParaRPr kumimoji="1" lang="en-US" altLang="zh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安全生产：不带电操作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; 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电闸的开关为什么要挂在上面，而不是下面？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海恩法则，是航空界关于飞行安全的法则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海恩法则指出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: 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每一起严重事故的背后，必然有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29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次轻微事故</a:t>
            </a:r>
            <a:endParaRPr kumimoji="1" lang="en-US" altLang="zh-CN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114300" indent="0">
              <a:buNone/>
            </a:pP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  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和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300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起未遂先兆以及</a:t>
            </a:r>
            <a:r>
              <a:rPr kumimoji="1" lang="en-US" altLang="zh-CN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1000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起事故隐患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每一个规范，都是血泪教训</a:t>
            </a:r>
          </a:p>
          <a:p>
            <a:endParaRPr kumimoji="1" lang="zh-CN" altLang="en-US" sz="1400" dirty="0">
              <a:solidFill>
                <a:schemeClr val="bg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59A0E87-B4D6-2B86-EDBD-1C1128747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569" y="3339966"/>
            <a:ext cx="2008617" cy="148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814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2A547E-8A64-307D-5D8D-BECA47D46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2962"/>
            <a:ext cx="8520600" cy="4899926"/>
          </a:xfrm>
        </p:spPr>
        <p:txBody>
          <a:bodyPr numCol="2">
            <a:no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Introduction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A Foolish Consistency is the Hobgoblin of Little Minds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Code Lay-out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Indentation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Tabs or Spaces?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Maximum Line Length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Should a Line Break Before or After a Binary Operator?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Blank Lines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Source File Encoding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Imports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Module Level Dunder Names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String Quotes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Whitespace in Expressions and Statements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Pet Peeves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Other Recommendations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When to Use Trailing Commas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Comments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Block Comments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Inline Comments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Documentation Strings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Naming Conventions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Overriding Principle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Descriptive: Naming Styles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Prescriptive: Naming Conventions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Names to Avoid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ASCII Compatibility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Package and Module Names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Class Names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Type Variable Names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Exception Names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Global Variable Names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Function and Variable Names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Function and Method Arguments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Method Names and Instance Variables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Constants</a:t>
            </a:r>
          </a:p>
          <a:p>
            <a:pPr lvl="2">
              <a:buSzPct val="77000"/>
            </a:pPr>
            <a:r>
              <a:rPr kumimoji="1" lang="en" altLang="zh-CN" sz="1000" dirty="0">
                <a:solidFill>
                  <a:schemeClr val="bg2"/>
                </a:solidFill>
              </a:rPr>
              <a:t>Designing for Inheritance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Public and Internal Interfaces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Programming Recommendations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Function Annotations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Variable Annotations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References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Copyright</a:t>
            </a:r>
          </a:p>
        </p:txBody>
      </p:sp>
    </p:spTree>
    <p:extLst>
      <p:ext uri="{BB962C8B-B14F-4D97-AF65-F5344CB8AC3E}">
        <p14:creationId xmlns:p14="http://schemas.microsoft.com/office/powerpoint/2010/main" val="3897965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88173-AB85-4975-5CDC-350099A8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Indentation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B4F8E0-3700-ECA9-E49F-62936D61A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419275"/>
          </a:xfrm>
        </p:spPr>
        <p:txBody>
          <a:bodyPr>
            <a:normAutofit/>
          </a:bodyPr>
          <a:lstStyle/>
          <a:p>
            <a:r>
              <a:rPr kumimoji="1" lang="en" altLang="zh-CN" sz="1400">
                <a:solidFill>
                  <a:schemeClr val="bg2"/>
                </a:solidFill>
              </a:rPr>
              <a:t>Use </a:t>
            </a:r>
            <a:r>
              <a:rPr kumimoji="1" lang="en" altLang="zh-CN" sz="1400">
                <a:solidFill>
                  <a:schemeClr val="tx1"/>
                </a:solidFill>
              </a:rPr>
              <a:t>4 spaces </a:t>
            </a:r>
            <a:r>
              <a:rPr kumimoji="1" lang="en" altLang="zh-CN" sz="1400">
                <a:solidFill>
                  <a:schemeClr val="bg2"/>
                </a:solidFill>
              </a:rPr>
              <a:t>per indentation level</a:t>
            </a:r>
          </a:p>
          <a:p>
            <a:r>
              <a:rPr kumimoji="1" lang="en" altLang="zh-CN" sz="1400">
                <a:solidFill>
                  <a:schemeClr val="bg2"/>
                </a:solidFill>
              </a:rPr>
              <a:t>Continuation lines should align wrapped elements either vertically using Python's implicit line joining inside parentheses, brackets and braces, or using a hanging indent. When using a hanging indent the following should be considered; there should be no arguments on the first line and further indentation should be used to clearly distinguish itself as a continuation line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76FDD14-8B10-42D7-7D28-9554D5B3237E}"/>
              </a:ext>
            </a:extLst>
          </p:cNvPr>
          <p:cNvSpPr/>
          <p:nvPr/>
        </p:nvSpPr>
        <p:spPr>
          <a:xfrm>
            <a:off x="7276332" y="4529432"/>
            <a:ext cx="1429281" cy="358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Source Sans Pro"/>
              </a:rPr>
              <a:t>怎么清晰怎么来</a:t>
            </a:r>
          </a:p>
        </p:txBody>
      </p:sp>
      <p:pic>
        <p:nvPicPr>
          <p:cNvPr id="5" name="图片 4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6ACC079-29A4-4898-1FED-B089AC68C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05" y="2571750"/>
            <a:ext cx="3105930" cy="2252702"/>
          </a:xfrm>
          <a:prstGeom prst="rect">
            <a:avLst/>
          </a:prstGeom>
        </p:spPr>
      </p:pic>
      <p:pic>
        <p:nvPicPr>
          <p:cNvPr id="6" name="图片 5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559103F8-3C36-7771-B285-FC4FAD7DB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085" y="2571750"/>
            <a:ext cx="3691364" cy="181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4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92ABD-6A42-44E5-2EB3-993DF03F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Binary Operator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A222DC-5B37-6012-9CA8-0739A1F83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78456"/>
          </a:xfrm>
        </p:spPr>
        <p:txBody>
          <a:bodyPr>
            <a:noAutofit/>
          </a:bodyPr>
          <a:lstStyle/>
          <a:p>
            <a:r>
              <a:rPr kumimoji="1" lang="en" altLang="zh-CN" sz="1400">
                <a:solidFill>
                  <a:schemeClr val="bg2"/>
                </a:solidFill>
              </a:rPr>
              <a:t>Donald Knuth explains the traditional rule in his Computers and Typesetting series: "Although formulas within a paragraph always break after binary operations and relations, displayed formulas always break before binary operations"</a:t>
            </a:r>
          </a:p>
        </p:txBody>
      </p:sp>
      <p:pic>
        <p:nvPicPr>
          <p:cNvPr id="4" name="图片 3" descr="图形用户界面, 文本, 应用程序&#10;&#10;描述已自动生成">
            <a:extLst>
              <a:ext uri="{FF2B5EF4-FFF2-40B4-BE49-F238E27FC236}">
                <a16:creationId xmlns:a16="http://schemas.microsoft.com/office/drawing/2014/main" id="{E8AAC8DB-658E-01BE-D462-3EAEDCF9B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202" y="2080166"/>
            <a:ext cx="4092476" cy="1346288"/>
          </a:xfrm>
          <a:prstGeom prst="rect">
            <a:avLst/>
          </a:prstGeom>
        </p:spPr>
      </p:pic>
      <p:pic>
        <p:nvPicPr>
          <p:cNvPr id="5" name="图片 4" descr="图形用户界面, 文本, 应用程序&#10;&#10;描述已自动生成">
            <a:extLst>
              <a:ext uri="{FF2B5EF4-FFF2-40B4-BE49-F238E27FC236}">
                <a16:creationId xmlns:a16="http://schemas.microsoft.com/office/drawing/2014/main" id="{C3F7D582-8630-24AE-165E-DAFBA05B8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202" y="3537274"/>
            <a:ext cx="4092476" cy="1350279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F8EC276C-8319-F881-8AD5-2BD629154EE1}"/>
              </a:ext>
            </a:extLst>
          </p:cNvPr>
          <p:cNvSpPr/>
          <p:nvPr/>
        </p:nvSpPr>
        <p:spPr>
          <a:xfrm>
            <a:off x="7276332" y="4529432"/>
            <a:ext cx="1429281" cy="358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Source Sans Pro"/>
              </a:rPr>
              <a:t>怎么漂亮怎么来</a:t>
            </a:r>
          </a:p>
        </p:txBody>
      </p:sp>
    </p:spTree>
    <p:extLst>
      <p:ext uri="{BB962C8B-B14F-4D97-AF65-F5344CB8AC3E}">
        <p14:creationId xmlns:p14="http://schemas.microsoft.com/office/powerpoint/2010/main" val="3059565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F8E3F-7A7E-0D93-6FF3-6F1EF969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import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6D7255-93E3-F21A-8640-DDCA2A1D7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278905"/>
          </a:xfrm>
        </p:spPr>
        <p:txBody>
          <a:bodyPr>
            <a:no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Imports are always put at the top of the file, just after any module comments and docstrings, and before module globals and constants.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Imports should be grouped in the following order: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Standard library imports.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Related third party imports.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Local application/library specific imports.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You should put a blank line between each group of imports.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Absolute imports are recommended, as they are usually more readable and tend to be better behaved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Wildcard imports (from &lt;module&gt; import *) should be avoided</a:t>
            </a:r>
          </a:p>
        </p:txBody>
      </p:sp>
      <p:pic>
        <p:nvPicPr>
          <p:cNvPr id="4" name="图片 3" descr="图片包含 文本&#10;&#10;描述已自动生成">
            <a:extLst>
              <a:ext uri="{FF2B5EF4-FFF2-40B4-BE49-F238E27FC236}">
                <a16:creationId xmlns:a16="http://schemas.microsoft.com/office/drawing/2014/main" id="{7D5F0613-42F1-306D-3351-343F09C6D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442" y="3431380"/>
            <a:ext cx="1895475" cy="800100"/>
          </a:xfrm>
          <a:prstGeom prst="rect">
            <a:avLst/>
          </a:prstGeom>
        </p:spPr>
      </p:pic>
      <p:pic>
        <p:nvPicPr>
          <p:cNvPr id="5" name="图片 4" descr="徽标&#10;&#10;低可信度描述已自动生成">
            <a:extLst>
              <a:ext uri="{FF2B5EF4-FFF2-40B4-BE49-F238E27FC236}">
                <a16:creationId xmlns:a16="http://schemas.microsoft.com/office/drawing/2014/main" id="{BE92BE87-6854-A4CA-DCEB-65FC47F7C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251" y="3431380"/>
            <a:ext cx="2927639" cy="800100"/>
          </a:xfrm>
          <a:prstGeom prst="rect">
            <a:avLst/>
          </a:prstGeom>
        </p:spPr>
      </p:pic>
      <p:pic>
        <p:nvPicPr>
          <p:cNvPr id="6" name="图片 5" descr="图片包含 图形用户界面&#10;&#10;描述已自动生成">
            <a:extLst>
              <a:ext uri="{FF2B5EF4-FFF2-40B4-BE49-F238E27FC236}">
                <a16:creationId xmlns:a16="http://schemas.microsoft.com/office/drawing/2014/main" id="{DC0A3334-2385-F4EF-F0C2-8A763E72B2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8" y="3421246"/>
            <a:ext cx="2800350" cy="1057275"/>
          </a:xfrm>
          <a:prstGeom prst="rect">
            <a:avLst/>
          </a:prstGeom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8DCA324A-A7B5-E1BE-2DAE-B3CD903C543C}"/>
              </a:ext>
            </a:extLst>
          </p:cNvPr>
          <p:cNvSpPr/>
          <p:nvPr/>
        </p:nvSpPr>
        <p:spPr>
          <a:xfrm>
            <a:off x="7488454" y="4560279"/>
            <a:ext cx="1264316" cy="2763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Source Sans Pro"/>
              </a:rPr>
              <a:t>怎么漂亮怎么来</a:t>
            </a:r>
          </a:p>
        </p:txBody>
      </p:sp>
    </p:spTree>
    <p:extLst>
      <p:ext uri="{BB962C8B-B14F-4D97-AF65-F5344CB8AC3E}">
        <p14:creationId xmlns:p14="http://schemas.microsoft.com/office/powerpoint/2010/main" val="3820040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F86F3-2217-E3FA-ECE3-91F234CB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White Space: Pet Peeves</a:t>
            </a:r>
            <a:r>
              <a:rPr kumimoji="1" lang="zh-CN" altLang="en-US"/>
              <a:t> </a:t>
            </a:r>
            <a:r>
              <a:rPr kumimoji="1" lang="en-US" altLang="zh-CN"/>
              <a:t>(1)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D20BDC-D711-EAD1-0FE8-B1A23CA7D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400">
                <a:solidFill>
                  <a:schemeClr val="tx1"/>
                </a:solidFill>
              </a:rPr>
              <a:t>Avoid extraneous </a:t>
            </a:r>
            <a:r>
              <a:rPr kumimoji="1" lang="en" altLang="zh-CN" sz="1400">
                <a:solidFill>
                  <a:schemeClr val="bg2"/>
                </a:solidFill>
              </a:rPr>
              <a:t>whitespace in the following situations:</a:t>
            </a:r>
          </a:p>
          <a:p>
            <a:pPr lvl="1"/>
            <a:r>
              <a:rPr kumimoji="1" lang="en" altLang="zh-CN" sz="1200">
                <a:solidFill>
                  <a:schemeClr val="bg2"/>
                </a:solidFill>
              </a:rPr>
              <a:t>Immediately inside parentheses, brackets or braces:</a:t>
            </a:r>
          </a:p>
          <a:p>
            <a:pPr lvl="1"/>
            <a:endParaRPr kumimoji="1" lang="en" altLang="zh-CN" sz="1600">
              <a:solidFill>
                <a:schemeClr val="bg2"/>
              </a:solidFill>
            </a:endParaRPr>
          </a:p>
          <a:p>
            <a:endParaRPr kumimoji="1" lang="en" altLang="zh-CN" sz="1600">
              <a:solidFill>
                <a:schemeClr val="bg2"/>
              </a:solidFill>
            </a:endParaRPr>
          </a:p>
          <a:p>
            <a:endParaRPr kumimoji="1" lang="en" altLang="zh-CN" sz="1600">
              <a:solidFill>
                <a:schemeClr val="bg2"/>
              </a:solidFill>
            </a:endParaRPr>
          </a:p>
          <a:p>
            <a:endParaRPr kumimoji="1" lang="en" altLang="zh-CN" sz="160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" altLang="zh-CN" sz="1600">
              <a:solidFill>
                <a:schemeClr val="bg2"/>
              </a:solidFill>
            </a:endParaRPr>
          </a:p>
          <a:p>
            <a:pPr lvl="1"/>
            <a:r>
              <a:rPr kumimoji="1" lang="en" altLang="zh-CN" sz="1200">
                <a:solidFill>
                  <a:schemeClr val="bg2"/>
                </a:solidFill>
              </a:rPr>
              <a:t>Between a trailing comma and a following close parenthesis: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53B041E-CD91-16E7-B067-4563D4EF3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86" y="1834644"/>
            <a:ext cx="3104028" cy="1015117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6973BA71-365A-A086-E63F-89DE16D5F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52" y="1834644"/>
            <a:ext cx="3104028" cy="1013677"/>
          </a:xfrm>
          <a:prstGeom prst="rect">
            <a:avLst/>
          </a:prstGeom>
        </p:spPr>
      </p:pic>
      <p:pic>
        <p:nvPicPr>
          <p:cNvPr id="6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6A269B50-8E4C-DB48-55AB-BB768B5E9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86" y="3531930"/>
            <a:ext cx="1838306" cy="1008104"/>
          </a:xfrm>
          <a:prstGeom prst="rect">
            <a:avLst/>
          </a:prstGeom>
        </p:spPr>
      </p:pic>
      <p:pic>
        <p:nvPicPr>
          <p:cNvPr id="7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CC9C540A-A821-8556-B692-AC5F2DB2B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503" y="3565450"/>
            <a:ext cx="1504607" cy="94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91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2E6DD-4490-1C63-20D4-F5A1D259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White Space: Pet Peeves</a:t>
            </a:r>
            <a:r>
              <a:rPr kumimoji="1" lang="zh-CN" altLang="en-US"/>
              <a:t> </a:t>
            </a:r>
            <a:r>
              <a:rPr kumimoji="1" lang="en-US" altLang="zh-CN"/>
              <a:t>(2)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0A9047-7BCA-CC83-D2F2-CCE5065AC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400">
                <a:solidFill>
                  <a:schemeClr val="tx1"/>
                </a:solidFill>
              </a:rPr>
              <a:t>Avoid extraneous </a:t>
            </a:r>
            <a:r>
              <a:rPr kumimoji="1" lang="en" altLang="zh-CN" sz="1400">
                <a:solidFill>
                  <a:schemeClr val="bg2"/>
                </a:solidFill>
              </a:rPr>
              <a:t>whitespace in the following situations:</a:t>
            </a:r>
          </a:p>
          <a:p>
            <a:pPr lvl="1"/>
            <a:r>
              <a:rPr kumimoji="1" lang="en" altLang="zh-CN" sz="1200">
                <a:solidFill>
                  <a:schemeClr val="bg2"/>
                </a:solidFill>
              </a:rPr>
              <a:t>Immediately before a comma, semicolon, or colon:</a:t>
            </a:r>
          </a:p>
          <a:p>
            <a:endParaRPr kumimoji="1" lang="en" altLang="zh-CN" sz="1400">
              <a:solidFill>
                <a:schemeClr val="bg2"/>
              </a:solidFill>
            </a:endParaRPr>
          </a:p>
          <a:p>
            <a:endParaRPr kumimoji="1" lang="en" altLang="zh-CN" sz="1400">
              <a:solidFill>
                <a:schemeClr val="bg2"/>
              </a:solidFill>
            </a:endParaRPr>
          </a:p>
          <a:p>
            <a:endParaRPr kumimoji="1" lang="en" altLang="zh-CN" sz="140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" altLang="zh-CN" sz="140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" altLang="zh-CN" sz="1400">
              <a:solidFill>
                <a:schemeClr val="bg2"/>
              </a:solidFill>
            </a:endParaRPr>
          </a:p>
          <a:p>
            <a:pPr lvl="1"/>
            <a:r>
              <a:rPr kumimoji="1" lang="en" altLang="zh-CN" sz="1200">
                <a:solidFill>
                  <a:schemeClr val="bg2"/>
                </a:solidFill>
              </a:rPr>
              <a:t>Immediately before the open parenthesis that starts the argument list of a function call:</a:t>
            </a:r>
          </a:p>
        </p:txBody>
      </p:sp>
      <p:pic>
        <p:nvPicPr>
          <p:cNvPr id="4" name="Picture 5" descr="Text&#10;&#10;Description automatically generated">
            <a:extLst>
              <a:ext uri="{FF2B5EF4-FFF2-40B4-BE49-F238E27FC236}">
                <a16:creationId xmlns:a16="http://schemas.microsoft.com/office/drawing/2014/main" id="{59F8386A-165E-A6CB-C835-D8EFF32E3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98" y="2003422"/>
            <a:ext cx="3291233" cy="881313"/>
          </a:xfrm>
          <a:prstGeom prst="rect">
            <a:avLst/>
          </a:prstGeom>
        </p:spPr>
      </p:pic>
      <p:pic>
        <p:nvPicPr>
          <p:cNvPr id="5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C6CA5B91-644C-0767-CDCD-8B157C3F2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620" y="2003423"/>
            <a:ext cx="3721794" cy="886896"/>
          </a:xfrm>
          <a:prstGeom prst="rect">
            <a:avLst/>
          </a:prstGeom>
        </p:spPr>
      </p:pic>
      <p:pic>
        <p:nvPicPr>
          <p:cNvPr id="6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EC2739EC-3576-2326-95A8-C5562C5F6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98" y="3209267"/>
            <a:ext cx="1534896" cy="928585"/>
          </a:xfrm>
          <a:prstGeom prst="rect">
            <a:avLst/>
          </a:prstGeom>
        </p:spPr>
      </p:pic>
      <p:pic>
        <p:nvPicPr>
          <p:cNvPr id="7" name="Picture 15" descr="Text&#10;&#10;Description automatically generated with low confidence">
            <a:extLst>
              <a:ext uri="{FF2B5EF4-FFF2-40B4-BE49-F238E27FC236}">
                <a16:creationId xmlns:a16="http://schemas.microsoft.com/office/drawing/2014/main" id="{2BF80AE0-70B9-CE82-D8B8-2C38BEF2E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620" y="3217461"/>
            <a:ext cx="1762075" cy="92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65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57FDE-177C-80B9-909F-E9444C40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White Space: Pet Peeves</a:t>
            </a:r>
            <a:r>
              <a:rPr kumimoji="1" lang="zh-CN" altLang="en-US"/>
              <a:t> </a:t>
            </a:r>
            <a:r>
              <a:rPr kumimoji="1" lang="en-US" altLang="zh-CN"/>
              <a:t>(3)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4EB0F8-FCEE-AB67-CB4F-369BC3985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46028"/>
          </a:xfrm>
        </p:spPr>
        <p:txBody>
          <a:bodyPr>
            <a:normAutofit/>
          </a:bodyPr>
          <a:lstStyle/>
          <a:p>
            <a:r>
              <a:rPr kumimoji="1" lang="en" altLang="zh-CN" sz="1400">
                <a:solidFill>
                  <a:schemeClr val="bg2"/>
                </a:solidFill>
              </a:rPr>
              <a:t>Avoid extraneous whitespace in the following situations:</a:t>
            </a:r>
          </a:p>
          <a:p>
            <a:pPr lvl="1"/>
            <a:r>
              <a:rPr kumimoji="1" lang="en" altLang="zh-CN" sz="1200">
                <a:solidFill>
                  <a:schemeClr val="bg2"/>
                </a:solidFill>
              </a:rPr>
              <a:t>Immediately before the open parenthesis that starts an indexing or slicing:</a:t>
            </a:r>
          </a:p>
          <a:p>
            <a:endParaRPr kumimoji="1" lang="en" altLang="zh-CN" sz="1200">
              <a:solidFill>
                <a:schemeClr val="bg2"/>
              </a:solidFill>
            </a:endParaRPr>
          </a:p>
          <a:p>
            <a:endParaRPr kumimoji="1" lang="en" altLang="zh-CN" sz="120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" altLang="zh-CN" sz="120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" altLang="zh-CN" sz="1200">
              <a:solidFill>
                <a:schemeClr val="bg2"/>
              </a:solidFill>
            </a:endParaRPr>
          </a:p>
          <a:p>
            <a:endParaRPr kumimoji="1" lang="en" altLang="zh-CN" sz="1200">
              <a:solidFill>
                <a:schemeClr val="bg2"/>
              </a:solidFill>
            </a:endParaRPr>
          </a:p>
          <a:p>
            <a:pPr lvl="1"/>
            <a:r>
              <a:rPr kumimoji="1" lang="en" altLang="zh-CN" sz="1200">
                <a:solidFill>
                  <a:schemeClr val="bg2"/>
                </a:solidFill>
              </a:rPr>
              <a:t>More than one space around an assignment (or other) operator to align it with another: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4601ADE-7F47-BD69-CC09-C9FB14027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25" y="1777649"/>
            <a:ext cx="2341741" cy="847117"/>
          </a:xfrm>
          <a:prstGeom prst="rect">
            <a:avLst/>
          </a:prstGeom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33593A97-7750-D017-36CC-DC4EBFB81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77649"/>
            <a:ext cx="2565978" cy="847117"/>
          </a:xfrm>
          <a:prstGeom prst="rect">
            <a:avLst/>
          </a:prstGeom>
        </p:spPr>
      </p:pic>
      <p:pic>
        <p:nvPicPr>
          <p:cNvPr id="6" name="Picture 11" descr="Text, letter&#10;&#10;Description automatically generated">
            <a:extLst>
              <a:ext uri="{FF2B5EF4-FFF2-40B4-BE49-F238E27FC236}">
                <a16:creationId xmlns:a16="http://schemas.microsoft.com/office/drawing/2014/main" id="{A03B2E59-F5B9-300F-25C0-88212EEB4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26" y="3189625"/>
            <a:ext cx="2158432" cy="1340700"/>
          </a:xfrm>
          <a:prstGeom prst="rect">
            <a:avLst/>
          </a:prstGeom>
        </p:spPr>
      </p:pic>
      <p:pic>
        <p:nvPicPr>
          <p:cNvPr id="7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B68F696A-6211-B5FA-937E-C1AF3448EF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3167859"/>
            <a:ext cx="2228604" cy="136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82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97B3E-F402-39CA-AE1B-284D3DE1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White Space: Recommendations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1545C-581C-04E2-AE38-13067817D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68582"/>
            <a:ext cx="8520600" cy="4015145"/>
          </a:xfrm>
        </p:spPr>
        <p:txBody>
          <a:bodyPr>
            <a:no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Avoid trailing (</a:t>
            </a:r>
            <a:r>
              <a:rPr kumimoji="1" lang="zh-CN" altLang="en-US" sz="1400" dirty="0">
                <a:solidFill>
                  <a:schemeClr val="bg2"/>
                </a:solidFill>
              </a:rPr>
              <a:t>结尾</a:t>
            </a:r>
            <a:r>
              <a:rPr kumimoji="1" lang="en" altLang="zh-CN" sz="1400" dirty="0">
                <a:solidFill>
                  <a:schemeClr val="bg2"/>
                </a:solidFill>
              </a:rPr>
              <a:t>) whitespace anywhere. 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Always surround these binary operators with a single space on either side: assignment (=), augmented assignment (+=, -= etc.), comparisons (==, &lt;, &gt;, !=, &lt;&gt;, &lt;=, &gt;=, in, not in, is, is not), Booleans (and, or, not).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If operators with different priorities are used, consider adding whitespace around the operators with the lowest priority(ies). Use your own judgment; however, never use more than one space, and always have the same amount of whitespace on both sides of a binary operator</a:t>
            </a:r>
          </a:p>
          <a:p>
            <a:pPr marL="114300" indent="0">
              <a:buNone/>
            </a:pPr>
            <a:r>
              <a:rPr kumimoji="1" lang="en" altLang="zh-CN" sz="1400" dirty="0">
                <a:solidFill>
                  <a:schemeClr val="bg2"/>
                </a:solidFill>
              </a:rPr>
              <a:t>		𝑥+𝑦∗𝑧                                𝑥 + 𝑦∗𝑧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Function annotations should use the normal rules for colons and always have spaces around the -&gt; arrow if present. 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Don't use spaces around the = sign when used to indicate a </a:t>
            </a:r>
            <a:r>
              <a:rPr kumimoji="1" lang="en" altLang="zh-CN" sz="1400" dirty="0">
                <a:solidFill>
                  <a:schemeClr val="tx1"/>
                </a:solidFill>
              </a:rPr>
              <a:t>keyword argument</a:t>
            </a:r>
            <a:r>
              <a:rPr kumimoji="1" lang="en" altLang="zh-CN" sz="1400" dirty="0">
                <a:solidFill>
                  <a:schemeClr val="bg2"/>
                </a:solidFill>
              </a:rPr>
              <a:t>, or when used to indicate a default value for an unannotated function parameter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When combining an argument annotation with a default value, however, do use spaces around the = sign: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Compound statements (multiple statements on the same line) are generally discouraged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While sometimes it's okay to put an if/for/while with a small body on the same line, never do this for multi-clause statements. Also avoid folding such long lines!</a:t>
            </a:r>
          </a:p>
        </p:txBody>
      </p:sp>
    </p:spTree>
    <p:extLst>
      <p:ext uri="{BB962C8B-B14F-4D97-AF65-F5344CB8AC3E}">
        <p14:creationId xmlns:p14="http://schemas.microsoft.com/office/powerpoint/2010/main" val="952363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BB824-5918-1BED-6AF8-CF1F419B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White Space: Summary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7B74E-087D-9A34-F510-D5E70BFA5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485272"/>
          </a:xfrm>
        </p:spPr>
        <p:txBody>
          <a:bodyPr>
            <a:normAutofit/>
          </a:bodyPr>
          <a:lstStyle/>
          <a:p>
            <a:pPr>
              <a:buClr>
                <a:schemeClr val="bg2"/>
              </a:buClr>
              <a:buFont typeface="+mj-lt"/>
              <a:buAutoNum type="arabicPeriod"/>
            </a:pP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代码符合英文写作规划</a:t>
            </a:r>
          </a:p>
          <a:p>
            <a:pPr>
              <a:buClr>
                <a:schemeClr val="bg2"/>
              </a:buClr>
              <a:buFont typeface="+mj-lt"/>
              <a:buAutoNum type="arabicPeriod"/>
            </a:pP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用空格把程序切割成一个个合适的小的单元。每个单元有清晰的意思</a:t>
            </a:r>
          </a:p>
          <a:p>
            <a:pPr>
              <a:buClr>
                <a:schemeClr val="bg2"/>
              </a:buClr>
              <a:buFont typeface="+mj-lt"/>
              <a:buAutoNum type="arabicPeriod"/>
            </a:pP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风格要统一</a:t>
            </a:r>
          </a:p>
          <a:p>
            <a:pPr>
              <a:buClr>
                <a:schemeClr val="bg2"/>
              </a:buClr>
              <a:buFont typeface="+mj-lt"/>
              <a:buAutoNum type="arabicPeriod"/>
            </a:pP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不要挤成一坨</a:t>
            </a:r>
          </a:p>
          <a:p>
            <a:pPr>
              <a:buClr>
                <a:schemeClr val="bg2"/>
              </a:buClr>
              <a:buFont typeface="+mj-lt"/>
              <a:buAutoNum type="arabicPeriod"/>
            </a:pP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清晰最重要</a:t>
            </a:r>
          </a:p>
        </p:txBody>
      </p:sp>
      <p:pic>
        <p:nvPicPr>
          <p:cNvPr id="4" name="Picture 9" descr="Text&#10;&#10;Description automatically generated">
            <a:extLst>
              <a:ext uri="{FF2B5EF4-FFF2-40B4-BE49-F238E27FC236}">
                <a16:creationId xmlns:a16="http://schemas.microsoft.com/office/drawing/2014/main" id="{9CFFE3FF-AF59-D0E7-DD49-F7958F1E8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6" y="2696878"/>
            <a:ext cx="3566652" cy="1490430"/>
          </a:xfrm>
          <a:prstGeom prst="rect">
            <a:avLst/>
          </a:prstGeom>
        </p:spPr>
      </p:pic>
      <p:pic>
        <p:nvPicPr>
          <p:cNvPr id="5" name="Picture 11" descr="Text, letter&#10;&#10;Description automatically generated">
            <a:extLst>
              <a:ext uri="{FF2B5EF4-FFF2-40B4-BE49-F238E27FC236}">
                <a16:creationId xmlns:a16="http://schemas.microsoft.com/office/drawing/2014/main" id="{8F9CC0F5-51D9-B768-52F4-63C58435E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02037"/>
            <a:ext cx="4200941" cy="148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78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0186A-E3BF-7DA8-DF1E-47566613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Name Convention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3740B-57C2-4CD4-C589-4E21D2A94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295400"/>
          </a:xfrm>
        </p:spPr>
        <p:txBody>
          <a:bodyPr>
            <a:norm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Python</a:t>
            </a:r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命名</a:t>
            </a:r>
            <a:r>
              <a:rPr kumimoji="1" lang="en-US" altLang="zh-CN" sz="1400" dirty="0">
                <a:solidFill>
                  <a:schemeClr val="bg2"/>
                </a:solidFill>
              </a:rPr>
              <a:t>: </a:t>
            </a:r>
            <a:r>
              <a:rPr kumimoji="1" lang="en" altLang="zh-CN" sz="1400" dirty="0">
                <a:solidFill>
                  <a:schemeClr val="bg2"/>
                </a:solidFill>
              </a:rPr>
              <a:t>xxx_xxx_xxxxx</a:t>
            </a:r>
          </a:p>
          <a:p>
            <a:r>
              <a:rPr kumimoji="1" lang="zh-CN" altLang="en-US" sz="1400" dirty="0">
                <a:solidFill>
                  <a:schemeClr val="bg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大小写区分规则</a:t>
            </a:r>
            <a:r>
              <a:rPr kumimoji="1" lang="zh-CN" altLang="en-US" sz="1400" dirty="0">
                <a:solidFill>
                  <a:schemeClr val="bg2"/>
                </a:solidFill>
              </a:rPr>
              <a:t>：</a:t>
            </a:r>
            <a:r>
              <a:rPr kumimoji="1" lang="en" altLang="zh-CN" sz="1400" dirty="0">
                <a:solidFill>
                  <a:schemeClr val="bg2"/>
                </a:solidFill>
              </a:rPr>
              <a:t>module_name, package_name, ClassName, method_name, ExceptionName, function_name, GLOBAL_CONSTANT_NAME, global_var_name, instance_var_name, function_parameter_name, local_var_name. CLASS_CONSTANT_NAME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Names to Avoid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Never use the characters 'l' (lowercase letter el), 'O' (uppercase letter oh), or 'I' (uppercase letter eye) as single character variable names.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In some fonts, these characters are indistinguishable from the numerals one and zero. When tempted to use 'l', use 'L' instead.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473143-82D0-2E57-10B0-EE431CA6C620}"/>
              </a:ext>
            </a:extLst>
          </p:cNvPr>
          <p:cNvSpPr txBox="1"/>
          <p:nvPr/>
        </p:nvSpPr>
        <p:spPr>
          <a:xfrm>
            <a:off x="5775158" y="4209861"/>
            <a:ext cx="3205880" cy="2916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/>
              <a:buNone/>
              <a:tabLst/>
              <a:defRPr/>
            </a:pPr>
            <a:r>
              <a:rPr kumimoji="1" lang="en" altLang="zh-CN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https://</a:t>
            </a:r>
            <a:r>
              <a:rPr kumimoji="1" lang="en" altLang="zh-CN" sz="1200" b="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www.python.org</a:t>
            </a:r>
            <a:r>
              <a:rPr kumimoji="1" lang="en" altLang="zh-CN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/dev/peps/pep-0008/</a:t>
            </a:r>
          </a:p>
        </p:txBody>
      </p:sp>
    </p:spTree>
    <p:extLst>
      <p:ext uri="{BB962C8B-B14F-4D97-AF65-F5344CB8AC3E}">
        <p14:creationId xmlns:p14="http://schemas.microsoft.com/office/powerpoint/2010/main" val="800561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73DFD-BB66-186B-B4BC-32E57D7C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</a:t>
            </a:r>
            <a:r>
              <a:rPr lang="en-CN"/>
              <a:t>seful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</a:t>
            </a:r>
            <a:r>
              <a:rPr lang="en-US" altLang="zh-CN"/>
              <a:t>Code</a:t>
            </a:r>
            <a:r>
              <a:rPr lang="zh-CN" altLang="en-US"/>
              <a:t> </a:t>
            </a:r>
            <a:r>
              <a:rPr lang="en-US" altLang="zh-CN"/>
              <a:t>Extensions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E0FCC-F5D0-8A97-5940-0398D72C9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solidFill>
                  <a:schemeClr val="bg2"/>
                </a:solidFill>
              </a:rPr>
              <a:t>autopep8, </a:t>
            </a:r>
            <a:r>
              <a:rPr lang="en-CN" sz="1400" dirty="0">
                <a:solidFill>
                  <a:schemeClr val="bg2"/>
                </a:solidFill>
              </a:rPr>
              <a:t>Black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Format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解决很多格式问题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</a:rPr>
              <a:t>空格</a:t>
            </a:r>
            <a:endParaRPr lang="en-US" sz="1200" dirty="0">
              <a:solidFill>
                <a:schemeClr val="bg2"/>
              </a:solidFill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</a:rPr>
              <a:t>布局</a:t>
            </a:r>
            <a:endParaRPr lang="en-US" sz="12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Survey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</a:rPr>
              <a:t>VS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Code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useful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extensions</a:t>
            </a:r>
            <a:endParaRPr lang="en-CN" sz="1400" dirty="0">
              <a:solidFill>
                <a:schemeClr val="bg2"/>
              </a:solidFill>
            </a:endParaRPr>
          </a:p>
        </p:txBody>
      </p:sp>
      <p:pic>
        <p:nvPicPr>
          <p:cNvPr id="7" name="图片 6" descr="图形用户界面, 文本&#10;&#10;描述已自动生成">
            <a:extLst>
              <a:ext uri="{FF2B5EF4-FFF2-40B4-BE49-F238E27FC236}">
                <a16:creationId xmlns:a16="http://schemas.microsoft.com/office/drawing/2014/main" id="{9588D878-1C92-C687-76E9-7CE69088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92041"/>
            <a:ext cx="2180780" cy="297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09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B47D3-8D64-DA4D-46A5-5CB46FE1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/>
              <a:t>Practice problems</a:t>
            </a:r>
            <a:endParaRPr kumimoji="1" lang="zh-CN" altLang="en-US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30623927-0722-BE26-03DD-B910DB640DB1}"/>
              </a:ext>
            </a:extLst>
          </p:cNvPr>
          <p:cNvSpPr txBox="1"/>
          <p:nvPr/>
        </p:nvSpPr>
        <p:spPr>
          <a:xfrm>
            <a:off x="1770847" y="3529492"/>
            <a:ext cx="1496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chemeClr val="bg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无他，唯手熟尔</a:t>
            </a:r>
          </a:p>
        </p:txBody>
      </p:sp>
      <p:pic>
        <p:nvPicPr>
          <p:cNvPr id="1026" name="Picture 2" descr="無他，唯手熟爾」不是誰都有資格說的- 每日頭條">
            <a:extLst>
              <a:ext uri="{FF2B5EF4-FFF2-40B4-BE49-F238E27FC236}">
                <a16:creationId xmlns:a16="http://schemas.microsoft.com/office/drawing/2014/main" id="{EAFEC46B-DD0C-3263-1529-068007E93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349" y="3140115"/>
            <a:ext cx="1974581" cy="148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792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4C6CC-FD0A-601C-BC7C-86AE7397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编程的一般思路（个人看法）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42A1E7-C9BB-E41D-6575-C28BF260A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将问题中隐含的信息，用合适的数据结构表示出来，加以利用和处理。 按题目意思做，维护好中间信息 </a:t>
            </a:r>
          </a:p>
          <a:p>
            <a:endParaRPr lang="zh-CN" altLang="en-US" dirty="0"/>
          </a:p>
        </p:txBody>
      </p:sp>
      <p:pic>
        <p:nvPicPr>
          <p:cNvPr id="4" name="Picture 10" descr="Text&#10;&#10;Description automatically generated">
            <a:extLst>
              <a:ext uri="{FF2B5EF4-FFF2-40B4-BE49-F238E27FC236}">
                <a16:creationId xmlns:a16="http://schemas.microsoft.com/office/drawing/2014/main" id="{3A787AD6-E3DB-DE27-86D6-9A0C50B63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941" y="1939815"/>
            <a:ext cx="5048423" cy="14962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D59726B-E3B0-2DE5-5E34-7DB9EB96D284}"/>
              </a:ext>
            </a:extLst>
          </p:cNvPr>
          <p:cNvSpPr txBox="1"/>
          <p:nvPr/>
        </p:nvSpPr>
        <p:spPr>
          <a:xfrm>
            <a:off x="2525635" y="369471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必须对基本语法非常熟悉，对于问题能快速反应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有些问题是智力题，可以搜索</a:t>
            </a:r>
            <a:r>
              <a:rPr lang="en-US" altLang="zh-CN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leetcode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的解答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509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36808-3F8B-7AB1-C021-5DF1D7BB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Leap year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CEC2B6-68D4-EC5C-2BB0-BFBBC5A34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6"/>
            <a:ext cx="8520600" cy="1054408"/>
          </a:xfrm>
        </p:spPr>
        <p:txBody>
          <a:bodyPr>
            <a:no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A year is called leap: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It is divisible by 4 exactly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If it is divisible by 100, it should be divisible by 400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Write a function to implement it, try to simplify your code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A96447B9-EB43-F076-3E50-258A4FB941D5}"/>
              </a:ext>
            </a:extLst>
          </p:cNvPr>
          <p:cNvSpPr/>
          <p:nvPr/>
        </p:nvSpPr>
        <p:spPr>
          <a:xfrm>
            <a:off x="7565457" y="4626622"/>
            <a:ext cx="1433687" cy="358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Source Sans Pro"/>
              </a:rPr>
              <a:t>细节来源于积累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68BF4-0951-10A7-34BF-72FEC5B05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18" y="2206883"/>
            <a:ext cx="3470697" cy="1536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3BEBD-D15B-DF59-C35F-EEF3C4E2D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87" y="2206883"/>
            <a:ext cx="3470697" cy="15362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D5901D-63A3-4C9F-5E1D-DF59CBA24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18" y="3921376"/>
            <a:ext cx="5644484" cy="7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07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2AFBC-44F2-BCEB-2397-95F40EEC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代码技巧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A8CC50-23A9-9035-E6A6-C6389C6FA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33" y="1072754"/>
            <a:ext cx="2260469" cy="22115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415CD75-A3A7-8825-E15D-BFBA390A1516}"/>
              </a:ext>
            </a:extLst>
          </p:cNvPr>
          <p:cNvSpPr txBox="1"/>
          <p:nvPr/>
        </p:nvSpPr>
        <p:spPr>
          <a:xfrm>
            <a:off x="5109942" y="1068425"/>
            <a:ext cx="37823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能够连写的地方一律连写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b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x = x +1</a:t>
            </a:r>
            <a:b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x += 1</a:t>
            </a: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函数定义内部不要用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，一律用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return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。除非题目让你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。调试可以用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调试的时候用小规模数据，不要一开始就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1,000,000. 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可以从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开始</a:t>
            </a:r>
            <a:endParaRPr lang="en-US" altLang="zh-CN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问问题记得截屏，不要手机拍照，发源代码，发图</a:t>
            </a:r>
            <a:endParaRPr lang="en-US" altLang="zh-CN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作业题不要用超出范围的语法，我们确保可以用讲过的语法解决</a:t>
            </a:r>
            <a:endParaRPr lang="en-US" altLang="zh-CN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不包含注释，单个函数的代码长度不要超过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行。超过这个长度，要么切割成更小的几个几个函数，要么你的思路有问题，要重新写</a:t>
            </a:r>
            <a:endParaRPr lang="en-US" altLang="zh-CN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务必先熟练掌握</a:t>
            </a:r>
            <a:r>
              <a:rPr lang="en-US" altLang="zh-CN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ppt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上面的内容，做到能自己写出来</a:t>
            </a:r>
            <a:endParaRPr lang="en-US" altLang="zh-CN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57175" indent="-257175">
              <a:buFont typeface="+mj-ea"/>
              <a:buAutoNum type="circleNumDbPlain"/>
            </a:pP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编程是一个精密的数学工程，</a:t>
            </a:r>
            <a:r>
              <a:rPr lang="zh-CN" altLang="en-US" sz="1050" dirty="0">
                <a:solidFill>
                  <a:srgbClr val="0070C0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不要用蛮力</a:t>
            </a:r>
            <a:r>
              <a:rPr lang="zh-CN" altLang="en-US" sz="1050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zh-CN" altLang="en-US" sz="1050" dirty="0">
                <a:solidFill>
                  <a:srgbClr val="0070C0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不要暴力复制粘贴</a:t>
            </a:r>
            <a:endParaRPr lang="en-US" altLang="zh-CN" sz="1050" dirty="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5660AE-47ED-A69D-2771-BB6D67072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33" y="3358998"/>
            <a:ext cx="2260469" cy="15434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17051C-022B-0FDA-C612-398AD8646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732" y="1072754"/>
            <a:ext cx="2207117" cy="38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38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DE030-3B68-7E6F-5C68-7B7FD290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Prime Number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98CCA21-8783-E55F-28F2-450F7750AA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47043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1400" dirty="0">
                    <a:solidFill>
                      <a:schemeClr val="bg2"/>
                    </a:solidFill>
                  </a:rPr>
                  <a:t>A number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</a:rPr>
                  <a:t> is prime is its only has divisors 1 and itself</a:t>
                </a:r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98CCA21-8783-E55F-28F2-450F7750A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47043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6228F987-30A4-1898-D09C-DC8F9A4ED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49" y="1700118"/>
            <a:ext cx="2837325" cy="1624423"/>
          </a:xfrm>
          <a:prstGeom prst="rect">
            <a:avLst/>
          </a:prstGeom>
        </p:spPr>
      </p:pic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FB9601F3-6CF0-BA26-BA3C-5E2AC8BE8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988" y="2888951"/>
            <a:ext cx="634926" cy="10233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B251A1-813D-E02A-1B68-77A06A998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343" y="1694478"/>
            <a:ext cx="4289176" cy="272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09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7EA78-495A-0EB5-6FFB-432147AE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Happy Number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21F15315-B6A9-383F-F76C-A54336A198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400" dirty="0">
                    <a:solidFill>
                      <a:schemeClr val="bg2"/>
                    </a:solidFill>
                  </a:rPr>
                  <a:t>(202-Happy Number)  Write an algorithm to determine if a number is "happy". </a:t>
                </a:r>
              </a:p>
              <a:p>
                <a:r>
                  <a:rPr lang="en-US" altLang="zh-CN" sz="1400" dirty="0">
                    <a:solidFill>
                      <a:schemeClr val="bg2"/>
                    </a:solidFill>
                  </a:rPr>
                  <a:t>A happy number is a number defined by the following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process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: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Starting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 with any positive integer,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replace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 the number by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the sum of the squares of its digits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, and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repeat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 the process until the number equals 1 (where it will stay), or it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loops endlessly 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in a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cycle</a:t>
                </a:r>
                <a:r>
                  <a:rPr lang="en-US" altLang="zh-CN" sz="1400" dirty="0">
                    <a:solidFill>
                      <a:schemeClr val="bg2"/>
                    </a:solidFill>
                  </a:rPr>
                  <a:t> which does not include 1. Those numbers for which this process ends in 1 are happy numbers. </a:t>
                </a:r>
              </a:p>
              <a:p>
                <a:r>
                  <a:rPr lang="en-US" altLang="zh-CN" sz="1400" dirty="0">
                    <a:solidFill>
                      <a:schemeClr val="bg2"/>
                    </a:solidFill>
                  </a:rPr>
                  <a:t>Example:   Input: 19   Output: true </a:t>
                </a:r>
              </a:p>
              <a:p>
                <a:pPr marL="114300" indent="0">
                  <a:buNone/>
                </a:pPr>
                <a:r>
                  <a:rPr lang="en-US" altLang="zh-CN" sz="1400" dirty="0">
                    <a:solidFill>
                      <a:schemeClr val="bg2"/>
                    </a:solidFill>
                  </a:rPr>
                  <a:t>Explanation: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= 82 </m:t>
                      </m:r>
                      <m:r>
                        <a:rPr lang="en-US" altLang="zh-CN" sz="1400" b="0" i="0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= 68</m:t>
                      </m:r>
                      <m:r>
                        <a:rPr lang="en-US" altLang="zh-CN" sz="1400" b="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= 100</m:t>
                      </m:r>
                      <m:r>
                        <a:rPr lang="en-US" altLang="zh-CN" sz="1400" b="0" i="0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140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= 1 </m:t>
                      </m:r>
                    </m:oMath>
                  </m:oMathPara>
                </a14:m>
                <a:endParaRPr lang="en-US" altLang="zh-CN" sz="1400" dirty="0">
                  <a:solidFill>
                    <a:schemeClr val="bg2"/>
                  </a:solidFill>
                </a:endParaRPr>
              </a:p>
              <a:p>
                <a:r>
                  <a:rPr lang="en-US" altLang="zh-CN" sz="1400" dirty="0">
                    <a:solidFill>
                      <a:schemeClr val="bg2"/>
                    </a:solidFill>
                  </a:rPr>
                  <a:t>Analysis: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4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…→1</m:t>
                    </m:r>
                  </m:oMath>
                </a14:m>
                <a:r>
                  <a:rPr lang="en-US" altLang="zh-CN" sz="1400" dirty="0">
                    <a:solidFill>
                      <a:schemeClr val="bg2"/>
                    </a:solidFill>
                  </a:rPr>
                  <a:t> or Loop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Implement a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: the sum of the squares of its digits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2"/>
                    </a:solidFill>
                  </a:rPr>
                  <a:t>How to check whether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1∈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chemeClr val="bg2"/>
                    </a:solidFill>
                  </a:rPr>
                  <a:t>?  Data structure: list, tuple, </a:t>
                </a:r>
                <a:r>
                  <a:rPr lang="en-US" altLang="zh-CN" dirty="0" err="1">
                    <a:solidFill>
                      <a:schemeClr val="bg2"/>
                    </a:solidFill>
                  </a:rPr>
                  <a:t>dict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, set.  </a:t>
                </a:r>
                <a:r>
                  <a:rPr lang="en-US" altLang="zh-CN" dirty="0" err="1">
                    <a:solidFill>
                      <a:schemeClr val="bg2"/>
                    </a:solidFill>
                  </a:rPr>
                  <a:t>Dict</a:t>
                </a:r>
                <a:r>
                  <a:rPr lang="en-US" altLang="zh-CN" dirty="0">
                    <a:solidFill>
                      <a:schemeClr val="bg2"/>
                    </a:solidFill>
                  </a:rPr>
                  <a:t> or set?</a:t>
                </a:r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21F15315-B6A9-383F-F76C-A54336A19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967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ABFF3-6803-3E94-7AE1-FF3579D8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Happy Number: solution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56B529-3015-D40C-2FB8-3A9615DBF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57" y="1279000"/>
            <a:ext cx="2979175" cy="17488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3C1469-2EC3-CC1D-8A3F-8E4E210AB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562" y="1279000"/>
            <a:ext cx="4607073" cy="28605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E4F5F48-D1AC-B801-3352-10F5B6FCE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3238390"/>
            <a:ext cx="3821102" cy="4264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407EB0-C601-9F5D-79A9-5ED14B17C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3816055"/>
            <a:ext cx="3821102" cy="583013"/>
          </a:xfrm>
          <a:prstGeom prst="rect">
            <a:avLst/>
          </a:prstGeom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54C4B621-2BE1-8F53-1172-93077735CB40}"/>
              </a:ext>
            </a:extLst>
          </p:cNvPr>
          <p:cNvSpPr/>
          <p:nvPr/>
        </p:nvSpPr>
        <p:spPr>
          <a:xfrm>
            <a:off x="8142973" y="4653815"/>
            <a:ext cx="856171" cy="3309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Source Sans Pro"/>
              </a:rPr>
              <a:t>不断改进</a:t>
            </a:r>
          </a:p>
        </p:txBody>
      </p:sp>
    </p:spTree>
    <p:extLst>
      <p:ext uri="{BB962C8B-B14F-4D97-AF65-F5344CB8AC3E}">
        <p14:creationId xmlns:p14="http://schemas.microsoft.com/office/powerpoint/2010/main" val="939666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81B92-F10B-CC1F-0E9C-33A232CF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 dirty="0"/>
              <a:t>Max Consecutive Ones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3C54C-8944-CD1F-C745-D1BA1EAAA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558683" cy="3809347"/>
          </a:xfrm>
        </p:spPr>
        <p:txBody>
          <a:bodyPr>
            <a:norm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Given a binary array, find the maximum number of </a:t>
            </a:r>
            <a:r>
              <a:rPr kumimoji="1" lang="en" altLang="zh-CN" sz="1400" dirty="0">
                <a:solidFill>
                  <a:schemeClr val="tx1"/>
                </a:solidFill>
              </a:rPr>
              <a:t>consecutive 1s </a:t>
            </a:r>
            <a:r>
              <a:rPr kumimoji="1" lang="en" altLang="zh-CN" sz="1400" dirty="0">
                <a:solidFill>
                  <a:schemeClr val="bg2"/>
                </a:solidFill>
              </a:rPr>
              <a:t>in this array. </a:t>
            </a:r>
          </a:p>
          <a:p>
            <a:r>
              <a:rPr kumimoji="1" lang="en" altLang="zh-CN" sz="1400" dirty="0">
                <a:solidFill>
                  <a:schemeClr val="bg2"/>
                </a:solidFill>
              </a:rPr>
              <a:t>Example 1:  Input: [1, 1, 0, 1, 1, 1]  Output: 3 </a:t>
            </a:r>
          </a:p>
          <a:p>
            <a:r>
              <a:rPr kumimoji="1" lang="en" altLang="zh-CN" sz="1200" dirty="0">
                <a:solidFill>
                  <a:schemeClr val="bg2"/>
                </a:solidFill>
              </a:rPr>
              <a:t>Explanation: The first two digits or the last three digits are consecutive 1s.  The maximum number of consecutive 1s is 3. </a:t>
            </a:r>
          </a:p>
          <a:p>
            <a:r>
              <a:rPr kumimoji="1" lang="en" altLang="zh-CN" sz="1200" dirty="0">
                <a:solidFill>
                  <a:schemeClr val="bg2"/>
                </a:solidFill>
              </a:rPr>
              <a:t>Note: 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The input array will only contain 0 and 1. </a:t>
            </a:r>
          </a:p>
          <a:p>
            <a:pPr lvl="1"/>
            <a:r>
              <a:rPr kumimoji="1" lang="en" altLang="zh-CN" sz="1200" dirty="0">
                <a:solidFill>
                  <a:schemeClr val="bg2"/>
                </a:solidFill>
              </a:rPr>
              <a:t>The length of input array is a positive integer and will not exceed 10,000 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Analysis: how to check </a:t>
            </a:r>
            <a:r>
              <a:rPr kumimoji="1" lang="en" altLang="zh-CN" sz="1400" dirty="0">
                <a:solidFill>
                  <a:schemeClr val="tx1"/>
                </a:solidFill>
              </a:rPr>
              <a:t>consecutive 1s.</a:t>
            </a: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Start from position </a:t>
            </a:r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, </a:t>
            </a:r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++ if the current position is 1</a:t>
            </a:r>
            <a:endParaRPr kumimoji="1" lang="en" altLang="zh-CN" dirty="0">
              <a:solidFill>
                <a:schemeClr val="bg2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E967A3-82B4-E808-3EA3-9C3ED2C4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504" y="1068425"/>
            <a:ext cx="3131048" cy="2194962"/>
          </a:xfrm>
          <a:prstGeom prst="rect">
            <a:avLst/>
          </a:prstGeom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C552A988-B134-007A-5777-E945A02F7AA3}"/>
              </a:ext>
            </a:extLst>
          </p:cNvPr>
          <p:cNvSpPr/>
          <p:nvPr/>
        </p:nvSpPr>
        <p:spPr>
          <a:xfrm>
            <a:off x="4109972" y="4630894"/>
            <a:ext cx="856171" cy="3309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Source Sans Pro"/>
              </a:rPr>
              <a:t>多测试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DE186D3-6B7C-2994-2090-ADE933540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504" y="3422583"/>
            <a:ext cx="2947686" cy="15848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848682C-858B-62C3-9D17-22E548459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552" y="3422583"/>
            <a:ext cx="1619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79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0D867-D6FD-6746-9923-21900127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CN"/>
              <a:t>Longest Continuous Increasing Subsequence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090E6C-8ECE-E187-8E36-5F7CAC217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116948" cy="3838224"/>
          </a:xfrm>
        </p:spPr>
        <p:txBody>
          <a:bodyPr>
            <a:normAutofit/>
          </a:bodyPr>
          <a:lstStyle/>
          <a:p>
            <a:r>
              <a:rPr kumimoji="1" lang="en" altLang="zh-CN" sz="1400" dirty="0">
                <a:solidFill>
                  <a:schemeClr val="bg2"/>
                </a:solidFill>
              </a:rPr>
              <a:t>Given an unsorted array of integers, find the length of longest </a:t>
            </a:r>
            <a:r>
              <a:rPr kumimoji="1" lang="en" altLang="zh-CN" sz="1400" dirty="0">
                <a:solidFill>
                  <a:schemeClr val="tx1"/>
                </a:solidFill>
              </a:rPr>
              <a:t>continuous increasing subsequence</a:t>
            </a:r>
            <a:endParaRPr kumimoji="1" lang="en" altLang="zh-CN" sz="1400" dirty="0">
              <a:solidFill>
                <a:schemeClr val="bg2"/>
              </a:solidFill>
            </a:endParaRPr>
          </a:p>
          <a:p>
            <a:r>
              <a:rPr kumimoji="1" lang="en" altLang="zh-CN" sz="1200" dirty="0">
                <a:solidFill>
                  <a:schemeClr val="bg2"/>
                </a:solidFill>
              </a:rPr>
              <a:t>Example 1:</a:t>
            </a:r>
          </a:p>
          <a:p>
            <a:pPr marL="114300" indent="0">
              <a:buNone/>
            </a:pPr>
            <a:r>
              <a:rPr kumimoji="1" lang="en" altLang="zh-CN" sz="1200" dirty="0">
                <a:solidFill>
                  <a:schemeClr val="bg2"/>
                </a:solidFill>
              </a:rPr>
              <a:t>	Input: [1,3,5,4,7]                           Output: 3</a:t>
            </a:r>
          </a:p>
          <a:p>
            <a:pPr marL="114300" indent="0">
              <a:buNone/>
            </a:pPr>
            <a:r>
              <a:rPr kumimoji="1" lang="zh-CN" altLang="en-US" sz="1200" dirty="0">
                <a:solidFill>
                  <a:schemeClr val="bg2"/>
                </a:solidFill>
              </a:rPr>
              <a:t>           </a:t>
            </a:r>
            <a:r>
              <a:rPr kumimoji="1" lang="en" altLang="zh-CN" sz="1200" dirty="0">
                <a:solidFill>
                  <a:schemeClr val="bg2"/>
                </a:solidFill>
              </a:rPr>
              <a:t>Explanation: The longest continuous increasing subsequence is [1,3,5], its length is 3.  Even though [1,3,5,7] is also an    </a:t>
            </a:r>
          </a:p>
          <a:p>
            <a:pPr marL="114300" indent="0">
              <a:buNone/>
            </a:pPr>
            <a:r>
              <a:rPr kumimoji="1" lang="en" altLang="zh-CN" sz="1200" dirty="0">
                <a:solidFill>
                  <a:schemeClr val="bg2"/>
                </a:solidFill>
              </a:rPr>
              <a:t>           increasing subsequence, it's not a continuous one  where 5 and 7 are separated by 4</a:t>
            </a:r>
          </a:p>
          <a:p>
            <a:r>
              <a:rPr kumimoji="1" lang="en" altLang="zh-CN" sz="1200" dirty="0">
                <a:solidFill>
                  <a:schemeClr val="bg2"/>
                </a:solidFill>
              </a:rPr>
              <a:t>Example 2:</a:t>
            </a:r>
          </a:p>
          <a:p>
            <a:pPr marL="114300" indent="0">
              <a:buNone/>
            </a:pPr>
            <a:r>
              <a:rPr kumimoji="1" lang="en" altLang="zh-CN" sz="1200" dirty="0">
                <a:solidFill>
                  <a:schemeClr val="bg2"/>
                </a:solidFill>
              </a:rPr>
              <a:t>	Input: [2,2,2,2,2]                           Output: 1</a:t>
            </a:r>
          </a:p>
          <a:p>
            <a:pPr marL="114300" indent="0">
              <a:buNone/>
            </a:pPr>
            <a:r>
              <a:rPr kumimoji="1" lang="zh-CN" altLang="en-US" sz="1200" dirty="0">
                <a:solidFill>
                  <a:schemeClr val="bg2"/>
                </a:solidFill>
              </a:rPr>
              <a:t>    </a:t>
            </a:r>
            <a:r>
              <a:rPr kumimoji="1" lang="en" altLang="zh-CN" sz="1200" dirty="0">
                <a:solidFill>
                  <a:schemeClr val="bg2"/>
                </a:solidFill>
              </a:rPr>
              <a:t>    Explanation: The longest continuous increasing subsequence is [2], its length is 1.</a:t>
            </a:r>
          </a:p>
          <a:p>
            <a:pPr marL="114300" indent="0">
              <a:buNone/>
            </a:pPr>
            <a:r>
              <a:rPr kumimoji="1" lang="zh-CN" altLang="en-US" sz="1200" dirty="0">
                <a:solidFill>
                  <a:schemeClr val="bg2"/>
                </a:solidFill>
              </a:rPr>
              <a:t>    </a:t>
            </a:r>
            <a:r>
              <a:rPr kumimoji="1" lang="en" altLang="zh-CN" sz="1200" dirty="0">
                <a:solidFill>
                  <a:schemeClr val="bg2"/>
                </a:solidFill>
              </a:rPr>
              <a:t>    Note: Length of the array will not exceed 10,000</a:t>
            </a:r>
          </a:p>
          <a:p>
            <a:pPr marL="114300" indent="0">
              <a:buNone/>
            </a:pPr>
            <a:r>
              <a:rPr kumimoji="1" lang="en-US" altLang="zh-CN" sz="1400" dirty="0">
                <a:solidFill>
                  <a:schemeClr val="bg2"/>
                </a:solidFill>
              </a:rPr>
              <a:t>Analysis: very similar to Max Consecutive Ones</a:t>
            </a:r>
            <a:endParaRPr kumimoji="1" lang="en" altLang="zh-CN" sz="1400" dirty="0">
              <a:solidFill>
                <a:schemeClr val="bg2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0379C0-0727-D9D4-337B-6362CE13C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212" y="1152475"/>
            <a:ext cx="3190093" cy="17261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918AE9-AFE9-56E3-18E4-081C62BE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212" y="3137837"/>
            <a:ext cx="2301154" cy="12626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A7A4F2-CFA9-A90D-2396-945F7EDD5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192" y="3137837"/>
            <a:ext cx="165699" cy="91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86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9F60B-A983-A1C0-A365-C50A7861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Valid Anagram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8547EF-263D-6913-12E1-5BB9CD02A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112556" cy="3416400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(242-Valid Anagram) Given two strings s and t , write a function to determine if t is an anagram of s</a:t>
            </a: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An anagram is a word or phrase formed by rearranging the letters of a different word or phrase, typically using all the original letters exactly once – race: care, part: trap, heart: earth, knee: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knee</a:t>
            </a:r>
          </a:p>
          <a:p>
            <a:r>
              <a:rPr lang="en-US" altLang="zh-CN" sz="1400" dirty="0">
                <a:solidFill>
                  <a:schemeClr val="bg2"/>
                </a:solidFill>
              </a:rPr>
              <a:t>Example 1:  Input: s = "anagram", t = "</a:t>
            </a:r>
            <a:r>
              <a:rPr lang="en-US" altLang="zh-CN" sz="1400" dirty="0" err="1">
                <a:solidFill>
                  <a:schemeClr val="bg2"/>
                </a:solidFill>
              </a:rPr>
              <a:t>nagaram</a:t>
            </a:r>
            <a:r>
              <a:rPr lang="en-US" altLang="zh-CN" sz="1400" dirty="0">
                <a:solidFill>
                  <a:schemeClr val="bg2"/>
                </a:solidFill>
              </a:rPr>
              <a:t>" Output: true </a:t>
            </a:r>
          </a:p>
          <a:p>
            <a:r>
              <a:rPr lang="en-US" altLang="zh-CN" sz="1400" dirty="0">
                <a:solidFill>
                  <a:schemeClr val="bg2"/>
                </a:solidFill>
              </a:rPr>
              <a:t>Example 2: Input: s = "rat", t = "car" Output: false </a:t>
            </a:r>
          </a:p>
          <a:p>
            <a:r>
              <a:rPr lang="en-US" altLang="zh-CN" sz="1400" dirty="0">
                <a:solidFill>
                  <a:schemeClr val="bg2"/>
                </a:solidFill>
              </a:rPr>
              <a:t>Note: You may assume the string contains only lowercase alphabets</a:t>
            </a:r>
          </a:p>
          <a:p>
            <a:r>
              <a:rPr lang="en-US" altLang="zh-CN" sz="1400" dirty="0">
                <a:solidFill>
                  <a:schemeClr val="bg2"/>
                </a:solidFill>
              </a:rPr>
              <a:t>Solution:  </a:t>
            </a:r>
            <a:r>
              <a:rPr lang="en-US" altLang="zh-CN" sz="1400" dirty="0">
                <a:solidFill>
                  <a:schemeClr val="tx1"/>
                </a:solidFill>
              </a:rPr>
              <a:t>every character should have the same occurrence in s and t</a:t>
            </a:r>
          </a:p>
          <a:p>
            <a:r>
              <a:rPr lang="en-US" altLang="zh-CN" sz="1400" dirty="0">
                <a:solidFill>
                  <a:schemeClr val="bg2"/>
                </a:solidFill>
              </a:rPr>
              <a:t>Data structure: list, tuple, str,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 or set?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 Vs. set?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F37B7C-1219-A076-9E67-AF1663AE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241" y="370593"/>
            <a:ext cx="2273332" cy="3166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A82057-766B-F621-5D5B-386F6220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1" y="3636845"/>
            <a:ext cx="2904550" cy="144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63243"/>
      </p:ext>
    </p:extLst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3690</Words>
  <Application>Microsoft Office PowerPoint</Application>
  <PresentationFormat>全屏显示(16:9)</PresentationFormat>
  <Paragraphs>395</Paragraphs>
  <Slides>41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Raleway</vt:lpstr>
      <vt:lpstr>黑体</vt:lpstr>
      <vt:lpstr>Cambria Math</vt:lpstr>
      <vt:lpstr>Source Sans Pro</vt:lpstr>
      <vt:lpstr>黑体</vt:lpstr>
      <vt:lpstr>Arial</vt:lpstr>
      <vt:lpstr>Plum</vt:lpstr>
      <vt:lpstr>Introduction to Computation</vt:lpstr>
      <vt:lpstr>Outline</vt:lpstr>
      <vt:lpstr>Review of Past Lectures</vt:lpstr>
      <vt:lpstr>Programming language  </vt:lpstr>
      <vt:lpstr>人类思考的特点</vt:lpstr>
      <vt:lpstr>先谋划好、想清楚</vt:lpstr>
      <vt:lpstr>编码与测试交叉进行</vt:lpstr>
      <vt:lpstr>函数(类, 模块)：分而治之</vt:lpstr>
      <vt:lpstr>不要玩火</vt:lpstr>
      <vt:lpstr>效率问题</vt:lpstr>
      <vt:lpstr>有技术难题</vt:lpstr>
      <vt:lpstr>形成自己的风格</vt:lpstr>
      <vt:lpstr>写程序并不困难</vt:lpstr>
      <vt:lpstr>多看看 import this</vt:lpstr>
      <vt:lpstr>Bug-free code and Debug</vt:lpstr>
      <vt:lpstr>Common Errors</vt:lpstr>
      <vt:lpstr>Leetcode练习</vt:lpstr>
      <vt:lpstr>PowerPoint 演示文稿</vt:lpstr>
      <vt:lpstr>Style Guide for Python Code</vt:lpstr>
      <vt:lpstr>Python规范</vt:lpstr>
      <vt:lpstr>PowerPoint 演示文稿</vt:lpstr>
      <vt:lpstr>Indentation</vt:lpstr>
      <vt:lpstr>Binary Operator</vt:lpstr>
      <vt:lpstr>import</vt:lpstr>
      <vt:lpstr>White Space: Pet Peeves (1)</vt:lpstr>
      <vt:lpstr>White Space: Pet Peeves (2)</vt:lpstr>
      <vt:lpstr>White Space: Pet Peeves (3)</vt:lpstr>
      <vt:lpstr>White Space: Recommendations</vt:lpstr>
      <vt:lpstr>White Space: Summary</vt:lpstr>
      <vt:lpstr>Name Convention</vt:lpstr>
      <vt:lpstr>Useful VS Code Extensions</vt:lpstr>
      <vt:lpstr>Practice problems</vt:lpstr>
      <vt:lpstr>编程的一般思路（个人看法）</vt:lpstr>
      <vt:lpstr>Leap year</vt:lpstr>
      <vt:lpstr>代码技巧</vt:lpstr>
      <vt:lpstr>Prime Number</vt:lpstr>
      <vt:lpstr>Happy Number</vt:lpstr>
      <vt:lpstr>Happy Number: solution</vt:lpstr>
      <vt:lpstr>Max Consecutive Ones</vt:lpstr>
      <vt:lpstr>Longest Continuous Increasing Subsequence</vt:lpstr>
      <vt:lpstr>Valid Anagram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Computation</dc:title>
  <dc:creator>Fan Cheng</dc:creator>
  <cp:lastModifiedBy>Fan Cheng</cp:lastModifiedBy>
  <cp:revision>1</cp:revision>
  <dcterms:modified xsi:type="dcterms:W3CDTF">2023-11-06T09:00:18Z</dcterms:modified>
</cp:coreProperties>
</file>