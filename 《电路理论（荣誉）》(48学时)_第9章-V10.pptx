
<file path=[Content_Types].xml><?xml version="1.0" encoding="utf-8"?>
<Types xmlns="http://schemas.openxmlformats.org/package/2006/content-types">
  <Default Extension="jpeg" ContentType="image/jpeg"/>
  <Default Extension="JPG" ContentType="image/.jpg"/>
  <Default Extension="vml" ContentType="application/vnd.openxmlformats-officedocument.vmlDrawing"/>
  <Default Extension="bin" ContentType="application/vnd.openxmlformats-officedocument.oleObject"/>
  <Default Extension="gif" ContentType="image/gif"/>
  <Default Extension="wmf" ContentType="image/x-wmf"/>
  <Default Extension="emf" ContentType="image/x-emf"/>
  <Default Extension="png" ContentType="image/png"/>
  <Default Extension="bmp" ContentType="image/bmp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>
  <p:sldMasterIdLst>
    <p:sldMasterId id="2147483648" r:id="rId1"/>
  </p:sldMasterIdLst>
  <p:notesMasterIdLst>
    <p:notesMasterId r:id="rId8"/>
  </p:notesMasterIdLst>
  <p:handoutMasterIdLst>
    <p:handoutMasterId r:id="rId221"/>
  </p:handoutMasterIdLst>
  <p:sldIdLst>
    <p:sldId id="1819" r:id="rId3"/>
    <p:sldId id="425" r:id="rId4"/>
    <p:sldId id="424" r:id="rId5"/>
    <p:sldId id="1952" r:id="rId6"/>
    <p:sldId id="1163" r:id="rId7"/>
    <p:sldId id="1679" r:id="rId9"/>
    <p:sldId id="1865" r:id="rId10"/>
    <p:sldId id="1866" r:id="rId11"/>
    <p:sldId id="314" r:id="rId12"/>
    <p:sldId id="1517" r:id="rId13"/>
    <p:sldId id="1774" r:id="rId14"/>
    <p:sldId id="1519" r:id="rId15"/>
    <p:sldId id="1520" r:id="rId16"/>
    <p:sldId id="1956" r:id="rId17"/>
    <p:sldId id="1815" r:id="rId18"/>
    <p:sldId id="1165" r:id="rId19"/>
    <p:sldId id="1523" r:id="rId20"/>
    <p:sldId id="1524" r:id="rId21"/>
    <p:sldId id="1526" r:id="rId22"/>
    <p:sldId id="1771" r:id="rId23"/>
    <p:sldId id="1772" r:id="rId24"/>
    <p:sldId id="1776" r:id="rId25"/>
    <p:sldId id="1530" r:id="rId26"/>
    <p:sldId id="1531" r:id="rId27"/>
    <p:sldId id="1532" r:id="rId28"/>
    <p:sldId id="1534" r:id="rId29"/>
    <p:sldId id="1681" r:id="rId30"/>
    <p:sldId id="1535" r:id="rId31"/>
    <p:sldId id="1537" r:id="rId32"/>
    <p:sldId id="1538" r:id="rId33"/>
    <p:sldId id="1539" r:id="rId34"/>
    <p:sldId id="1957" r:id="rId35"/>
    <p:sldId id="1541" r:id="rId36"/>
    <p:sldId id="1682" r:id="rId37"/>
    <p:sldId id="1790" r:id="rId38"/>
    <p:sldId id="1773" r:id="rId39"/>
    <p:sldId id="1544" r:id="rId40"/>
    <p:sldId id="1545" r:id="rId41"/>
    <p:sldId id="1546" r:id="rId42"/>
    <p:sldId id="1695" r:id="rId43"/>
    <p:sldId id="1696" r:id="rId44"/>
    <p:sldId id="1549" r:id="rId45"/>
    <p:sldId id="1953" r:id="rId46"/>
    <p:sldId id="1547" r:id="rId47"/>
    <p:sldId id="1550" r:id="rId48"/>
    <p:sldId id="1562" r:id="rId49"/>
    <p:sldId id="1781" r:id="rId50"/>
    <p:sldId id="1775" r:id="rId51"/>
    <p:sldId id="1786" r:id="rId52"/>
    <p:sldId id="1783" r:id="rId53"/>
    <p:sldId id="1958" r:id="rId54"/>
    <p:sldId id="1817" r:id="rId55"/>
    <p:sldId id="1780" r:id="rId56"/>
    <p:sldId id="1808" r:id="rId57"/>
    <p:sldId id="1820" r:id="rId58"/>
    <p:sldId id="1567" r:id="rId59"/>
    <p:sldId id="1569" r:id="rId60"/>
    <p:sldId id="1959" r:id="rId61"/>
    <p:sldId id="1960" r:id="rId62"/>
    <p:sldId id="1577" r:id="rId63"/>
    <p:sldId id="1556" r:id="rId64"/>
    <p:sldId id="1557" r:id="rId65"/>
    <p:sldId id="1574" r:id="rId66"/>
    <p:sldId id="1821" r:id="rId67"/>
    <p:sldId id="1689" r:id="rId68"/>
    <p:sldId id="1818" r:id="rId69"/>
    <p:sldId id="1690" r:id="rId70"/>
    <p:sldId id="1693" r:id="rId71"/>
    <p:sldId id="1961" r:id="rId72"/>
    <p:sldId id="1584" r:id="rId73"/>
    <p:sldId id="1583" r:id="rId74"/>
    <p:sldId id="1585" r:id="rId75"/>
    <p:sldId id="1586" r:id="rId76"/>
    <p:sldId id="1587" r:id="rId77"/>
    <p:sldId id="1588" r:id="rId78"/>
    <p:sldId id="1825" r:id="rId79"/>
    <p:sldId id="1613" r:id="rId80"/>
    <p:sldId id="1614" r:id="rId81"/>
    <p:sldId id="1615" r:id="rId82"/>
    <p:sldId id="1826" r:id="rId83"/>
    <p:sldId id="1827" r:id="rId84"/>
    <p:sldId id="1828" r:id="rId85"/>
    <p:sldId id="1829" r:id="rId86"/>
    <p:sldId id="1830" r:id="rId87"/>
    <p:sldId id="1831" r:id="rId88"/>
    <p:sldId id="1832" r:id="rId89"/>
    <p:sldId id="1833" r:id="rId90"/>
    <p:sldId id="1623" r:id="rId91"/>
    <p:sldId id="1834" r:id="rId92"/>
    <p:sldId id="1835" r:id="rId93"/>
    <p:sldId id="1836" r:id="rId94"/>
    <p:sldId id="1837" r:id="rId95"/>
    <p:sldId id="1838" r:id="rId96"/>
    <p:sldId id="1633" r:id="rId97"/>
    <p:sldId id="1789" r:id="rId98"/>
    <p:sldId id="1593" r:id="rId99"/>
    <p:sldId id="1962" r:id="rId100"/>
    <p:sldId id="1839" r:id="rId101"/>
    <p:sldId id="1840" r:id="rId102"/>
    <p:sldId id="1841" r:id="rId103"/>
    <p:sldId id="1842" r:id="rId104"/>
    <p:sldId id="1809" r:id="rId105"/>
    <p:sldId id="1810" r:id="rId106"/>
    <p:sldId id="1843" r:id="rId107"/>
    <p:sldId id="1762" r:id="rId108"/>
    <p:sldId id="1639" r:id="rId109"/>
    <p:sldId id="1640" r:id="rId110"/>
    <p:sldId id="1698" r:id="rId111"/>
    <p:sldId id="1641" r:id="rId112"/>
    <p:sldId id="1791" r:id="rId113"/>
    <p:sldId id="1642" r:id="rId114"/>
    <p:sldId id="1645" r:id="rId115"/>
    <p:sldId id="1954" r:id="rId116"/>
    <p:sldId id="1663" r:id="rId117"/>
    <p:sldId id="1844" r:id="rId118"/>
    <p:sldId id="1664" r:id="rId119"/>
    <p:sldId id="1665" r:id="rId120"/>
    <p:sldId id="1845" r:id="rId121"/>
    <p:sldId id="1846" r:id="rId122"/>
    <p:sldId id="1847" r:id="rId123"/>
    <p:sldId id="1668" r:id="rId124"/>
    <p:sldId id="1669" r:id="rId125"/>
    <p:sldId id="1670" r:id="rId126"/>
    <p:sldId id="1709" r:id="rId127"/>
    <p:sldId id="1731" r:id="rId128"/>
    <p:sldId id="1848" r:id="rId129"/>
    <p:sldId id="1963" r:id="rId130"/>
    <p:sldId id="1794" r:id="rId131"/>
    <p:sldId id="1738" r:id="rId132"/>
    <p:sldId id="1851" r:id="rId133"/>
    <p:sldId id="1852" r:id="rId134"/>
    <p:sldId id="1853" r:id="rId135"/>
    <p:sldId id="1854" r:id="rId136"/>
    <p:sldId id="1855" r:id="rId137"/>
    <p:sldId id="1735" r:id="rId138"/>
    <p:sldId id="1856" r:id="rId139"/>
    <p:sldId id="1857" r:id="rId140"/>
    <p:sldId id="1859" r:id="rId141"/>
    <p:sldId id="1674" r:id="rId142"/>
    <p:sldId id="1656" r:id="rId143"/>
    <p:sldId id="1657" r:id="rId144"/>
    <p:sldId id="1658" r:id="rId145"/>
    <p:sldId id="1795" r:id="rId146"/>
    <p:sldId id="1964" r:id="rId147"/>
    <p:sldId id="1965" r:id="rId148"/>
    <p:sldId id="1966" r:id="rId149"/>
    <p:sldId id="1967" r:id="rId150"/>
    <p:sldId id="1968" r:id="rId151"/>
    <p:sldId id="1969" r:id="rId152"/>
    <p:sldId id="1970" r:id="rId153"/>
    <p:sldId id="1659" r:id="rId154"/>
    <p:sldId id="1955" r:id="rId155"/>
    <p:sldId id="1949" r:id="rId156"/>
    <p:sldId id="1950" r:id="rId157"/>
    <p:sldId id="1871" r:id="rId158"/>
    <p:sldId id="1873" r:id="rId159"/>
    <p:sldId id="1875" r:id="rId160"/>
    <p:sldId id="1880" r:id="rId161"/>
    <p:sldId id="1904" r:id="rId162"/>
    <p:sldId id="1905" r:id="rId163"/>
    <p:sldId id="1906" r:id="rId164"/>
    <p:sldId id="1911" r:id="rId165"/>
    <p:sldId id="1912" r:id="rId166"/>
    <p:sldId id="1937" r:id="rId167"/>
    <p:sldId id="1938" r:id="rId168"/>
    <p:sldId id="1940" r:id="rId169"/>
    <p:sldId id="1941" r:id="rId170"/>
    <p:sldId id="1945" r:id="rId171"/>
    <p:sldId id="1946" r:id="rId172"/>
    <p:sldId id="1947" r:id="rId173"/>
    <p:sldId id="1948" r:id="rId174"/>
    <p:sldId id="1676" r:id="rId175"/>
    <p:sldId id="1870" r:id="rId176"/>
    <p:sldId id="1804" r:id="rId177"/>
    <p:sldId id="1805" r:id="rId178"/>
    <p:sldId id="1869" r:id="rId179"/>
    <p:sldId id="1867" r:id="rId180"/>
    <p:sldId id="1874" r:id="rId181"/>
    <p:sldId id="1876" r:id="rId182"/>
    <p:sldId id="1877" r:id="rId183"/>
    <p:sldId id="1878" r:id="rId184"/>
    <p:sldId id="1879" r:id="rId185"/>
    <p:sldId id="1881" r:id="rId186"/>
    <p:sldId id="1895" r:id="rId187"/>
    <p:sldId id="1896" r:id="rId188"/>
    <p:sldId id="1897" r:id="rId189"/>
    <p:sldId id="1885" r:id="rId190"/>
    <p:sldId id="1886" r:id="rId191"/>
    <p:sldId id="1887" r:id="rId192"/>
    <p:sldId id="1898" r:id="rId193"/>
    <p:sldId id="1899" r:id="rId194"/>
    <p:sldId id="1900" r:id="rId195"/>
    <p:sldId id="1901" r:id="rId196"/>
    <p:sldId id="1892" r:id="rId197"/>
    <p:sldId id="1902" r:id="rId198"/>
    <p:sldId id="1903" r:id="rId199"/>
    <p:sldId id="1907" r:id="rId200"/>
    <p:sldId id="1908" r:id="rId201"/>
    <p:sldId id="1909" r:id="rId202"/>
    <p:sldId id="1910" r:id="rId203"/>
    <p:sldId id="1913" r:id="rId204"/>
    <p:sldId id="1914" r:id="rId205"/>
    <p:sldId id="1915" r:id="rId206"/>
    <p:sldId id="1916" r:id="rId207"/>
    <p:sldId id="1917" r:id="rId208"/>
    <p:sldId id="1929" r:id="rId209"/>
    <p:sldId id="1930" r:id="rId210"/>
    <p:sldId id="1931" r:id="rId211"/>
    <p:sldId id="1921" r:id="rId212"/>
    <p:sldId id="1922" r:id="rId213"/>
    <p:sldId id="1923" r:id="rId214"/>
    <p:sldId id="1924" r:id="rId215"/>
    <p:sldId id="1932" r:id="rId216"/>
    <p:sldId id="1933" r:id="rId217"/>
    <p:sldId id="1934" r:id="rId218"/>
    <p:sldId id="1936" r:id="rId219"/>
    <p:sldId id="1868" r:id="rId220"/>
  </p:sldIdLst>
  <p:sldSz cx="12192000" cy="6858000"/>
  <p:notesSz cx="6797675" cy="9928225"/>
  <p:custDataLst>
    <p:tags r:id="rId225"/>
  </p:custDataLst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黑体" panose="02010609060101010101" pitchFamily="49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FF"/>
    <a:srgbClr val="CCECFF"/>
    <a:srgbClr val="CCFFFF"/>
    <a:srgbClr val="0000FF"/>
    <a:srgbClr val="FFFFCC"/>
    <a:srgbClr val="CC0000"/>
    <a:srgbClr val="FFCCCC"/>
    <a:srgbClr val="CCFFCC"/>
    <a:srgbClr val="CC00CC"/>
    <a:srgbClr val="FF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2154" autoAdjust="0"/>
  </p:normalViewPr>
  <p:slideViewPr>
    <p:cSldViewPr showGuides="1">
      <p:cViewPr varScale="1">
        <p:scale>
          <a:sx n="47" d="100"/>
          <a:sy n="47" d="100"/>
        </p:scale>
        <p:origin x="331" y="17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notesMaster" Target="notesMasters/notesMaster1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5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slide" Target="slides/slide4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3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2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5" Type="http://schemas.openxmlformats.org/officeDocument/2006/relationships/tags" Target="tags/tag1.xml"/><Relationship Id="rId224" Type="http://schemas.openxmlformats.org/officeDocument/2006/relationships/tableStyles" Target="tableStyles.xml"/><Relationship Id="rId223" Type="http://schemas.openxmlformats.org/officeDocument/2006/relationships/viewProps" Target="viewProps.xml"/><Relationship Id="rId222" Type="http://schemas.openxmlformats.org/officeDocument/2006/relationships/presProps" Target="presProps.xml"/><Relationship Id="rId221" Type="http://schemas.openxmlformats.org/officeDocument/2006/relationships/handoutMaster" Target="handoutMasters/handoutMaster1.xml"/><Relationship Id="rId220" Type="http://schemas.openxmlformats.org/officeDocument/2006/relationships/slide" Target="slides/slide217.xml"/><Relationship Id="rId22" Type="http://schemas.openxmlformats.org/officeDocument/2006/relationships/slide" Target="slides/slide19.xml"/><Relationship Id="rId219" Type="http://schemas.openxmlformats.org/officeDocument/2006/relationships/slide" Target="slides/slide216.xml"/><Relationship Id="rId218" Type="http://schemas.openxmlformats.org/officeDocument/2006/relationships/slide" Target="slides/slide215.xml"/><Relationship Id="rId217" Type="http://schemas.openxmlformats.org/officeDocument/2006/relationships/slide" Target="slides/slide214.xml"/><Relationship Id="rId216" Type="http://schemas.openxmlformats.org/officeDocument/2006/relationships/slide" Target="slides/slide213.xml"/><Relationship Id="rId215" Type="http://schemas.openxmlformats.org/officeDocument/2006/relationships/slide" Target="slides/slide212.xml"/><Relationship Id="rId214" Type="http://schemas.openxmlformats.org/officeDocument/2006/relationships/slide" Target="slides/slide211.xml"/><Relationship Id="rId213" Type="http://schemas.openxmlformats.org/officeDocument/2006/relationships/slide" Target="slides/slide210.xml"/><Relationship Id="rId212" Type="http://schemas.openxmlformats.org/officeDocument/2006/relationships/slide" Target="slides/slide209.xml"/><Relationship Id="rId211" Type="http://schemas.openxmlformats.org/officeDocument/2006/relationships/slide" Target="slides/slide208.xml"/><Relationship Id="rId210" Type="http://schemas.openxmlformats.org/officeDocument/2006/relationships/slide" Target="slides/slide207.xml"/><Relationship Id="rId21" Type="http://schemas.openxmlformats.org/officeDocument/2006/relationships/slide" Target="slides/slide18.xml"/><Relationship Id="rId209" Type="http://schemas.openxmlformats.org/officeDocument/2006/relationships/slide" Target="slides/slide206.xml"/><Relationship Id="rId208" Type="http://schemas.openxmlformats.org/officeDocument/2006/relationships/slide" Target="slides/slide205.xml"/><Relationship Id="rId207" Type="http://schemas.openxmlformats.org/officeDocument/2006/relationships/slide" Target="slides/slide204.xml"/><Relationship Id="rId206" Type="http://schemas.openxmlformats.org/officeDocument/2006/relationships/slide" Target="slides/slide203.xml"/><Relationship Id="rId205" Type="http://schemas.openxmlformats.org/officeDocument/2006/relationships/slide" Target="slides/slide202.xml"/><Relationship Id="rId204" Type="http://schemas.openxmlformats.org/officeDocument/2006/relationships/slide" Target="slides/slide201.xml"/><Relationship Id="rId203" Type="http://schemas.openxmlformats.org/officeDocument/2006/relationships/slide" Target="slides/slide200.xml"/><Relationship Id="rId202" Type="http://schemas.openxmlformats.org/officeDocument/2006/relationships/slide" Target="slides/slide199.xml"/><Relationship Id="rId201" Type="http://schemas.openxmlformats.org/officeDocument/2006/relationships/slide" Target="slides/slide198.xml"/><Relationship Id="rId200" Type="http://schemas.openxmlformats.org/officeDocument/2006/relationships/slide" Target="slides/slide197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9" Type="http://schemas.openxmlformats.org/officeDocument/2006/relationships/slide" Target="slides/slide196.xml"/><Relationship Id="rId198" Type="http://schemas.openxmlformats.org/officeDocument/2006/relationships/slide" Target="slides/slide195.xml"/><Relationship Id="rId197" Type="http://schemas.openxmlformats.org/officeDocument/2006/relationships/slide" Target="slides/slide194.xml"/><Relationship Id="rId196" Type="http://schemas.openxmlformats.org/officeDocument/2006/relationships/slide" Target="slides/slide193.xml"/><Relationship Id="rId195" Type="http://schemas.openxmlformats.org/officeDocument/2006/relationships/slide" Target="slides/slide192.xml"/><Relationship Id="rId194" Type="http://schemas.openxmlformats.org/officeDocument/2006/relationships/slide" Target="slides/slide191.xml"/><Relationship Id="rId193" Type="http://schemas.openxmlformats.org/officeDocument/2006/relationships/slide" Target="slides/slide190.xml"/><Relationship Id="rId192" Type="http://schemas.openxmlformats.org/officeDocument/2006/relationships/slide" Target="slides/slide189.xml"/><Relationship Id="rId191" Type="http://schemas.openxmlformats.org/officeDocument/2006/relationships/slide" Target="slides/slide188.xml"/><Relationship Id="rId190" Type="http://schemas.openxmlformats.org/officeDocument/2006/relationships/slide" Target="slides/slide187.xml"/><Relationship Id="rId19" Type="http://schemas.openxmlformats.org/officeDocument/2006/relationships/slide" Target="slides/slide16.xml"/><Relationship Id="rId189" Type="http://schemas.openxmlformats.org/officeDocument/2006/relationships/slide" Target="slides/slide186.xml"/><Relationship Id="rId188" Type="http://schemas.openxmlformats.org/officeDocument/2006/relationships/slide" Target="slides/slide185.xml"/><Relationship Id="rId187" Type="http://schemas.openxmlformats.org/officeDocument/2006/relationships/slide" Target="slides/slide184.xml"/><Relationship Id="rId186" Type="http://schemas.openxmlformats.org/officeDocument/2006/relationships/slide" Target="slides/slide183.xml"/><Relationship Id="rId185" Type="http://schemas.openxmlformats.org/officeDocument/2006/relationships/slide" Target="slides/slide182.xml"/><Relationship Id="rId184" Type="http://schemas.openxmlformats.org/officeDocument/2006/relationships/slide" Target="slides/slide181.xml"/><Relationship Id="rId183" Type="http://schemas.openxmlformats.org/officeDocument/2006/relationships/slide" Target="slides/slide180.xml"/><Relationship Id="rId182" Type="http://schemas.openxmlformats.org/officeDocument/2006/relationships/slide" Target="slides/slide179.xml"/><Relationship Id="rId181" Type="http://schemas.openxmlformats.org/officeDocument/2006/relationships/slide" Target="slides/slide178.xml"/><Relationship Id="rId180" Type="http://schemas.openxmlformats.org/officeDocument/2006/relationships/slide" Target="slides/slide177.xml"/><Relationship Id="rId18" Type="http://schemas.openxmlformats.org/officeDocument/2006/relationships/slide" Target="slides/slide15.xml"/><Relationship Id="rId179" Type="http://schemas.openxmlformats.org/officeDocument/2006/relationships/slide" Target="slides/slide176.xml"/><Relationship Id="rId178" Type="http://schemas.openxmlformats.org/officeDocument/2006/relationships/slide" Target="slides/slide175.xml"/><Relationship Id="rId177" Type="http://schemas.openxmlformats.org/officeDocument/2006/relationships/slide" Target="slides/slide174.xml"/><Relationship Id="rId176" Type="http://schemas.openxmlformats.org/officeDocument/2006/relationships/slide" Target="slides/slide173.xml"/><Relationship Id="rId175" Type="http://schemas.openxmlformats.org/officeDocument/2006/relationships/slide" Target="slides/slide172.xml"/><Relationship Id="rId174" Type="http://schemas.openxmlformats.org/officeDocument/2006/relationships/slide" Target="slides/slide171.xml"/><Relationship Id="rId173" Type="http://schemas.openxmlformats.org/officeDocument/2006/relationships/slide" Target="slides/slide170.xml"/><Relationship Id="rId172" Type="http://schemas.openxmlformats.org/officeDocument/2006/relationships/slide" Target="slides/slide169.xml"/><Relationship Id="rId171" Type="http://schemas.openxmlformats.org/officeDocument/2006/relationships/slide" Target="slides/slide168.xml"/><Relationship Id="rId170" Type="http://schemas.openxmlformats.org/officeDocument/2006/relationships/slide" Target="slides/slide167.xml"/><Relationship Id="rId17" Type="http://schemas.openxmlformats.org/officeDocument/2006/relationships/slide" Target="slides/slide14.xml"/><Relationship Id="rId169" Type="http://schemas.openxmlformats.org/officeDocument/2006/relationships/slide" Target="slides/slide166.xml"/><Relationship Id="rId168" Type="http://schemas.openxmlformats.org/officeDocument/2006/relationships/slide" Target="slides/slide165.xml"/><Relationship Id="rId167" Type="http://schemas.openxmlformats.org/officeDocument/2006/relationships/slide" Target="slides/slide164.xml"/><Relationship Id="rId166" Type="http://schemas.openxmlformats.org/officeDocument/2006/relationships/slide" Target="slides/slide163.xml"/><Relationship Id="rId165" Type="http://schemas.openxmlformats.org/officeDocument/2006/relationships/slide" Target="slides/slide162.xml"/><Relationship Id="rId164" Type="http://schemas.openxmlformats.org/officeDocument/2006/relationships/slide" Target="slides/slide161.xml"/><Relationship Id="rId163" Type="http://schemas.openxmlformats.org/officeDocument/2006/relationships/slide" Target="slides/slide160.xml"/><Relationship Id="rId162" Type="http://schemas.openxmlformats.org/officeDocument/2006/relationships/slide" Target="slides/slide159.xml"/><Relationship Id="rId161" Type="http://schemas.openxmlformats.org/officeDocument/2006/relationships/slide" Target="slides/slide158.xml"/><Relationship Id="rId160" Type="http://schemas.openxmlformats.org/officeDocument/2006/relationships/slide" Target="slides/slide157.xml"/><Relationship Id="rId16" Type="http://schemas.openxmlformats.org/officeDocument/2006/relationships/slide" Target="slides/slide13.xml"/><Relationship Id="rId159" Type="http://schemas.openxmlformats.org/officeDocument/2006/relationships/slide" Target="slides/slide156.xml"/><Relationship Id="rId158" Type="http://schemas.openxmlformats.org/officeDocument/2006/relationships/slide" Target="slides/slide155.xml"/><Relationship Id="rId157" Type="http://schemas.openxmlformats.org/officeDocument/2006/relationships/slide" Target="slides/slide154.xml"/><Relationship Id="rId156" Type="http://schemas.openxmlformats.org/officeDocument/2006/relationships/slide" Target="slides/slide153.xml"/><Relationship Id="rId155" Type="http://schemas.openxmlformats.org/officeDocument/2006/relationships/slide" Target="slides/slide152.xml"/><Relationship Id="rId154" Type="http://schemas.openxmlformats.org/officeDocument/2006/relationships/slide" Target="slides/slide151.xml"/><Relationship Id="rId153" Type="http://schemas.openxmlformats.org/officeDocument/2006/relationships/slide" Target="slides/slide150.xml"/><Relationship Id="rId152" Type="http://schemas.openxmlformats.org/officeDocument/2006/relationships/slide" Target="slides/slide149.xml"/><Relationship Id="rId151" Type="http://schemas.openxmlformats.org/officeDocument/2006/relationships/slide" Target="slides/slide148.xml"/><Relationship Id="rId150" Type="http://schemas.openxmlformats.org/officeDocument/2006/relationships/slide" Target="slides/slide147.xml"/><Relationship Id="rId15" Type="http://schemas.openxmlformats.org/officeDocument/2006/relationships/slide" Target="slides/slide12.xml"/><Relationship Id="rId149" Type="http://schemas.openxmlformats.org/officeDocument/2006/relationships/slide" Target="slides/slide146.xml"/><Relationship Id="rId148" Type="http://schemas.openxmlformats.org/officeDocument/2006/relationships/slide" Target="slides/slide145.xml"/><Relationship Id="rId147" Type="http://schemas.openxmlformats.org/officeDocument/2006/relationships/slide" Target="slides/slide144.xml"/><Relationship Id="rId146" Type="http://schemas.openxmlformats.org/officeDocument/2006/relationships/slide" Target="slides/slide143.xml"/><Relationship Id="rId145" Type="http://schemas.openxmlformats.org/officeDocument/2006/relationships/slide" Target="slides/slide142.xml"/><Relationship Id="rId144" Type="http://schemas.openxmlformats.org/officeDocument/2006/relationships/slide" Target="slides/slide141.xml"/><Relationship Id="rId143" Type="http://schemas.openxmlformats.org/officeDocument/2006/relationships/slide" Target="slides/slide140.xml"/><Relationship Id="rId142" Type="http://schemas.openxmlformats.org/officeDocument/2006/relationships/slide" Target="slides/slide139.xml"/><Relationship Id="rId141" Type="http://schemas.openxmlformats.org/officeDocument/2006/relationships/slide" Target="slides/slide138.xml"/><Relationship Id="rId140" Type="http://schemas.openxmlformats.org/officeDocument/2006/relationships/slide" Target="slides/slide137.xml"/><Relationship Id="rId14" Type="http://schemas.openxmlformats.org/officeDocument/2006/relationships/slide" Target="slides/slide11.xml"/><Relationship Id="rId139" Type="http://schemas.openxmlformats.org/officeDocument/2006/relationships/slide" Target="slides/slide136.xml"/><Relationship Id="rId138" Type="http://schemas.openxmlformats.org/officeDocument/2006/relationships/slide" Target="slides/slide135.xml"/><Relationship Id="rId137" Type="http://schemas.openxmlformats.org/officeDocument/2006/relationships/slide" Target="slides/slide134.xml"/><Relationship Id="rId136" Type="http://schemas.openxmlformats.org/officeDocument/2006/relationships/slide" Target="slides/slide133.xml"/><Relationship Id="rId135" Type="http://schemas.openxmlformats.org/officeDocument/2006/relationships/slide" Target="slides/slide132.xml"/><Relationship Id="rId134" Type="http://schemas.openxmlformats.org/officeDocument/2006/relationships/slide" Target="slides/slide131.xml"/><Relationship Id="rId133" Type="http://schemas.openxmlformats.org/officeDocument/2006/relationships/slide" Target="slides/slide130.xml"/><Relationship Id="rId132" Type="http://schemas.openxmlformats.org/officeDocument/2006/relationships/slide" Target="slides/slide129.xml"/><Relationship Id="rId131" Type="http://schemas.openxmlformats.org/officeDocument/2006/relationships/slide" Target="slides/slide128.xml"/><Relationship Id="rId130" Type="http://schemas.openxmlformats.org/officeDocument/2006/relationships/slide" Target="slides/slide127.xml"/><Relationship Id="rId13" Type="http://schemas.openxmlformats.org/officeDocument/2006/relationships/slide" Target="slides/slide10.xml"/><Relationship Id="rId129" Type="http://schemas.openxmlformats.org/officeDocument/2006/relationships/slide" Target="slides/slide126.xml"/><Relationship Id="rId128" Type="http://schemas.openxmlformats.org/officeDocument/2006/relationships/slide" Target="slides/slide125.xml"/><Relationship Id="rId127" Type="http://schemas.openxmlformats.org/officeDocument/2006/relationships/slide" Target="slides/slide124.xml"/><Relationship Id="rId126" Type="http://schemas.openxmlformats.org/officeDocument/2006/relationships/slide" Target="slides/slide123.xml"/><Relationship Id="rId125" Type="http://schemas.openxmlformats.org/officeDocument/2006/relationships/slide" Target="slides/slide122.xml"/><Relationship Id="rId124" Type="http://schemas.openxmlformats.org/officeDocument/2006/relationships/slide" Target="slides/slide121.xml"/><Relationship Id="rId123" Type="http://schemas.openxmlformats.org/officeDocument/2006/relationships/slide" Target="slides/slide120.xml"/><Relationship Id="rId122" Type="http://schemas.openxmlformats.org/officeDocument/2006/relationships/slide" Target="slides/slide119.xml"/><Relationship Id="rId121" Type="http://schemas.openxmlformats.org/officeDocument/2006/relationships/slide" Target="slides/slide118.xml"/><Relationship Id="rId120" Type="http://schemas.openxmlformats.org/officeDocument/2006/relationships/slide" Target="slides/slide117.xml"/><Relationship Id="rId12" Type="http://schemas.openxmlformats.org/officeDocument/2006/relationships/slide" Target="slides/slide9.xml"/><Relationship Id="rId119" Type="http://schemas.openxmlformats.org/officeDocument/2006/relationships/slide" Target="slides/slide116.xml"/><Relationship Id="rId118" Type="http://schemas.openxmlformats.org/officeDocument/2006/relationships/slide" Target="slides/slide115.xml"/><Relationship Id="rId117" Type="http://schemas.openxmlformats.org/officeDocument/2006/relationships/slide" Target="slides/slide114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1.emf"/><Relationship Id="rId1" Type="http://schemas.openxmlformats.org/officeDocument/2006/relationships/image" Target="../media/image20.emf"/></Relationships>
</file>

<file path=ppt/drawings/_rels/vmlDrawing2.vml.rels><?xml version="1.0" encoding="UTF-8" standalone="yes"?>
<Relationships xmlns="http://schemas.openxmlformats.org/package/2006/relationships"><Relationship Id="rId3" Type="http://schemas.openxmlformats.org/officeDocument/2006/relationships/image" Target="../media/image24.wmf"/><Relationship Id="rId2" Type="http://schemas.openxmlformats.org/officeDocument/2006/relationships/image" Target="../media/image23.emf"/><Relationship Id="rId1" Type="http://schemas.openxmlformats.org/officeDocument/2006/relationships/image" Target="../media/image22.wmf"/></Relationships>
</file>

<file path=ppt/drawings/_rels/vmlDrawing3.vml.rels><?xml version="1.0" encoding="UTF-8" standalone="yes"?>
<Relationships xmlns="http://schemas.openxmlformats.org/package/2006/relationships"><Relationship Id="rId7" Type="http://schemas.openxmlformats.org/officeDocument/2006/relationships/image" Target="../media/image31.wmf"/><Relationship Id="rId6" Type="http://schemas.openxmlformats.org/officeDocument/2006/relationships/image" Target="../media/image30.wmf"/><Relationship Id="rId5" Type="http://schemas.openxmlformats.org/officeDocument/2006/relationships/image" Target="../media/image29.wmf"/><Relationship Id="rId4" Type="http://schemas.openxmlformats.org/officeDocument/2006/relationships/image" Target="../media/image28.wmf"/><Relationship Id="rId3" Type="http://schemas.openxmlformats.org/officeDocument/2006/relationships/image" Target="../media/image27.wmf"/><Relationship Id="rId2" Type="http://schemas.openxmlformats.org/officeDocument/2006/relationships/image" Target="../media/image26.wmf"/><Relationship Id="rId1" Type="http://schemas.openxmlformats.org/officeDocument/2006/relationships/image" Target="../media/image25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emf"/></Relationships>
</file>

<file path=ppt/drawings/_rels/vmlDrawing5.vml.rels><?xml version="1.0" encoding="UTF-8" standalone="yes"?>
<Relationships xmlns="http://schemas.openxmlformats.org/package/2006/relationships"><Relationship Id="rId8" Type="http://schemas.openxmlformats.org/officeDocument/2006/relationships/image" Target="../media/image32.emf"/><Relationship Id="rId7" Type="http://schemas.openxmlformats.org/officeDocument/2006/relationships/image" Target="../media/image39.wmf"/><Relationship Id="rId6" Type="http://schemas.openxmlformats.org/officeDocument/2006/relationships/image" Target="../media/image38.wmf"/><Relationship Id="rId5" Type="http://schemas.openxmlformats.org/officeDocument/2006/relationships/image" Target="../media/image37.wmf"/><Relationship Id="rId4" Type="http://schemas.openxmlformats.org/officeDocument/2006/relationships/image" Target="../media/image36.wmf"/><Relationship Id="rId3" Type="http://schemas.openxmlformats.org/officeDocument/2006/relationships/image" Target="../media/image35.wmf"/><Relationship Id="rId2" Type="http://schemas.openxmlformats.org/officeDocument/2006/relationships/image" Target="../media/image34.wmf"/><Relationship Id="rId1" Type="http://schemas.openxmlformats.org/officeDocument/2006/relationships/image" Target="../media/image33.w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40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40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41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41.emf"/></Relationships>
</file>

<file path=ppt/drawings/_rels/vmlDrawing10.vml.rels><?xml version="1.0" encoding="UTF-8" standalone="yes"?>
<Relationships xmlns="http://schemas.openxmlformats.org/package/2006/relationships"><Relationship Id="rId9" Type="http://schemas.openxmlformats.org/officeDocument/2006/relationships/image" Target="../media/image50.wmf"/><Relationship Id="rId8" Type="http://schemas.openxmlformats.org/officeDocument/2006/relationships/image" Target="../media/image49.wmf"/><Relationship Id="rId7" Type="http://schemas.openxmlformats.org/officeDocument/2006/relationships/image" Target="../media/image48.wmf"/><Relationship Id="rId6" Type="http://schemas.openxmlformats.org/officeDocument/2006/relationships/image" Target="../media/image47.wmf"/><Relationship Id="rId5" Type="http://schemas.openxmlformats.org/officeDocument/2006/relationships/image" Target="../media/image46.wmf"/><Relationship Id="rId4" Type="http://schemas.openxmlformats.org/officeDocument/2006/relationships/image" Target="../media/image45.wmf"/><Relationship Id="rId3" Type="http://schemas.openxmlformats.org/officeDocument/2006/relationships/image" Target="../media/image44.wmf"/><Relationship Id="rId2" Type="http://schemas.openxmlformats.org/officeDocument/2006/relationships/image" Target="../media/image43.wmf"/><Relationship Id="rId10" Type="http://schemas.openxmlformats.org/officeDocument/2006/relationships/image" Target="../media/image41.emf"/><Relationship Id="rId1" Type="http://schemas.openxmlformats.org/officeDocument/2006/relationships/image" Target="../media/image42.wmf"/></Relationships>
</file>

<file path=ppt/drawings/_rels/vmlDrawing11.vml.rels><?xml version="1.0" encoding="UTF-8" standalone="yes"?>
<Relationships xmlns="http://schemas.openxmlformats.org/package/2006/relationships"><Relationship Id="rId9" Type="http://schemas.openxmlformats.org/officeDocument/2006/relationships/image" Target="../media/image53.wmf"/><Relationship Id="rId8" Type="http://schemas.openxmlformats.org/officeDocument/2006/relationships/image" Target="../media/image50.wmf"/><Relationship Id="rId7" Type="http://schemas.openxmlformats.org/officeDocument/2006/relationships/image" Target="../media/image49.wmf"/><Relationship Id="rId6" Type="http://schemas.openxmlformats.org/officeDocument/2006/relationships/image" Target="../media/image48.wmf"/><Relationship Id="rId5" Type="http://schemas.openxmlformats.org/officeDocument/2006/relationships/image" Target="../media/image47.wmf"/><Relationship Id="rId4" Type="http://schemas.openxmlformats.org/officeDocument/2006/relationships/image" Target="../media/image46.wmf"/><Relationship Id="rId3" Type="http://schemas.openxmlformats.org/officeDocument/2006/relationships/image" Target="../media/image45.wmf"/><Relationship Id="rId2" Type="http://schemas.openxmlformats.org/officeDocument/2006/relationships/image" Target="../media/image52.wmf"/><Relationship Id="rId12" Type="http://schemas.openxmlformats.org/officeDocument/2006/relationships/image" Target="../media/image41.emf"/><Relationship Id="rId11" Type="http://schemas.openxmlformats.org/officeDocument/2006/relationships/image" Target="../media/image55.wmf"/><Relationship Id="rId10" Type="http://schemas.openxmlformats.org/officeDocument/2006/relationships/image" Target="../media/image54.wmf"/><Relationship Id="rId1" Type="http://schemas.openxmlformats.org/officeDocument/2006/relationships/image" Target="../media/image51.wmf"/></Relationships>
</file>

<file path=ppt/drawings/_rels/vmlDrawing12.vml.rels><?xml version="1.0" encoding="UTF-8" standalone="yes"?>
<Relationships xmlns="http://schemas.openxmlformats.org/package/2006/relationships"><Relationship Id="rId9" Type="http://schemas.openxmlformats.org/officeDocument/2006/relationships/image" Target="../media/image68.wmf"/><Relationship Id="rId8" Type="http://schemas.openxmlformats.org/officeDocument/2006/relationships/image" Target="../media/image67.wmf"/><Relationship Id="rId7" Type="http://schemas.openxmlformats.org/officeDocument/2006/relationships/image" Target="../media/image66.wmf"/><Relationship Id="rId6" Type="http://schemas.openxmlformats.org/officeDocument/2006/relationships/image" Target="../media/image65.wmf"/><Relationship Id="rId5" Type="http://schemas.openxmlformats.org/officeDocument/2006/relationships/image" Target="../media/image64.wmf"/><Relationship Id="rId4" Type="http://schemas.openxmlformats.org/officeDocument/2006/relationships/image" Target="../media/image58.wmf"/><Relationship Id="rId3" Type="http://schemas.openxmlformats.org/officeDocument/2006/relationships/image" Target="../media/image57.wmf"/><Relationship Id="rId2" Type="http://schemas.openxmlformats.org/officeDocument/2006/relationships/image" Target="../media/image56.wmf"/><Relationship Id="rId10" Type="http://schemas.openxmlformats.org/officeDocument/2006/relationships/image" Target="../media/image69.wmf"/><Relationship Id="rId1" Type="http://schemas.openxmlformats.org/officeDocument/2006/relationships/image" Target="../media/image41.emf"/></Relationships>
</file>

<file path=ppt/drawings/_rels/vmlDrawing13.vml.rels><?xml version="1.0" encoding="UTF-8" standalone="yes"?>
<Relationships xmlns="http://schemas.openxmlformats.org/package/2006/relationships"><Relationship Id="rId9" Type="http://schemas.openxmlformats.org/officeDocument/2006/relationships/image" Target="../media/image77.wmf"/><Relationship Id="rId8" Type="http://schemas.openxmlformats.org/officeDocument/2006/relationships/image" Target="../media/image76.wmf"/><Relationship Id="rId7" Type="http://schemas.openxmlformats.org/officeDocument/2006/relationships/image" Target="../media/image75.wmf"/><Relationship Id="rId6" Type="http://schemas.openxmlformats.org/officeDocument/2006/relationships/image" Target="../media/image74.wmf"/><Relationship Id="rId5" Type="http://schemas.openxmlformats.org/officeDocument/2006/relationships/image" Target="../media/image73.wmf"/><Relationship Id="rId4" Type="http://schemas.openxmlformats.org/officeDocument/2006/relationships/image" Target="../media/image72.wmf"/><Relationship Id="rId3" Type="http://schemas.openxmlformats.org/officeDocument/2006/relationships/image" Target="../media/image71.wmf"/><Relationship Id="rId2" Type="http://schemas.openxmlformats.org/officeDocument/2006/relationships/image" Target="../media/image70.wmf"/><Relationship Id="rId15" Type="http://schemas.openxmlformats.org/officeDocument/2006/relationships/image" Target="../media/image84.wmf"/><Relationship Id="rId14" Type="http://schemas.openxmlformats.org/officeDocument/2006/relationships/image" Target="../media/image83.wmf"/><Relationship Id="rId13" Type="http://schemas.openxmlformats.org/officeDocument/2006/relationships/image" Target="../media/image82.wmf"/><Relationship Id="rId12" Type="http://schemas.openxmlformats.org/officeDocument/2006/relationships/image" Target="../media/image81.wmf"/><Relationship Id="rId11" Type="http://schemas.openxmlformats.org/officeDocument/2006/relationships/image" Target="../media/image80.wmf"/><Relationship Id="rId10" Type="http://schemas.openxmlformats.org/officeDocument/2006/relationships/image" Target="../media/image78.wmf"/><Relationship Id="rId1" Type="http://schemas.openxmlformats.org/officeDocument/2006/relationships/image" Target="../media/image41.emf"/></Relationships>
</file>

<file path=ppt/drawings/_rels/vmlDrawing14.vml.rels><?xml version="1.0" encoding="UTF-8" standalone="yes"?>
<Relationships xmlns="http://schemas.openxmlformats.org/package/2006/relationships"><Relationship Id="rId9" Type="http://schemas.openxmlformats.org/officeDocument/2006/relationships/image" Target="../media/image92.wmf"/><Relationship Id="rId8" Type="http://schemas.openxmlformats.org/officeDocument/2006/relationships/image" Target="../media/image91.wmf"/><Relationship Id="rId7" Type="http://schemas.openxmlformats.org/officeDocument/2006/relationships/image" Target="../media/image90.wmf"/><Relationship Id="rId6" Type="http://schemas.openxmlformats.org/officeDocument/2006/relationships/image" Target="../media/image89.wmf"/><Relationship Id="rId5" Type="http://schemas.openxmlformats.org/officeDocument/2006/relationships/image" Target="../media/image88.wmf"/><Relationship Id="rId4" Type="http://schemas.openxmlformats.org/officeDocument/2006/relationships/image" Target="../media/image87.wmf"/><Relationship Id="rId3" Type="http://schemas.openxmlformats.org/officeDocument/2006/relationships/image" Target="../media/image86.wmf"/><Relationship Id="rId2" Type="http://schemas.openxmlformats.org/officeDocument/2006/relationships/image" Target="../media/image85.wmf"/><Relationship Id="rId12" Type="http://schemas.openxmlformats.org/officeDocument/2006/relationships/image" Target="../media/image95.wmf"/><Relationship Id="rId11" Type="http://schemas.openxmlformats.org/officeDocument/2006/relationships/image" Target="../media/image94.wmf"/><Relationship Id="rId10" Type="http://schemas.openxmlformats.org/officeDocument/2006/relationships/image" Target="../media/image93.wmf"/><Relationship Id="rId1" Type="http://schemas.openxmlformats.org/officeDocument/2006/relationships/image" Target="../media/image41.emf"/></Relationships>
</file>

<file path=ppt/drawings/_rels/vmlDrawing15.vml.rels><?xml version="1.0" encoding="UTF-8" standalone="yes"?>
<Relationships xmlns="http://schemas.openxmlformats.org/package/2006/relationships"><Relationship Id="rId2" Type="http://schemas.openxmlformats.org/officeDocument/2006/relationships/image" Target="../media/image98.wmf"/><Relationship Id="rId1" Type="http://schemas.openxmlformats.org/officeDocument/2006/relationships/image" Target="../media/image97.emf"/></Relationships>
</file>

<file path=ppt/drawings/_rels/vmlDrawing16.v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wmf"/><Relationship Id="rId7" Type="http://schemas.openxmlformats.org/officeDocument/2006/relationships/image" Target="../media/image105.wmf"/><Relationship Id="rId6" Type="http://schemas.openxmlformats.org/officeDocument/2006/relationships/image" Target="../media/image104.wmf"/><Relationship Id="rId5" Type="http://schemas.openxmlformats.org/officeDocument/2006/relationships/image" Target="../media/image103.wmf"/><Relationship Id="rId4" Type="http://schemas.openxmlformats.org/officeDocument/2006/relationships/image" Target="../media/image102.wmf"/><Relationship Id="rId3" Type="http://schemas.openxmlformats.org/officeDocument/2006/relationships/image" Target="../media/image101.wmf"/><Relationship Id="rId2" Type="http://schemas.openxmlformats.org/officeDocument/2006/relationships/image" Target="../media/image100.wmf"/><Relationship Id="rId1" Type="http://schemas.openxmlformats.org/officeDocument/2006/relationships/image" Target="../media/image99.wmf"/></Relationships>
</file>

<file path=ppt/drawings/_rels/vmlDrawing17.vml.rels><?xml version="1.0" encoding="UTF-8" standalone="yes"?>
<Relationships xmlns="http://schemas.openxmlformats.org/package/2006/relationships"><Relationship Id="rId6" Type="http://schemas.openxmlformats.org/officeDocument/2006/relationships/image" Target="../media/image112.wmf"/><Relationship Id="rId5" Type="http://schemas.openxmlformats.org/officeDocument/2006/relationships/image" Target="../media/image111.wmf"/><Relationship Id="rId4" Type="http://schemas.openxmlformats.org/officeDocument/2006/relationships/image" Target="../media/image110.wmf"/><Relationship Id="rId3" Type="http://schemas.openxmlformats.org/officeDocument/2006/relationships/image" Target="../media/image109.wmf"/><Relationship Id="rId2" Type="http://schemas.openxmlformats.org/officeDocument/2006/relationships/image" Target="../media/image108.emf"/><Relationship Id="rId1" Type="http://schemas.openxmlformats.org/officeDocument/2006/relationships/image" Target="../media/image107.emf"/></Relationships>
</file>

<file path=ppt/drawings/_rels/vmlDrawing18.v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emf"/><Relationship Id="rId2" Type="http://schemas.openxmlformats.org/officeDocument/2006/relationships/image" Target="../media/image114.wmf"/><Relationship Id="rId1" Type="http://schemas.openxmlformats.org/officeDocument/2006/relationships/image" Target="../media/image113.w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5.emf"/></Relationships>
</file>

<file path=ppt/drawings/_rels/vmlDrawing20.vml.rels><?xml version="1.0" encoding="UTF-8" standalone="yes"?>
<Relationships xmlns="http://schemas.openxmlformats.org/package/2006/relationships"><Relationship Id="rId2" Type="http://schemas.openxmlformats.org/officeDocument/2006/relationships/image" Target="../media/image117.wmf"/><Relationship Id="rId1" Type="http://schemas.openxmlformats.org/officeDocument/2006/relationships/image" Target="../media/image116.emf"/></Relationships>
</file>

<file path=ppt/drawings/_rels/vmlDrawing21.v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wmf"/><Relationship Id="rId7" Type="http://schemas.openxmlformats.org/officeDocument/2006/relationships/image" Target="../media/image129.wmf"/><Relationship Id="rId6" Type="http://schemas.openxmlformats.org/officeDocument/2006/relationships/image" Target="../media/image128.wmf"/><Relationship Id="rId5" Type="http://schemas.openxmlformats.org/officeDocument/2006/relationships/image" Target="../media/image125.wmf"/><Relationship Id="rId4" Type="http://schemas.openxmlformats.org/officeDocument/2006/relationships/image" Target="../media/image124.wmf"/><Relationship Id="rId3" Type="http://schemas.openxmlformats.org/officeDocument/2006/relationships/image" Target="../media/image123.wmf"/><Relationship Id="rId2" Type="http://schemas.openxmlformats.org/officeDocument/2006/relationships/image" Target="../media/image122.wmf"/><Relationship Id="rId1" Type="http://schemas.openxmlformats.org/officeDocument/2006/relationships/image" Target="../media/image121.emf"/></Relationships>
</file>

<file path=ppt/drawings/_rels/vmlDrawing22.vml.rels><?xml version="1.0" encoding="UTF-8" standalone="yes"?>
<Relationships xmlns="http://schemas.openxmlformats.org/package/2006/relationships"><Relationship Id="rId8" Type="http://schemas.openxmlformats.org/officeDocument/2006/relationships/image" Target="../media/image138.wmf"/><Relationship Id="rId7" Type="http://schemas.openxmlformats.org/officeDocument/2006/relationships/image" Target="../media/image137.wmf"/><Relationship Id="rId6" Type="http://schemas.openxmlformats.org/officeDocument/2006/relationships/image" Target="../media/image136.wmf"/><Relationship Id="rId5" Type="http://schemas.openxmlformats.org/officeDocument/2006/relationships/image" Target="../media/image135.wmf"/><Relationship Id="rId4" Type="http://schemas.openxmlformats.org/officeDocument/2006/relationships/image" Target="../media/image134.wmf"/><Relationship Id="rId3" Type="http://schemas.openxmlformats.org/officeDocument/2006/relationships/image" Target="../media/image133.wmf"/><Relationship Id="rId2" Type="http://schemas.openxmlformats.org/officeDocument/2006/relationships/image" Target="../media/image132.wmf"/><Relationship Id="rId1" Type="http://schemas.openxmlformats.org/officeDocument/2006/relationships/image" Target="../media/image131.wmf"/></Relationships>
</file>

<file path=ppt/drawings/_rels/vmlDrawing23.vml.rels><?xml version="1.0" encoding="UTF-8" standalone="yes"?>
<Relationships xmlns="http://schemas.openxmlformats.org/package/2006/relationships"><Relationship Id="rId6" Type="http://schemas.openxmlformats.org/officeDocument/2006/relationships/image" Target="../media/image144.emf"/><Relationship Id="rId5" Type="http://schemas.openxmlformats.org/officeDocument/2006/relationships/image" Target="../media/image143.emf"/><Relationship Id="rId4" Type="http://schemas.openxmlformats.org/officeDocument/2006/relationships/image" Target="../media/image142.wmf"/><Relationship Id="rId3" Type="http://schemas.openxmlformats.org/officeDocument/2006/relationships/image" Target="../media/image141.wmf"/><Relationship Id="rId2" Type="http://schemas.openxmlformats.org/officeDocument/2006/relationships/image" Target="../media/image140.wmf"/><Relationship Id="rId1" Type="http://schemas.openxmlformats.org/officeDocument/2006/relationships/image" Target="../media/image139.wmf"/></Relationships>
</file>

<file path=ppt/drawings/_rels/vmlDrawing2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43.emf"/><Relationship Id="rId1" Type="http://schemas.openxmlformats.org/officeDocument/2006/relationships/image" Target="../media/image145.wmf"/></Relationships>
</file>

<file path=ppt/drawings/_rels/vmlDrawing25.vml.rels><?xml version="1.0" encoding="UTF-8" standalone="yes"?>
<Relationships xmlns="http://schemas.openxmlformats.org/package/2006/relationships"><Relationship Id="rId4" Type="http://schemas.openxmlformats.org/officeDocument/2006/relationships/image" Target="../media/image148.wmf"/><Relationship Id="rId3" Type="http://schemas.openxmlformats.org/officeDocument/2006/relationships/image" Target="../media/image147.wmf"/><Relationship Id="rId2" Type="http://schemas.openxmlformats.org/officeDocument/2006/relationships/image" Target="../media/image146.wmf"/><Relationship Id="rId1" Type="http://schemas.openxmlformats.org/officeDocument/2006/relationships/image" Target="../media/image145.wmf"/></Relationships>
</file>

<file path=ppt/drawings/_rels/vmlDrawing26.vml.rels><?xml version="1.0" encoding="UTF-8" standalone="yes"?>
<Relationships xmlns="http://schemas.openxmlformats.org/package/2006/relationships"><Relationship Id="rId4" Type="http://schemas.openxmlformats.org/officeDocument/2006/relationships/image" Target="../media/image153.wmf"/><Relationship Id="rId3" Type="http://schemas.openxmlformats.org/officeDocument/2006/relationships/image" Target="../media/image152.wmf"/><Relationship Id="rId2" Type="http://schemas.openxmlformats.org/officeDocument/2006/relationships/image" Target="../media/image150.wmf"/><Relationship Id="rId1" Type="http://schemas.openxmlformats.org/officeDocument/2006/relationships/image" Target="../media/image149.emf"/></Relationships>
</file>

<file path=ppt/drawings/_rels/vmlDrawing27.vml.rels><?xml version="1.0" encoding="UTF-8" standalone="yes"?>
<Relationships xmlns="http://schemas.openxmlformats.org/package/2006/relationships"><Relationship Id="rId9" Type="http://schemas.openxmlformats.org/officeDocument/2006/relationships/image" Target="../media/image162.wmf"/><Relationship Id="rId8" Type="http://schemas.openxmlformats.org/officeDocument/2006/relationships/image" Target="../media/image161.wmf"/><Relationship Id="rId7" Type="http://schemas.openxmlformats.org/officeDocument/2006/relationships/image" Target="../media/image160.wmf"/><Relationship Id="rId6" Type="http://schemas.openxmlformats.org/officeDocument/2006/relationships/image" Target="../media/image159.wmf"/><Relationship Id="rId5" Type="http://schemas.openxmlformats.org/officeDocument/2006/relationships/image" Target="../media/image158.wmf"/><Relationship Id="rId4" Type="http://schemas.openxmlformats.org/officeDocument/2006/relationships/image" Target="../media/image157.wmf"/><Relationship Id="rId3" Type="http://schemas.openxmlformats.org/officeDocument/2006/relationships/image" Target="../media/image156.wmf"/><Relationship Id="rId2" Type="http://schemas.openxmlformats.org/officeDocument/2006/relationships/image" Target="../media/image155.wmf"/><Relationship Id="rId1" Type="http://schemas.openxmlformats.org/officeDocument/2006/relationships/image" Target="../media/image154.emf"/></Relationships>
</file>

<file path=ppt/drawings/_rels/vmlDrawing2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3.png"/></Relationships>
</file>

<file path=ppt/drawings/_rels/vmlDrawing2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5.emf"/></Relationships>
</file>

<file path=ppt/drawings/_rels/vmlDrawing30.vml.rels><?xml version="1.0" encoding="UTF-8" standalone="yes"?>
<Relationships xmlns="http://schemas.openxmlformats.org/package/2006/relationships"><Relationship Id="rId4" Type="http://schemas.openxmlformats.org/officeDocument/2006/relationships/image" Target="../media/image32.emf"/><Relationship Id="rId3" Type="http://schemas.openxmlformats.org/officeDocument/2006/relationships/image" Target="../media/image168.wmf"/><Relationship Id="rId2" Type="http://schemas.openxmlformats.org/officeDocument/2006/relationships/image" Target="../media/image167.wmf"/><Relationship Id="rId1" Type="http://schemas.openxmlformats.org/officeDocument/2006/relationships/image" Target="../media/image166.wmf"/></Relationships>
</file>

<file path=ppt/drawings/_rels/vmlDrawing31.vml.rels><?xml version="1.0" encoding="UTF-8" standalone="yes"?>
<Relationships xmlns="http://schemas.openxmlformats.org/package/2006/relationships"><Relationship Id="rId2" Type="http://schemas.openxmlformats.org/officeDocument/2006/relationships/image" Target="../media/image170.emf"/><Relationship Id="rId1" Type="http://schemas.openxmlformats.org/officeDocument/2006/relationships/image" Target="../media/image169.emf"/></Relationships>
</file>

<file path=ppt/drawings/_rels/vmlDrawing32.vml.rels><?xml version="1.0" encoding="UTF-8" standalone="yes"?>
<Relationships xmlns="http://schemas.openxmlformats.org/package/2006/relationships"><Relationship Id="rId9" Type="http://schemas.openxmlformats.org/officeDocument/2006/relationships/image" Target="../media/image31.wmf"/><Relationship Id="rId8" Type="http://schemas.openxmlformats.org/officeDocument/2006/relationships/image" Target="../media/image30.wmf"/><Relationship Id="rId7" Type="http://schemas.openxmlformats.org/officeDocument/2006/relationships/image" Target="../media/image29.wmf"/><Relationship Id="rId6" Type="http://schemas.openxmlformats.org/officeDocument/2006/relationships/image" Target="../media/image28.wmf"/><Relationship Id="rId5" Type="http://schemas.openxmlformats.org/officeDocument/2006/relationships/image" Target="../media/image27.wmf"/><Relationship Id="rId4" Type="http://schemas.openxmlformats.org/officeDocument/2006/relationships/image" Target="../media/image26.wmf"/><Relationship Id="rId3" Type="http://schemas.openxmlformats.org/officeDocument/2006/relationships/image" Target="../media/image173.wmf"/><Relationship Id="rId2" Type="http://schemas.openxmlformats.org/officeDocument/2006/relationships/image" Target="../media/image172.wmf"/><Relationship Id="rId10" Type="http://schemas.openxmlformats.org/officeDocument/2006/relationships/image" Target="../media/image170.emf"/><Relationship Id="rId1" Type="http://schemas.openxmlformats.org/officeDocument/2006/relationships/image" Target="../media/image171.wmf"/></Relationships>
</file>

<file path=ppt/drawings/_rels/vmlDrawing33.vml.rels><?xml version="1.0" encoding="UTF-8" standalone="yes"?>
<Relationships xmlns="http://schemas.openxmlformats.org/package/2006/relationships"><Relationship Id="rId4" Type="http://schemas.openxmlformats.org/officeDocument/2006/relationships/image" Target="../media/image176.wmf"/><Relationship Id="rId3" Type="http://schemas.openxmlformats.org/officeDocument/2006/relationships/image" Target="../media/image175.emf"/><Relationship Id="rId2" Type="http://schemas.openxmlformats.org/officeDocument/2006/relationships/image" Target="../media/image170.emf"/><Relationship Id="rId1" Type="http://schemas.openxmlformats.org/officeDocument/2006/relationships/image" Target="../media/image174.wmf"/></Relationships>
</file>

<file path=ppt/drawings/_rels/vmlDrawing34.v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emf"/><Relationship Id="rId2" Type="http://schemas.openxmlformats.org/officeDocument/2006/relationships/image" Target="../media/image170.emf"/><Relationship Id="rId1" Type="http://schemas.openxmlformats.org/officeDocument/2006/relationships/image" Target="../media/image177.wmf"/></Relationships>
</file>

<file path=ppt/drawings/_rels/vmlDrawing35.v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emf"/><Relationship Id="rId2" Type="http://schemas.openxmlformats.org/officeDocument/2006/relationships/image" Target="../media/image179.emf"/><Relationship Id="rId1" Type="http://schemas.openxmlformats.org/officeDocument/2006/relationships/image" Target="../media/image178.emf"/></Relationships>
</file>

<file path=ppt/drawings/_rels/vmlDrawing36.vml.rels><?xml version="1.0" encoding="UTF-8" standalone="yes"?>
<Relationships xmlns="http://schemas.openxmlformats.org/package/2006/relationships"><Relationship Id="rId2" Type="http://schemas.openxmlformats.org/officeDocument/2006/relationships/image" Target="../media/image180.emf"/><Relationship Id="rId1" Type="http://schemas.openxmlformats.org/officeDocument/2006/relationships/image" Target="../media/image175.emf"/></Relationships>
</file>

<file path=ppt/drawings/_rels/vmlDrawing37.vml.rels><?xml version="1.0" encoding="UTF-8" standalone="yes"?>
<Relationships xmlns="http://schemas.openxmlformats.org/package/2006/relationships"><Relationship Id="rId7" Type="http://schemas.openxmlformats.org/officeDocument/2006/relationships/image" Target="../media/image175.emf"/><Relationship Id="rId6" Type="http://schemas.openxmlformats.org/officeDocument/2006/relationships/image" Target="../media/image186.wmf"/><Relationship Id="rId5" Type="http://schemas.openxmlformats.org/officeDocument/2006/relationships/image" Target="../media/image185.wmf"/><Relationship Id="rId4" Type="http://schemas.openxmlformats.org/officeDocument/2006/relationships/image" Target="../media/image184.wmf"/><Relationship Id="rId3" Type="http://schemas.openxmlformats.org/officeDocument/2006/relationships/image" Target="../media/image183.wmf"/><Relationship Id="rId2" Type="http://schemas.openxmlformats.org/officeDocument/2006/relationships/image" Target="../media/image182.wmf"/><Relationship Id="rId1" Type="http://schemas.openxmlformats.org/officeDocument/2006/relationships/image" Target="../media/image181.wmf"/></Relationships>
</file>

<file path=ppt/drawings/_rels/vmlDrawing38.vml.rels><?xml version="1.0" encoding="UTF-8" standalone="yes"?>
<Relationships xmlns="http://schemas.openxmlformats.org/package/2006/relationships"><Relationship Id="rId5" Type="http://schemas.openxmlformats.org/officeDocument/2006/relationships/image" Target="../media/image186.wmf"/><Relationship Id="rId4" Type="http://schemas.openxmlformats.org/officeDocument/2006/relationships/image" Target="../media/image185.wmf"/><Relationship Id="rId3" Type="http://schemas.openxmlformats.org/officeDocument/2006/relationships/image" Target="../media/image184.wmf"/><Relationship Id="rId2" Type="http://schemas.openxmlformats.org/officeDocument/2006/relationships/image" Target="../media/image175.emf"/><Relationship Id="rId1" Type="http://schemas.openxmlformats.org/officeDocument/2006/relationships/image" Target="../media/image187.wmf"/></Relationships>
</file>

<file path=ppt/drawings/_rels/vmlDrawing39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wmf"/><Relationship Id="rId2" Type="http://schemas.openxmlformats.org/officeDocument/2006/relationships/image" Target="../media/image188.wmf"/><Relationship Id="rId1" Type="http://schemas.openxmlformats.org/officeDocument/2006/relationships/image" Target="../media/image163.png"/></Relationships>
</file>

<file path=ppt/drawings/_rels/vmlDrawing40.vml.rels><?xml version="1.0" encoding="UTF-8" standalone="yes"?>
<Relationships xmlns="http://schemas.openxmlformats.org/package/2006/relationships"><Relationship Id="rId5" Type="http://schemas.openxmlformats.org/officeDocument/2006/relationships/image" Target="../media/image194.wmf"/><Relationship Id="rId4" Type="http://schemas.openxmlformats.org/officeDocument/2006/relationships/image" Target="../media/image193.wmf"/><Relationship Id="rId3" Type="http://schemas.openxmlformats.org/officeDocument/2006/relationships/image" Target="../media/image192.emf"/><Relationship Id="rId2" Type="http://schemas.openxmlformats.org/officeDocument/2006/relationships/image" Target="../media/image191.emf"/><Relationship Id="rId1" Type="http://schemas.openxmlformats.org/officeDocument/2006/relationships/image" Target="../media/image190.emf"/></Relationships>
</file>

<file path=ppt/drawings/_rels/vmlDrawing41.vml.rels><?xml version="1.0" encoding="UTF-8" standalone="yes"?>
<Relationships xmlns="http://schemas.openxmlformats.org/package/2006/relationships"><Relationship Id="rId7" Type="http://schemas.openxmlformats.org/officeDocument/2006/relationships/image" Target="../media/image112.wmf"/><Relationship Id="rId6" Type="http://schemas.openxmlformats.org/officeDocument/2006/relationships/image" Target="../media/image200.wmf"/><Relationship Id="rId5" Type="http://schemas.openxmlformats.org/officeDocument/2006/relationships/image" Target="../media/image199.wmf"/><Relationship Id="rId4" Type="http://schemas.openxmlformats.org/officeDocument/2006/relationships/image" Target="../media/image198.emf"/><Relationship Id="rId3" Type="http://schemas.openxmlformats.org/officeDocument/2006/relationships/image" Target="../media/image197.emf"/><Relationship Id="rId2" Type="http://schemas.openxmlformats.org/officeDocument/2006/relationships/image" Target="../media/image196.wmf"/><Relationship Id="rId1" Type="http://schemas.openxmlformats.org/officeDocument/2006/relationships/image" Target="../media/image195.emf"/></Relationships>
</file>

<file path=ppt/drawings/_rels/vmlDrawing42.vml.rels><?xml version="1.0" encoding="UTF-8" standalone="yes"?>
<Relationships xmlns="http://schemas.openxmlformats.org/package/2006/relationships"><Relationship Id="rId4" Type="http://schemas.openxmlformats.org/officeDocument/2006/relationships/image" Target="../media/image204.wmf"/><Relationship Id="rId3" Type="http://schemas.openxmlformats.org/officeDocument/2006/relationships/image" Target="../media/image203.emf"/><Relationship Id="rId2" Type="http://schemas.openxmlformats.org/officeDocument/2006/relationships/image" Target="../media/image202.emf"/><Relationship Id="rId1" Type="http://schemas.openxmlformats.org/officeDocument/2006/relationships/image" Target="../media/image201.wmf"/></Relationships>
</file>

<file path=ppt/drawings/_rels/vmlDrawing43.vml.rels><?xml version="1.0" encoding="UTF-8" standalone="yes"?>
<Relationships xmlns="http://schemas.openxmlformats.org/package/2006/relationships"><Relationship Id="rId7" Type="http://schemas.openxmlformats.org/officeDocument/2006/relationships/image" Target="../media/image211.wmf"/><Relationship Id="rId6" Type="http://schemas.openxmlformats.org/officeDocument/2006/relationships/image" Target="../media/image210.wmf"/><Relationship Id="rId5" Type="http://schemas.openxmlformats.org/officeDocument/2006/relationships/image" Target="../media/image209.wmf"/><Relationship Id="rId4" Type="http://schemas.openxmlformats.org/officeDocument/2006/relationships/image" Target="../media/image208.wmf"/><Relationship Id="rId3" Type="http://schemas.openxmlformats.org/officeDocument/2006/relationships/image" Target="../media/image207.wmf"/><Relationship Id="rId2" Type="http://schemas.openxmlformats.org/officeDocument/2006/relationships/image" Target="../media/image206.wmf"/><Relationship Id="rId1" Type="http://schemas.openxmlformats.org/officeDocument/2006/relationships/image" Target="../media/image205.emf"/></Relationships>
</file>

<file path=ppt/drawings/_rels/vmlDrawing44.v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emf"/><Relationship Id="rId2" Type="http://schemas.openxmlformats.org/officeDocument/2006/relationships/image" Target="../media/image213.wmf"/><Relationship Id="rId1" Type="http://schemas.openxmlformats.org/officeDocument/2006/relationships/image" Target="../media/image212.wmf"/></Relationships>
</file>

<file path=ppt/drawings/_rels/vmlDrawing45.vml.rels><?xml version="1.0" encoding="UTF-8" standalone="yes"?>
<Relationships xmlns="http://schemas.openxmlformats.org/package/2006/relationships"><Relationship Id="rId7" Type="http://schemas.openxmlformats.org/officeDocument/2006/relationships/image" Target="../media/image219.emf"/><Relationship Id="rId6" Type="http://schemas.openxmlformats.org/officeDocument/2006/relationships/image" Target="../media/image218.wmf"/><Relationship Id="rId5" Type="http://schemas.openxmlformats.org/officeDocument/2006/relationships/image" Target="../media/image205.emf"/><Relationship Id="rId4" Type="http://schemas.openxmlformats.org/officeDocument/2006/relationships/image" Target="../media/image217.wmf"/><Relationship Id="rId3" Type="http://schemas.openxmlformats.org/officeDocument/2006/relationships/image" Target="../media/image216.wmf"/><Relationship Id="rId2" Type="http://schemas.openxmlformats.org/officeDocument/2006/relationships/image" Target="../media/image215.wmf"/><Relationship Id="rId1" Type="http://schemas.openxmlformats.org/officeDocument/2006/relationships/image" Target="../media/image214.wmf"/></Relationships>
</file>

<file path=ppt/drawings/_rels/vmlDrawing46.vml.rels><?xml version="1.0" encoding="UTF-8" standalone="yes"?>
<Relationships xmlns="http://schemas.openxmlformats.org/package/2006/relationships"><Relationship Id="rId5" Type="http://schemas.openxmlformats.org/officeDocument/2006/relationships/image" Target="../media/image224.emf"/><Relationship Id="rId4" Type="http://schemas.openxmlformats.org/officeDocument/2006/relationships/image" Target="../media/image223.emf"/><Relationship Id="rId3" Type="http://schemas.openxmlformats.org/officeDocument/2006/relationships/image" Target="../media/image222.wmf"/><Relationship Id="rId2" Type="http://schemas.openxmlformats.org/officeDocument/2006/relationships/image" Target="../media/image221.wmf"/><Relationship Id="rId1" Type="http://schemas.openxmlformats.org/officeDocument/2006/relationships/image" Target="../media/image220.wmf"/></Relationships>
</file>

<file path=ppt/drawings/_rels/vmlDrawing47.vml.rels><?xml version="1.0" encoding="UTF-8" standalone="yes"?>
<Relationships xmlns="http://schemas.openxmlformats.org/package/2006/relationships"><Relationship Id="rId6" Type="http://schemas.openxmlformats.org/officeDocument/2006/relationships/image" Target="../media/image231.wmf"/><Relationship Id="rId5" Type="http://schemas.openxmlformats.org/officeDocument/2006/relationships/image" Target="../media/image230.emf"/><Relationship Id="rId4" Type="http://schemas.openxmlformats.org/officeDocument/2006/relationships/image" Target="../media/image229.wmf"/><Relationship Id="rId3" Type="http://schemas.openxmlformats.org/officeDocument/2006/relationships/image" Target="../media/image228.wmf"/><Relationship Id="rId2" Type="http://schemas.openxmlformats.org/officeDocument/2006/relationships/image" Target="../media/image227.wmf"/><Relationship Id="rId1" Type="http://schemas.openxmlformats.org/officeDocument/2006/relationships/image" Target="../media/image226.emf"/></Relationships>
</file>

<file path=ppt/drawings/_rels/vmlDrawing48.vml.rels><?xml version="1.0" encoding="UTF-8" standalone="yes"?>
<Relationships xmlns="http://schemas.openxmlformats.org/package/2006/relationships"><Relationship Id="rId6" Type="http://schemas.openxmlformats.org/officeDocument/2006/relationships/image" Target="../media/image230.emf"/><Relationship Id="rId5" Type="http://schemas.openxmlformats.org/officeDocument/2006/relationships/image" Target="../media/image235.wmf"/><Relationship Id="rId4" Type="http://schemas.openxmlformats.org/officeDocument/2006/relationships/image" Target="../media/image234.emf"/><Relationship Id="rId3" Type="http://schemas.openxmlformats.org/officeDocument/2006/relationships/image" Target="../media/image223.emf"/><Relationship Id="rId2" Type="http://schemas.openxmlformats.org/officeDocument/2006/relationships/image" Target="../media/image233.wmf"/><Relationship Id="rId1" Type="http://schemas.openxmlformats.org/officeDocument/2006/relationships/image" Target="../media/image232.wmf"/></Relationships>
</file>

<file path=ppt/drawings/_rels/vmlDrawing49.vml.rels><?xml version="1.0" encoding="UTF-8" standalone="yes"?>
<Relationships xmlns="http://schemas.openxmlformats.org/package/2006/relationships"><Relationship Id="rId6" Type="http://schemas.openxmlformats.org/officeDocument/2006/relationships/image" Target="../media/image238.wmf"/><Relationship Id="rId5" Type="http://schemas.openxmlformats.org/officeDocument/2006/relationships/image" Target="../media/image237.wmf"/><Relationship Id="rId4" Type="http://schemas.openxmlformats.org/officeDocument/2006/relationships/image" Target="../media/image236.wmf"/><Relationship Id="rId3" Type="http://schemas.openxmlformats.org/officeDocument/2006/relationships/image" Target="../media/image230.emf"/><Relationship Id="rId2" Type="http://schemas.openxmlformats.org/officeDocument/2006/relationships/image" Target="../media/image234.emf"/><Relationship Id="rId1" Type="http://schemas.openxmlformats.org/officeDocument/2006/relationships/image" Target="../media/image223.emf"/></Relationships>
</file>

<file path=ppt/drawings/_rels/vmlDrawing50.vml.rels><?xml version="1.0" encoding="UTF-8" standalone="yes"?>
<Relationships xmlns="http://schemas.openxmlformats.org/package/2006/relationships"><Relationship Id="rId9" Type="http://schemas.openxmlformats.org/officeDocument/2006/relationships/image" Target="../media/image247.wmf"/><Relationship Id="rId8" Type="http://schemas.openxmlformats.org/officeDocument/2006/relationships/image" Target="../media/image246.wmf"/><Relationship Id="rId7" Type="http://schemas.openxmlformats.org/officeDocument/2006/relationships/image" Target="../media/image245.wmf"/><Relationship Id="rId6" Type="http://schemas.openxmlformats.org/officeDocument/2006/relationships/image" Target="../media/image244.wmf"/><Relationship Id="rId5" Type="http://schemas.openxmlformats.org/officeDocument/2006/relationships/image" Target="../media/image243.wmf"/><Relationship Id="rId4" Type="http://schemas.openxmlformats.org/officeDocument/2006/relationships/image" Target="../media/image242.wmf"/><Relationship Id="rId3" Type="http://schemas.openxmlformats.org/officeDocument/2006/relationships/image" Target="../media/image241.wmf"/><Relationship Id="rId2" Type="http://schemas.openxmlformats.org/officeDocument/2006/relationships/image" Target="../media/image240.wmf"/><Relationship Id="rId14" Type="http://schemas.openxmlformats.org/officeDocument/2006/relationships/image" Target="../media/image252.wmf"/><Relationship Id="rId13" Type="http://schemas.openxmlformats.org/officeDocument/2006/relationships/image" Target="../media/image251.wmf"/><Relationship Id="rId12" Type="http://schemas.openxmlformats.org/officeDocument/2006/relationships/image" Target="../media/image250.wmf"/><Relationship Id="rId11" Type="http://schemas.openxmlformats.org/officeDocument/2006/relationships/image" Target="../media/image249.wmf"/><Relationship Id="rId10" Type="http://schemas.openxmlformats.org/officeDocument/2006/relationships/image" Target="../media/image248.wmf"/><Relationship Id="rId1" Type="http://schemas.openxmlformats.org/officeDocument/2006/relationships/image" Target="../media/image239.wmf"/></Relationships>
</file>

<file path=ppt/drawings/_rels/vmlDrawing51.vml.rels><?xml version="1.0" encoding="UTF-8" standalone="yes"?>
<Relationships xmlns="http://schemas.openxmlformats.org/package/2006/relationships"><Relationship Id="rId9" Type="http://schemas.openxmlformats.org/officeDocument/2006/relationships/image" Target="../media/image256.wmf"/><Relationship Id="rId8" Type="http://schemas.openxmlformats.org/officeDocument/2006/relationships/image" Target="../media/image243.wmf"/><Relationship Id="rId7" Type="http://schemas.openxmlformats.org/officeDocument/2006/relationships/image" Target="../media/image255.wmf"/><Relationship Id="rId6" Type="http://schemas.openxmlformats.org/officeDocument/2006/relationships/image" Target="../media/image254.wmf"/><Relationship Id="rId5" Type="http://schemas.openxmlformats.org/officeDocument/2006/relationships/image" Target="../media/image253.wmf"/><Relationship Id="rId4" Type="http://schemas.openxmlformats.org/officeDocument/2006/relationships/image" Target="../media/image242.wmf"/><Relationship Id="rId3" Type="http://schemas.openxmlformats.org/officeDocument/2006/relationships/image" Target="../media/image252.wmf"/><Relationship Id="rId2" Type="http://schemas.openxmlformats.org/officeDocument/2006/relationships/image" Target="../media/image251.wmf"/><Relationship Id="rId18" Type="http://schemas.openxmlformats.org/officeDocument/2006/relationships/image" Target="../media/image264.wmf"/><Relationship Id="rId17" Type="http://schemas.openxmlformats.org/officeDocument/2006/relationships/image" Target="../media/image263.wmf"/><Relationship Id="rId16" Type="http://schemas.openxmlformats.org/officeDocument/2006/relationships/image" Target="../media/image262.wmf"/><Relationship Id="rId15" Type="http://schemas.openxmlformats.org/officeDocument/2006/relationships/image" Target="../media/image261.wmf"/><Relationship Id="rId14" Type="http://schemas.openxmlformats.org/officeDocument/2006/relationships/image" Target="../media/image138.wmf"/><Relationship Id="rId13" Type="http://schemas.openxmlformats.org/officeDocument/2006/relationships/image" Target="../media/image260.wmf"/><Relationship Id="rId12" Type="http://schemas.openxmlformats.org/officeDocument/2006/relationships/image" Target="../media/image259.wmf"/><Relationship Id="rId11" Type="http://schemas.openxmlformats.org/officeDocument/2006/relationships/image" Target="../media/image258.wmf"/><Relationship Id="rId10" Type="http://schemas.openxmlformats.org/officeDocument/2006/relationships/image" Target="../media/image257.wmf"/><Relationship Id="rId1" Type="http://schemas.openxmlformats.org/officeDocument/2006/relationships/image" Target="../media/image250.wmf"/></Relationships>
</file>

<file path=ppt/drawings/_rels/vmlDrawing5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65.emf"/></Relationships>
</file>

<file path=ppt/drawings/_rels/vmlDrawing53.vml.rels><?xml version="1.0" encoding="UTF-8" standalone="yes"?>
<Relationships xmlns="http://schemas.openxmlformats.org/package/2006/relationships"><Relationship Id="rId9" Type="http://schemas.openxmlformats.org/officeDocument/2006/relationships/image" Target="../media/image274.wmf"/><Relationship Id="rId8" Type="http://schemas.openxmlformats.org/officeDocument/2006/relationships/image" Target="../media/image273.wmf"/><Relationship Id="rId7" Type="http://schemas.openxmlformats.org/officeDocument/2006/relationships/image" Target="../media/image272.wmf"/><Relationship Id="rId6" Type="http://schemas.openxmlformats.org/officeDocument/2006/relationships/image" Target="../media/image271.wmf"/><Relationship Id="rId5" Type="http://schemas.openxmlformats.org/officeDocument/2006/relationships/image" Target="../media/image270.wmf"/><Relationship Id="rId4" Type="http://schemas.openxmlformats.org/officeDocument/2006/relationships/image" Target="../media/image269.wmf"/><Relationship Id="rId3" Type="http://schemas.openxmlformats.org/officeDocument/2006/relationships/image" Target="../media/image268.wmf"/><Relationship Id="rId2" Type="http://schemas.openxmlformats.org/officeDocument/2006/relationships/image" Target="../media/image267.wmf"/><Relationship Id="rId16" Type="http://schemas.openxmlformats.org/officeDocument/2006/relationships/image" Target="../media/image281.wmf"/><Relationship Id="rId15" Type="http://schemas.openxmlformats.org/officeDocument/2006/relationships/image" Target="../media/image280.wmf"/><Relationship Id="rId14" Type="http://schemas.openxmlformats.org/officeDocument/2006/relationships/image" Target="../media/image279.wmf"/><Relationship Id="rId13" Type="http://schemas.openxmlformats.org/officeDocument/2006/relationships/image" Target="../media/image278.wmf"/><Relationship Id="rId12" Type="http://schemas.openxmlformats.org/officeDocument/2006/relationships/image" Target="../media/image277.wmf"/><Relationship Id="rId11" Type="http://schemas.openxmlformats.org/officeDocument/2006/relationships/image" Target="../media/image276.wmf"/><Relationship Id="rId10" Type="http://schemas.openxmlformats.org/officeDocument/2006/relationships/image" Target="../media/image275.wmf"/><Relationship Id="rId1" Type="http://schemas.openxmlformats.org/officeDocument/2006/relationships/image" Target="../media/image266.emf"/></Relationships>
</file>

<file path=ppt/drawings/_rels/vmlDrawing54.vml.rels><?xml version="1.0" encoding="UTF-8" standalone="yes"?>
<Relationships xmlns="http://schemas.openxmlformats.org/package/2006/relationships"><Relationship Id="rId5" Type="http://schemas.openxmlformats.org/officeDocument/2006/relationships/image" Target="../media/image286.wmf"/><Relationship Id="rId4" Type="http://schemas.openxmlformats.org/officeDocument/2006/relationships/image" Target="../media/image285.wmf"/><Relationship Id="rId3" Type="http://schemas.openxmlformats.org/officeDocument/2006/relationships/image" Target="../media/image284.wmf"/><Relationship Id="rId2" Type="http://schemas.openxmlformats.org/officeDocument/2006/relationships/image" Target="../media/image283.wmf"/><Relationship Id="rId1" Type="http://schemas.openxmlformats.org/officeDocument/2006/relationships/image" Target="../media/image282.emf"/></Relationships>
</file>

<file path=ppt/drawings/_rels/vmlDrawing55.vml.rels><?xml version="1.0" encoding="UTF-8" standalone="yes"?>
<Relationships xmlns="http://schemas.openxmlformats.org/package/2006/relationships"><Relationship Id="rId2" Type="http://schemas.openxmlformats.org/officeDocument/2006/relationships/image" Target="../media/image288.wmf"/><Relationship Id="rId1" Type="http://schemas.openxmlformats.org/officeDocument/2006/relationships/image" Target="../media/image287.emf"/></Relationships>
</file>

<file path=ppt/drawings/_rels/vmlDrawing56.vml.rels><?xml version="1.0" encoding="UTF-8" standalone="yes"?>
<Relationships xmlns="http://schemas.openxmlformats.org/package/2006/relationships"><Relationship Id="rId6" Type="http://schemas.openxmlformats.org/officeDocument/2006/relationships/image" Target="../media/image294.emf"/><Relationship Id="rId5" Type="http://schemas.openxmlformats.org/officeDocument/2006/relationships/image" Target="../media/image293.wmf"/><Relationship Id="rId4" Type="http://schemas.openxmlformats.org/officeDocument/2006/relationships/image" Target="../media/image292.wmf"/><Relationship Id="rId3" Type="http://schemas.openxmlformats.org/officeDocument/2006/relationships/image" Target="../media/image291.wmf"/><Relationship Id="rId2" Type="http://schemas.openxmlformats.org/officeDocument/2006/relationships/image" Target="../media/image290.emf"/><Relationship Id="rId1" Type="http://schemas.openxmlformats.org/officeDocument/2006/relationships/image" Target="../media/image289.wmf"/></Relationships>
</file>

<file path=ppt/drawings/_rels/vmlDrawing57.vml.rels><?xml version="1.0" encoding="UTF-8" standalone="yes"?>
<Relationships xmlns="http://schemas.openxmlformats.org/package/2006/relationships"><Relationship Id="rId4" Type="http://schemas.openxmlformats.org/officeDocument/2006/relationships/image" Target="../media/image290.emf"/><Relationship Id="rId3" Type="http://schemas.openxmlformats.org/officeDocument/2006/relationships/image" Target="../media/image294.emf"/><Relationship Id="rId2" Type="http://schemas.openxmlformats.org/officeDocument/2006/relationships/image" Target="../media/image296.wmf"/><Relationship Id="rId1" Type="http://schemas.openxmlformats.org/officeDocument/2006/relationships/image" Target="../media/image295.emf"/></Relationships>
</file>

<file path=ppt/drawings/_rels/vmlDrawing58.vml.rels><?xml version="1.0" encoding="UTF-8" standalone="yes"?>
<Relationships xmlns="http://schemas.openxmlformats.org/package/2006/relationships"><Relationship Id="rId3" Type="http://schemas.openxmlformats.org/officeDocument/2006/relationships/image" Target="../media/image299.wmf"/><Relationship Id="rId2" Type="http://schemas.openxmlformats.org/officeDocument/2006/relationships/image" Target="../media/image298.emf"/><Relationship Id="rId1" Type="http://schemas.openxmlformats.org/officeDocument/2006/relationships/image" Target="../media/image297.wmf"/></Relationships>
</file>

<file path=ppt/drawings/_rels/vmlDrawing59.vml.rels><?xml version="1.0" encoding="UTF-8" standalone="yes"?>
<Relationships xmlns="http://schemas.openxmlformats.org/package/2006/relationships"><Relationship Id="rId5" Type="http://schemas.openxmlformats.org/officeDocument/2006/relationships/image" Target="../media/image294.emf"/><Relationship Id="rId4" Type="http://schemas.openxmlformats.org/officeDocument/2006/relationships/image" Target="../media/image298.emf"/><Relationship Id="rId3" Type="http://schemas.openxmlformats.org/officeDocument/2006/relationships/image" Target="../media/image293.wmf"/><Relationship Id="rId2" Type="http://schemas.openxmlformats.org/officeDocument/2006/relationships/image" Target="../media/image301.wmf"/><Relationship Id="rId1" Type="http://schemas.openxmlformats.org/officeDocument/2006/relationships/image" Target="../media/image300.wmf"/></Relationships>
</file>

<file path=ppt/drawings/_rels/vmlDrawing60.v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emf"/><Relationship Id="rId2" Type="http://schemas.openxmlformats.org/officeDocument/2006/relationships/image" Target="../media/image301.wmf"/><Relationship Id="rId1" Type="http://schemas.openxmlformats.org/officeDocument/2006/relationships/image" Target="../media/image300.wmf"/></Relationships>
</file>

<file path=ppt/drawings/_rels/vmlDrawing61.vml.rels><?xml version="1.0" encoding="UTF-8" standalone="yes"?>
<Relationships xmlns="http://schemas.openxmlformats.org/package/2006/relationships"><Relationship Id="rId8" Type="http://schemas.openxmlformats.org/officeDocument/2006/relationships/image" Target="../media/image309.wmf"/><Relationship Id="rId7" Type="http://schemas.openxmlformats.org/officeDocument/2006/relationships/image" Target="../media/image308.wmf"/><Relationship Id="rId6" Type="http://schemas.openxmlformats.org/officeDocument/2006/relationships/image" Target="../media/image307.wmf"/><Relationship Id="rId5" Type="http://schemas.openxmlformats.org/officeDocument/2006/relationships/image" Target="../media/image306.wmf"/><Relationship Id="rId4" Type="http://schemas.openxmlformats.org/officeDocument/2006/relationships/image" Target="../media/image305.wmf"/><Relationship Id="rId3" Type="http://schemas.openxmlformats.org/officeDocument/2006/relationships/image" Target="../media/image304.wmf"/><Relationship Id="rId2" Type="http://schemas.openxmlformats.org/officeDocument/2006/relationships/image" Target="../media/image303.wmf"/><Relationship Id="rId1" Type="http://schemas.openxmlformats.org/officeDocument/2006/relationships/image" Target="../media/image302.emf"/></Relationships>
</file>

<file path=ppt/drawings/_rels/vmlDrawing62.vml.rels><?xml version="1.0" encoding="UTF-8" standalone="yes"?>
<Relationships xmlns="http://schemas.openxmlformats.org/package/2006/relationships"><Relationship Id="rId9" Type="http://schemas.openxmlformats.org/officeDocument/2006/relationships/image" Target="../media/image311.wmf"/><Relationship Id="rId8" Type="http://schemas.openxmlformats.org/officeDocument/2006/relationships/image" Target="../media/image308.wmf"/><Relationship Id="rId7" Type="http://schemas.openxmlformats.org/officeDocument/2006/relationships/image" Target="../media/image307.wmf"/><Relationship Id="rId6" Type="http://schemas.openxmlformats.org/officeDocument/2006/relationships/image" Target="../media/image306.wmf"/><Relationship Id="rId5" Type="http://schemas.openxmlformats.org/officeDocument/2006/relationships/image" Target="../media/image305.wmf"/><Relationship Id="rId4" Type="http://schemas.openxmlformats.org/officeDocument/2006/relationships/image" Target="../media/image304.wmf"/><Relationship Id="rId3" Type="http://schemas.openxmlformats.org/officeDocument/2006/relationships/image" Target="../media/image303.wmf"/><Relationship Id="rId2" Type="http://schemas.openxmlformats.org/officeDocument/2006/relationships/image" Target="../media/image302.emf"/><Relationship Id="rId12" Type="http://schemas.openxmlformats.org/officeDocument/2006/relationships/image" Target="../media/image309.wmf"/><Relationship Id="rId11" Type="http://schemas.openxmlformats.org/officeDocument/2006/relationships/image" Target="../media/image313.wmf"/><Relationship Id="rId10" Type="http://schemas.openxmlformats.org/officeDocument/2006/relationships/image" Target="../media/image312.wmf"/><Relationship Id="rId1" Type="http://schemas.openxmlformats.org/officeDocument/2006/relationships/image" Target="../media/image310.wmf"/></Relationships>
</file>

<file path=ppt/drawings/_rels/vmlDrawing63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7.wmf"/><Relationship Id="rId8" Type="http://schemas.openxmlformats.org/officeDocument/2006/relationships/image" Target="../media/image306.wmf"/><Relationship Id="rId7" Type="http://schemas.openxmlformats.org/officeDocument/2006/relationships/image" Target="../media/image305.wmf"/><Relationship Id="rId6" Type="http://schemas.openxmlformats.org/officeDocument/2006/relationships/image" Target="../media/image304.wmf"/><Relationship Id="rId5" Type="http://schemas.openxmlformats.org/officeDocument/2006/relationships/image" Target="../media/image303.wmf"/><Relationship Id="rId4" Type="http://schemas.openxmlformats.org/officeDocument/2006/relationships/image" Target="../media/image302.emf"/><Relationship Id="rId3" Type="http://schemas.openxmlformats.org/officeDocument/2006/relationships/image" Target="../media/image309.wmf"/><Relationship Id="rId2" Type="http://schemas.openxmlformats.org/officeDocument/2006/relationships/image" Target="../media/image315.wmf"/><Relationship Id="rId10" Type="http://schemas.openxmlformats.org/officeDocument/2006/relationships/image" Target="../media/image308.wmf"/><Relationship Id="rId1" Type="http://schemas.openxmlformats.org/officeDocument/2006/relationships/image" Target="../media/image314.wmf"/></Relationships>
</file>

<file path=ppt/drawings/_rels/vmlDrawing64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7.wmf"/><Relationship Id="rId8" Type="http://schemas.openxmlformats.org/officeDocument/2006/relationships/image" Target="../media/image306.wmf"/><Relationship Id="rId7" Type="http://schemas.openxmlformats.org/officeDocument/2006/relationships/image" Target="../media/image305.wmf"/><Relationship Id="rId6" Type="http://schemas.openxmlformats.org/officeDocument/2006/relationships/image" Target="../media/image304.wmf"/><Relationship Id="rId5" Type="http://schemas.openxmlformats.org/officeDocument/2006/relationships/image" Target="../media/image303.wmf"/><Relationship Id="rId4" Type="http://schemas.openxmlformats.org/officeDocument/2006/relationships/image" Target="../media/image302.emf"/><Relationship Id="rId3" Type="http://schemas.openxmlformats.org/officeDocument/2006/relationships/image" Target="../media/image309.wmf"/><Relationship Id="rId2" Type="http://schemas.openxmlformats.org/officeDocument/2006/relationships/image" Target="../media/image315.wmf"/><Relationship Id="rId12" Type="http://schemas.openxmlformats.org/officeDocument/2006/relationships/image" Target="../media/image317.wmf"/><Relationship Id="rId11" Type="http://schemas.openxmlformats.org/officeDocument/2006/relationships/image" Target="../media/image316.wmf"/><Relationship Id="rId10" Type="http://schemas.openxmlformats.org/officeDocument/2006/relationships/image" Target="../media/image308.wmf"/><Relationship Id="rId1" Type="http://schemas.openxmlformats.org/officeDocument/2006/relationships/image" Target="../media/image314.wmf"/></Relationships>
</file>

<file path=ppt/drawings/_rels/vmlDrawing65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8.wmf"/><Relationship Id="rId8" Type="http://schemas.openxmlformats.org/officeDocument/2006/relationships/image" Target="../media/image307.wmf"/><Relationship Id="rId7" Type="http://schemas.openxmlformats.org/officeDocument/2006/relationships/image" Target="../media/image306.wmf"/><Relationship Id="rId6" Type="http://schemas.openxmlformats.org/officeDocument/2006/relationships/image" Target="../media/image305.wmf"/><Relationship Id="rId5" Type="http://schemas.openxmlformats.org/officeDocument/2006/relationships/image" Target="../media/image304.wmf"/><Relationship Id="rId4" Type="http://schemas.openxmlformats.org/officeDocument/2006/relationships/image" Target="../media/image303.wmf"/><Relationship Id="rId3" Type="http://schemas.openxmlformats.org/officeDocument/2006/relationships/image" Target="../media/image302.emf"/><Relationship Id="rId2" Type="http://schemas.openxmlformats.org/officeDocument/2006/relationships/image" Target="../media/image309.wmf"/><Relationship Id="rId11" Type="http://schemas.openxmlformats.org/officeDocument/2006/relationships/image" Target="../media/image317.wmf"/><Relationship Id="rId10" Type="http://schemas.openxmlformats.org/officeDocument/2006/relationships/image" Target="../media/image316.wmf"/><Relationship Id="rId1" Type="http://schemas.openxmlformats.org/officeDocument/2006/relationships/image" Target="../media/image315.wmf"/></Relationships>
</file>

<file path=ppt/drawings/_rels/vmlDrawing66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6.wmf"/><Relationship Id="rId8" Type="http://schemas.openxmlformats.org/officeDocument/2006/relationships/image" Target="../media/image305.wmf"/><Relationship Id="rId7" Type="http://schemas.openxmlformats.org/officeDocument/2006/relationships/image" Target="../media/image304.wmf"/><Relationship Id="rId6" Type="http://schemas.openxmlformats.org/officeDocument/2006/relationships/image" Target="../media/image303.wmf"/><Relationship Id="rId5" Type="http://schemas.openxmlformats.org/officeDocument/2006/relationships/image" Target="../media/image302.emf"/><Relationship Id="rId4" Type="http://schemas.openxmlformats.org/officeDocument/2006/relationships/image" Target="../media/image319.wmf"/><Relationship Id="rId3" Type="http://schemas.openxmlformats.org/officeDocument/2006/relationships/image" Target="../media/image318.wmf"/><Relationship Id="rId2" Type="http://schemas.openxmlformats.org/officeDocument/2006/relationships/image" Target="../media/image309.wmf"/><Relationship Id="rId11" Type="http://schemas.openxmlformats.org/officeDocument/2006/relationships/image" Target="../media/image308.wmf"/><Relationship Id="rId10" Type="http://schemas.openxmlformats.org/officeDocument/2006/relationships/image" Target="../media/image307.wmf"/><Relationship Id="rId1" Type="http://schemas.openxmlformats.org/officeDocument/2006/relationships/image" Target="../media/image315.wmf"/></Relationships>
</file>

<file path=ppt/drawings/_rels/vmlDrawing67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8.wmf"/><Relationship Id="rId8" Type="http://schemas.openxmlformats.org/officeDocument/2006/relationships/image" Target="../media/image307.wmf"/><Relationship Id="rId7" Type="http://schemas.openxmlformats.org/officeDocument/2006/relationships/image" Target="../media/image306.wmf"/><Relationship Id="rId6" Type="http://schemas.openxmlformats.org/officeDocument/2006/relationships/image" Target="../media/image305.wmf"/><Relationship Id="rId5" Type="http://schemas.openxmlformats.org/officeDocument/2006/relationships/image" Target="../media/image304.wmf"/><Relationship Id="rId4" Type="http://schemas.openxmlformats.org/officeDocument/2006/relationships/image" Target="../media/image303.wmf"/><Relationship Id="rId3" Type="http://schemas.openxmlformats.org/officeDocument/2006/relationships/image" Target="../media/image318.wmf"/><Relationship Id="rId2" Type="http://schemas.openxmlformats.org/officeDocument/2006/relationships/image" Target="../media/image309.wmf"/><Relationship Id="rId10" Type="http://schemas.openxmlformats.org/officeDocument/2006/relationships/image" Target="../media/image320.wmf"/><Relationship Id="rId1" Type="http://schemas.openxmlformats.org/officeDocument/2006/relationships/image" Target="../media/image315.wmf"/></Relationships>
</file>

<file path=ppt/drawings/_rels/vmlDrawing68.vml.rels><?xml version="1.0" encoding="UTF-8" standalone="yes"?>
<Relationships xmlns="http://schemas.openxmlformats.org/package/2006/relationships"><Relationship Id="rId9" Type="http://schemas.openxmlformats.org/officeDocument/2006/relationships/image" Target="../media/image321.wmf"/><Relationship Id="rId8" Type="http://schemas.openxmlformats.org/officeDocument/2006/relationships/image" Target="../media/image308.wmf"/><Relationship Id="rId7" Type="http://schemas.openxmlformats.org/officeDocument/2006/relationships/image" Target="../media/image307.wmf"/><Relationship Id="rId6" Type="http://schemas.openxmlformats.org/officeDocument/2006/relationships/image" Target="../media/image306.wmf"/><Relationship Id="rId5" Type="http://schemas.openxmlformats.org/officeDocument/2006/relationships/image" Target="../media/image305.wmf"/><Relationship Id="rId4" Type="http://schemas.openxmlformats.org/officeDocument/2006/relationships/image" Target="../media/image304.wmf"/><Relationship Id="rId3" Type="http://schemas.openxmlformats.org/officeDocument/2006/relationships/image" Target="../media/image303.wmf"/><Relationship Id="rId2" Type="http://schemas.openxmlformats.org/officeDocument/2006/relationships/image" Target="../media/image302.emf"/><Relationship Id="rId1" Type="http://schemas.openxmlformats.org/officeDocument/2006/relationships/image" Target="../media/image309.wmf"/></Relationships>
</file>

<file path=ppt/drawings/_rels/vmlDrawing69.vml.rels><?xml version="1.0" encoding="UTF-8" standalone="yes"?>
<Relationships xmlns="http://schemas.openxmlformats.org/package/2006/relationships"><Relationship Id="rId9" Type="http://schemas.openxmlformats.org/officeDocument/2006/relationships/image" Target="../media/image321.wmf"/><Relationship Id="rId8" Type="http://schemas.openxmlformats.org/officeDocument/2006/relationships/image" Target="../media/image308.wmf"/><Relationship Id="rId7" Type="http://schemas.openxmlformats.org/officeDocument/2006/relationships/image" Target="../media/image307.wmf"/><Relationship Id="rId6" Type="http://schemas.openxmlformats.org/officeDocument/2006/relationships/image" Target="../media/image306.wmf"/><Relationship Id="rId5" Type="http://schemas.openxmlformats.org/officeDocument/2006/relationships/image" Target="../media/image305.wmf"/><Relationship Id="rId4" Type="http://schemas.openxmlformats.org/officeDocument/2006/relationships/image" Target="../media/image304.wmf"/><Relationship Id="rId3" Type="http://schemas.openxmlformats.org/officeDocument/2006/relationships/image" Target="../media/image303.wmf"/><Relationship Id="rId2" Type="http://schemas.openxmlformats.org/officeDocument/2006/relationships/image" Target="../media/image302.emf"/><Relationship Id="rId12" Type="http://schemas.openxmlformats.org/officeDocument/2006/relationships/image" Target="../media/image324.wmf"/><Relationship Id="rId11" Type="http://schemas.openxmlformats.org/officeDocument/2006/relationships/image" Target="../media/image323.wmf"/><Relationship Id="rId10" Type="http://schemas.openxmlformats.org/officeDocument/2006/relationships/image" Target="../media/image322.wmf"/><Relationship Id="rId1" Type="http://schemas.openxmlformats.org/officeDocument/2006/relationships/image" Target="../media/image309.wmf"/></Relationships>
</file>

<file path=ppt/drawings/_rels/vmlDrawing70.vml.rels><?xml version="1.0" encoding="UTF-8" standalone="yes"?>
<Relationships xmlns="http://schemas.openxmlformats.org/package/2006/relationships"><Relationship Id="rId9" Type="http://schemas.openxmlformats.org/officeDocument/2006/relationships/image" Target="../media/image321.wmf"/><Relationship Id="rId8" Type="http://schemas.openxmlformats.org/officeDocument/2006/relationships/image" Target="../media/image308.wmf"/><Relationship Id="rId7" Type="http://schemas.openxmlformats.org/officeDocument/2006/relationships/image" Target="../media/image307.wmf"/><Relationship Id="rId6" Type="http://schemas.openxmlformats.org/officeDocument/2006/relationships/image" Target="../media/image306.wmf"/><Relationship Id="rId5" Type="http://schemas.openxmlformats.org/officeDocument/2006/relationships/image" Target="../media/image305.wmf"/><Relationship Id="rId4" Type="http://schemas.openxmlformats.org/officeDocument/2006/relationships/image" Target="../media/image304.wmf"/><Relationship Id="rId3" Type="http://schemas.openxmlformats.org/officeDocument/2006/relationships/image" Target="../media/image303.wmf"/><Relationship Id="rId2" Type="http://schemas.openxmlformats.org/officeDocument/2006/relationships/image" Target="../media/image302.emf"/><Relationship Id="rId10" Type="http://schemas.openxmlformats.org/officeDocument/2006/relationships/image" Target="../media/image325.wmf"/><Relationship Id="rId1" Type="http://schemas.openxmlformats.org/officeDocument/2006/relationships/image" Target="../media/image309.wmf"/></Relationships>
</file>

<file path=ppt/drawings/_rels/vmlDrawing71.vml.rels><?xml version="1.0" encoding="UTF-8" standalone="yes"?>
<Relationships xmlns="http://schemas.openxmlformats.org/package/2006/relationships"><Relationship Id="rId9" Type="http://schemas.openxmlformats.org/officeDocument/2006/relationships/image" Target="../media/image321.wmf"/><Relationship Id="rId8" Type="http://schemas.openxmlformats.org/officeDocument/2006/relationships/image" Target="../media/image308.wmf"/><Relationship Id="rId7" Type="http://schemas.openxmlformats.org/officeDocument/2006/relationships/image" Target="../media/image307.wmf"/><Relationship Id="rId6" Type="http://schemas.openxmlformats.org/officeDocument/2006/relationships/image" Target="../media/image306.wmf"/><Relationship Id="rId5" Type="http://schemas.openxmlformats.org/officeDocument/2006/relationships/image" Target="../media/image305.wmf"/><Relationship Id="rId4" Type="http://schemas.openxmlformats.org/officeDocument/2006/relationships/image" Target="../media/image304.wmf"/><Relationship Id="rId3" Type="http://schemas.openxmlformats.org/officeDocument/2006/relationships/image" Target="../media/image303.wmf"/><Relationship Id="rId2" Type="http://schemas.openxmlformats.org/officeDocument/2006/relationships/image" Target="../media/image302.emf"/><Relationship Id="rId1" Type="http://schemas.openxmlformats.org/officeDocument/2006/relationships/image" Target="../media/image309.wmf"/></Relationships>
</file>

<file path=ppt/drawings/_rels/vmlDrawing72.vml.rels><?xml version="1.0" encoding="UTF-8" standalone="yes"?>
<Relationships xmlns="http://schemas.openxmlformats.org/package/2006/relationships"><Relationship Id="rId9" Type="http://schemas.openxmlformats.org/officeDocument/2006/relationships/image" Target="../media/image327.wmf"/><Relationship Id="rId8" Type="http://schemas.openxmlformats.org/officeDocument/2006/relationships/image" Target="../media/image302.emf"/><Relationship Id="rId7" Type="http://schemas.openxmlformats.org/officeDocument/2006/relationships/image" Target="../media/image308.wmf"/><Relationship Id="rId6" Type="http://schemas.openxmlformats.org/officeDocument/2006/relationships/image" Target="../media/image307.wmf"/><Relationship Id="rId5" Type="http://schemas.openxmlformats.org/officeDocument/2006/relationships/image" Target="../media/image306.wmf"/><Relationship Id="rId4" Type="http://schemas.openxmlformats.org/officeDocument/2006/relationships/image" Target="../media/image305.wmf"/><Relationship Id="rId3" Type="http://schemas.openxmlformats.org/officeDocument/2006/relationships/image" Target="../media/image304.wmf"/><Relationship Id="rId2" Type="http://schemas.openxmlformats.org/officeDocument/2006/relationships/image" Target="../media/image303.wmf"/><Relationship Id="rId10" Type="http://schemas.openxmlformats.org/officeDocument/2006/relationships/image" Target="../media/image309.wmf"/><Relationship Id="rId1" Type="http://schemas.openxmlformats.org/officeDocument/2006/relationships/image" Target="../media/image326.wmf"/></Relationships>
</file>

<file path=ppt/drawings/_rels/vmlDrawing73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9.wmf"/><Relationship Id="rId8" Type="http://schemas.openxmlformats.org/officeDocument/2006/relationships/image" Target="../media/image327.wmf"/><Relationship Id="rId7" Type="http://schemas.openxmlformats.org/officeDocument/2006/relationships/image" Target="../media/image302.emf"/><Relationship Id="rId6" Type="http://schemas.openxmlformats.org/officeDocument/2006/relationships/image" Target="../media/image308.wmf"/><Relationship Id="rId5" Type="http://schemas.openxmlformats.org/officeDocument/2006/relationships/image" Target="../media/image307.wmf"/><Relationship Id="rId4" Type="http://schemas.openxmlformats.org/officeDocument/2006/relationships/image" Target="../media/image306.wmf"/><Relationship Id="rId3" Type="http://schemas.openxmlformats.org/officeDocument/2006/relationships/image" Target="../media/image305.wmf"/><Relationship Id="rId2" Type="http://schemas.openxmlformats.org/officeDocument/2006/relationships/image" Target="../media/image304.wmf"/><Relationship Id="rId12" Type="http://schemas.openxmlformats.org/officeDocument/2006/relationships/image" Target="../media/image330.wmf"/><Relationship Id="rId11" Type="http://schemas.openxmlformats.org/officeDocument/2006/relationships/image" Target="../media/image329.wmf"/><Relationship Id="rId10" Type="http://schemas.openxmlformats.org/officeDocument/2006/relationships/image" Target="../media/image328.wmf"/><Relationship Id="rId1" Type="http://schemas.openxmlformats.org/officeDocument/2006/relationships/image" Target="../media/image303.wmf"/></Relationships>
</file>

<file path=ppt/drawings/_rels/vmlDrawing74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9.wmf"/><Relationship Id="rId8" Type="http://schemas.openxmlformats.org/officeDocument/2006/relationships/image" Target="../media/image327.wmf"/><Relationship Id="rId7" Type="http://schemas.openxmlformats.org/officeDocument/2006/relationships/image" Target="../media/image302.emf"/><Relationship Id="rId6" Type="http://schemas.openxmlformats.org/officeDocument/2006/relationships/image" Target="../media/image308.wmf"/><Relationship Id="rId5" Type="http://schemas.openxmlformats.org/officeDocument/2006/relationships/image" Target="../media/image307.wmf"/><Relationship Id="rId4" Type="http://schemas.openxmlformats.org/officeDocument/2006/relationships/image" Target="../media/image306.wmf"/><Relationship Id="rId3" Type="http://schemas.openxmlformats.org/officeDocument/2006/relationships/image" Target="../media/image305.wmf"/><Relationship Id="rId2" Type="http://schemas.openxmlformats.org/officeDocument/2006/relationships/image" Target="../media/image304.wmf"/><Relationship Id="rId12" Type="http://schemas.openxmlformats.org/officeDocument/2006/relationships/image" Target="../media/image333.wmf"/><Relationship Id="rId11" Type="http://schemas.openxmlformats.org/officeDocument/2006/relationships/image" Target="../media/image332.wmf"/><Relationship Id="rId10" Type="http://schemas.openxmlformats.org/officeDocument/2006/relationships/image" Target="../media/image331.wmf"/><Relationship Id="rId1" Type="http://schemas.openxmlformats.org/officeDocument/2006/relationships/image" Target="../media/image303.wmf"/></Relationships>
</file>

<file path=ppt/drawings/_rels/vmlDrawing75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9.wmf"/><Relationship Id="rId8" Type="http://schemas.openxmlformats.org/officeDocument/2006/relationships/image" Target="../media/image327.wmf"/><Relationship Id="rId7" Type="http://schemas.openxmlformats.org/officeDocument/2006/relationships/image" Target="../media/image302.emf"/><Relationship Id="rId6" Type="http://schemas.openxmlformats.org/officeDocument/2006/relationships/image" Target="../media/image308.wmf"/><Relationship Id="rId5" Type="http://schemas.openxmlformats.org/officeDocument/2006/relationships/image" Target="../media/image307.wmf"/><Relationship Id="rId4" Type="http://schemas.openxmlformats.org/officeDocument/2006/relationships/image" Target="../media/image306.wmf"/><Relationship Id="rId3" Type="http://schemas.openxmlformats.org/officeDocument/2006/relationships/image" Target="../media/image305.wmf"/><Relationship Id="rId2" Type="http://schemas.openxmlformats.org/officeDocument/2006/relationships/image" Target="../media/image304.wmf"/><Relationship Id="rId11" Type="http://schemas.openxmlformats.org/officeDocument/2006/relationships/image" Target="../media/image335.wmf"/><Relationship Id="rId10" Type="http://schemas.openxmlformats.org/officeDocument/2006/relationships/image" Target="../media/image334.wmf"/><Relationship Id="rId1" Type="http://schemas.openxmlformats.org/officeDocument/2006/relationships/image" Target="../media/image303.wmf"/></Relationships>
</file>

<file path=ppt/drawings/_rels/vmlDrawing76.vml.rels><?xml version="1.0" encoding="UTF-8" standalone="yes"?>
<Relationships xmlns="http://schemas.openxmlformats.org/package/2006/relationships"><Relationship Id="rId9" Type="http://schemas.openxmlformats.org/officeDocument/2006/relationships/image" Target="../media/image309.wmf"/><Relationship Id="rId8" Type="http://schemas.openxmlformats.org/officeDocument/2006/relationships/image" Target="../media/image327.wmf"/><Relationship Id="rId7" Type="http://schemas.openxmlformats.org/officeDocument/2006/relationships/image" Target="../media/image302.emf"/><Relationship Id="rId6" Type="http://schemas.openxmlformats.org/officeDocument/2006/relationships/image" Target="../media/image308.wmf"/><Relationship Id="rId5" Type="http://schemas.openxmlformats.org/officeDocument/2006/relationships/image" Target="../media/image307.wmf"/><Relationship Id="rId4" Type="http://schemas.openxmlformats.org/officeDocument/2006/relationships/image" Target="../media/image306.wmf"/><Relationship Id="rId3" Type="http://schemas.openxmlformats.org/officeDocument/2006/relationships/image" Target="../media/image305.wmf"/><Relationship Id="rId2" Type="http://schemas.openxmlformats.org/officeDocument/2006/relationships/image" Target="../media/image304.wmf"/><Relationship Id="rId10" Type="http://schemas.openxmlformats.org/officeDocument/2006/relationships/image" Target="../media/image336.wmf"/><Relationship Id="rId1" Type="http://schemas.openxmlformats.org/officeDocument/2006/relationships/image" Target="../media/image303.wmf"/></Relationships>
</file>

<file path=ppt/drawings/_rels/vmlDrawing77.vml.rels><?xml version="1.0" encoding="UTF-8" standalone="yes"?>
<Relationships xmlns="http://schemas.openxmlformats.org/package/2006/relationships"><Relationship Id="rId9" Type="http://schemas.openxmlformats.org/officeDocument/2006/relationships/image" Target="../media/image338.wmf"/><Relationship Id="rId8" Type="http://schemas.openxmlformats.org/officeDocument/2006/relationships/image" Target="../media/image337.wmf"/><Relationship Id="rId7" Type="http://schemas.openxmlformats.org/officeDocument/2006/relationships/image" Target="../media/image309.wmf"/><Relationship Id="rId6" Type="http://schemas.openxmlformats.org/officeDocument/2006/relationships/image" Target="../media/image308.wmf"/><Relationship Id="rId5" Type="http://schemas.openxmlformats.org/officeDocument/2006/relationships/image" Target="../media/image307.wmf"/><Relationship Id="rId4" Type="http://schemas.openxmlformats.org/officeDocument/2006/relationships/image" Target="../media/image306.wmf"/><Relationship Id="rId3" Type="http://schemas.openxmlformats.org/officeDocument/2006/relationships/image" Target="../media/image305.wmf"/><Relationship Id="rId2" Type="http://schemas.openxmlformats.org/officeDocument/2006/relationships/image" Target="../media/image304.wmf"/><Relationship Id="rId1" Type="http://schemas.openxmlformats.org/officeDocument/2006/relationships/image" Target="../media/image303.wmf"/></Relationships>
</file>

<file path=ppt/drawings/_rels/vmlDrawing78.vml.rels><?xml version="1.0" encoding="UTF-8" standalone="yes"?>
<Relationships xmlns="http://schemas.openxmlformats.org/package/2006/relationships"><Relationship Id="rId7" Type="http://schemas.openxmlformats.org/officeDocument/2006/relationships/image" Target="../media/image344.wmf"/><Relationship Id="rId6" Type="http://schemas.openxmlformats.org/officeDocument/2006/relationships/image" Target="../media/image343.wmf"/><Relationship Id="rId5" Type="http://schemas.openxmlformats.org/officeDocument/2006/relationships/image" Target="../media/image342.wmf"/><Relationship Id="rId4" Type="http://schemas.openxmlformats.org/officeDocument/2006/relationships/image" Target="../media/image341.wmf"/><Relationship Id="rId3" Type="http://schemas.openxmlformats.org/officeDocument/2006/relationships/image" Target="../media/image340.wmf"/><Relationship Id="rId2" Type="http://schemas.openxmlformats.org/officeDocument/2006/relationships/image" Target="../media/image339.wmf"/><Relationship Id="rId1" Type="http://schemas.openxmlformats.org/officeDocument/2006/relationships/image" Target="../media/image163.png"/></Relationships>
</file>

<file path=ppt/drawings/_rels/vmlDrawing79.vml.rels><?xml version="1.0" encoding="UTF-8" standalone="yes"?>
<Relationships xmlns="http://schemas.openxmlformats.org/package/2006/relationships"><Relationship Id="rId3" Type="http://schemas.openxmlformats.org/officeDocument/2006/relationships/image" Target="../media/image347.wmf"/><Relationship Id="rId2" Type="http://schemas.openxmlformats.org/officeDocument/2006/relationships/image" Target="../media/image346.wmf"/><Relationship Id="rId1" Type="http://schemas.openxmlformats.org/officeDocument/2006/relationships/image" Target="../media/image345.wmf"/></Relationships>
</file>

<file path=ppt/drawings/_rels/vmlDrawing80.vml.rels><?xml version="1.0" encoding="UTF-8" standalone="yes"?>
<Relationships xmlns="http://schemas.openxmlformats.org/package/2006/relationships"><Relationship Id="rId7" Type="http://schemas.openxmlformats.org/officeDocument/2006/relationships/image" Target="../media/image354.emf"/><Relationship Id="rId6" Type="http://schemas.openxmlformats.org/officeDocument/2006/relationships/image" Target="../media/image353.wmf"/><Relationship Id="rId5" Type="http://schemas.openxmlformats.org/officeDocument/2006/relationships/image" Target="../media/image352.wmf"/><Relationship Id="rId4" Type="http://schemas.openxmlformats.org/officeDocument/2006/relationships/image" Target="../media/image351.emf"/><Relationship Id="rId3" Type="http://schemas.openxmlformats.org/officeDocument/2006/relationships/image" Target="../media/image350.emf"/><Relationship Id="rId2" Type="http://schemas.openxmlformats.org/officeDocument/2006/relationships/image" Target="../media/image349.wmf"/><Relationship Id="rId1" Type="http://schemas.openxmlformats.org/officeDocument/2006/relationships/image" Target="../media/image348.wmf"/></Relationships>
</file>

<file path=ppt/drawings/_rels/vmlDrawing81.vml.rels><?xml version="1.0" encoding="UTF-8" standalone="yes"?>
<Relationships xmlns="http://schemas.openxmlformats.org/package/2006/relationships"><Relationship Id="rId4" Type="http://schemas.openxmlformats.org/officeDocument/2006/relationships/image" Target="../media/image351.emf"/><Relationship Id="rId3" Type="http://schemas.openxmlformats.org/officeDocument/2006/relationships/image" Target="../media/image350.emf"/><Relationship Id="rId2" Type="http://schemas.openxmlformats.org/officeDocument/2006/relationships/image" Target="../media/image355.wmf"/><Relationship Id="rId1" Type="http://schemas.openxmlformats.org/officeDocument/2006/relationships/image" Target="../media/image348.wmf"/></Relationships>
</file>

<file path=ppt/drawings/_rels/vmlDrawing82.vml.rels><?xml version="1.0" encoding="UTF-8" standalone="yes"?>
<Relationships xmlns="http://schemas.openxmlformats.org/package/2006/relationships"><Relationship Id="rId5" Type="http://schemas.openxmlformats.org/officeDocument/2006/relationships/image" Target="../media/image351.emf"/><Relationship Id="rId4" Type="http://schemas.openxmlformats.org/officeDocument/2006/relationships/image" Target="../media/image350.emf"/><Relationship Id="rId3" Type="http://schemas.openxmlformats.org/officeDocument/2006/relationships/image" Target="../media/image358.wmf"/><Relationship Id="rId2" Type="http://schemas.openxmlformats.org/officeDocument/2006/relationships/image" Target="../media/image357.wmf"/><Relationship Id="rId1" Type="http://schemas.openxmlformats.org/officeDocument/2006/relationships/image" Target="../media/image356.wmf"/></Relationships>
</file>

<file path=ppt/drawings/_rels/vmlDrawing83.vml.rels><?xml version="1.0" encoding="UTF-8" standalone="yes"?>
<Relationships xmlns="http://schemas.openxmlformats.org/package/2006/relationships"><Relationship Id="rId5" Type="http://schemas.openxmlformats.org/officeDocument/2006/relationships/image" Target="../media/image361.wmf"/><Relationship Id="rId4" Type="http://schemas.openxmlformats.org/officeDocument/2006/relationships/image" Target="../media/image360.wmf"/><Relationship Id="rId3" Type="http://schemas.openxmlformats.org/officeDocument/2006/relationships/image" Target="../media/image351.emf"/><Relationship Id="rId2" Type="http://schemas.openxmlformats.org/officeDocument/2006/relationships/image" Target="../media/image350.emf"/><Relationship Id="rId1" Type="http://schemas.openxmlformats.org/officeDocument/2006/relationships/image" Target="../media/image359.wmf"/></Relationships>
</file>

<file path=ppt/drawings/_rels/vmlDrawing84.vml.rels><?xml version="1.0" encoding="UTF-8" standalone="yes"?>
<Relationships xmlns="http://schemas.openxmlformats.org/package/2006/relationships"><Relationship Id="rId3" Type="http://schemas.openxmlformats.org/officeDocument/2006/relationships/image" Target="../media/image351.emf"/><Relationship Id="rId2" Type="http://schemas.openxmlformats.org/officeDocument/2006/relationships/image" Target="../media/image350.emf"/><Relationship Id="rId1" Type="http://schemas.openxmlformats.org/officeDocument/2006/relationships/image" Target="../media/image362.wmf"/></Relationships>
</file>

<file path=ppt/drawings/_rels/vmlDrawing85.vml.rels><?xml version="1.0" encoding="UTF-8" standalone="yes"?>
<Relationships xmlns="http://schemas.openxmlformats.org/package/2006/relationships"><Relationship Id="rId5" Type="http://schemas.openxmlformats.org/officeDocument/2006/relationships/image" Target="../media/image351.emf"/><Relationship Id="rId4" Type="http://schemas.openxmlformats.org/officeDocument/2006/relationships/image" Target="../media/image350.emf"/><Relationship Id="rId3" Type="http://schemas.openxmlformats.org/officeDocument/2006/relationships/image" Target="../media/image365.wmf"/><Relationship Id="rId2" Type="http://schemas.openxmlformats.org/officeDocument/2006/relationships/image" Target="../media/image364.wmf"/><Relationship Id="rId1" Type="http://schemas.openxmlformats.org/officeDocument/2006/relationships/image" Target="../media/image363.wmf"/></Relationships>
</file>

<file path=ppt/drawings/_rels/vmlDrawing86.vml.rels><?xml version="1.0" encoding="UTF-8" standalone="yes"?>
<Relationships xmlns="http://schemas.openxmlformats.org/package/2006/relationships"><Relationship Id="rId4" Type="http://schemas.openxmlformats.org/officeDocument/2006/relationships/image" Target="../media/image369.emf"/><Relationship Id="rId3" Type="http://schemas.openxmlformats.org/officeDocument/2006/relationships/image" Target="../media/image368.emf"/><Relationship Id="rId2" Type="http://schemas.openxmlformats.org/officeDocument/2006/relationships/image" Target="../media/image367.emf"/><Relationship Id="rId1" Type="http://schemas.openxmlformats.org/officeDocument/2006/relationships/image" Target="../media/image366.wmf"/></Relationships>
</file>

<file path=ppt/drawings/_rels/vmlDrawing87.v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wmf"/><Relationship Id="rId2" Type="http://schemas.openxmlformats.org/officeDocument/2006/relationships/image" Target="../media/image371.wmf"/><Relationship Id="rId1" Type="http://schemas.openxmlformats.org/officeDocument/2006/relationships/image" Target="../media/image370.wmf"/></Relationships>
</file>

<file path=ppt/drawings/_rels/vmlDrawing8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3.png"/></Relationships>
</file>

<file path=ppt/drawings/_rels/vmlDrawing89.vml.rels><?xml version="1.0" encoding="UTF-8" standalone="yes"?>
<Relationships xmlns="http://schemas.openxmlformats.org/package/2006/relationships"><Relationship Id="rId1" Type="http://schemas.openxmlformats.org/officeDocument/2006/relationships/image" Target="../media/image373.emf"/></Relationships>
</file>

<file path=ppt/drawings/_rels/vmlDrawing90.vml.rels><?xml version="1.0" encoding="UTF-8" standalone="yes"?>
<Relationships xmlns="http://schemas.openxmlformats.org/package/2006/relationships"><Relationship Id="rId6" Type="http://schemas.openxmlformats.org/officeDocument/2006/relationships/image" Target="../media/image379.wmf"/><Relationship Id="rId5" Type="http://schemas.openxmlformats.org/officeDocument/2006/relationships/image" Target="../media/image378.emf"/><Relationship Id="rId4" Type="http://schemas.openxmlformats.org/officeDocument/2006/relationships/image" Target="../media/image377.emf"/><Relationship Id="rId3" Type="http://schemas.openxmlformats.org/officeDocument/2006/relationships/image" Target="../media/image376.wmf"/><Relationship Id="rId2" Type="http://schemas.openxmlformats.org/officeDocument/2006/relationships/image" Target="../media/image375.wmf"/><Relationship Id="rId1" Type="http://schemas.openxmlformats.org/officeDocument/2006/relationships/image" Target="../media/image374.emf"/></Relationships>
</file>

<file path=ppt/drawings/_rels/vmlDrawing91.vml.rels><?xml version="1.0" encoding="UTF-8" standalone="yes"?>
<Relationships xmlns="http://schemas.openxmlformats.org/package/2006/relationships"><Relationship Id="rId9" Type="http://schemas.openxmlformats.org/officeDocument/2006/relationships/image" Target="../media/image388.wmf"/><Relationship Id="rId8" Type="http://schemas.openxmlformats.org/officeDocument/2006/relationships/image" Target="../media/image387.wmf"/><Relationship Id="rId7" Type="http://schemas.openxmlformats.org/officeDocument/2006/relationships/image" Target="../media/image386.wmf"/><Relationship Id="rId6" Type="http://schemas.openxmlformats.org/officeDocument/2006/relationships/image" Target="../media/image385.wmf"/><Relationship Id="rId5" Type="http://schemas.openxmlformats.org/officeDocument/2006/relationships/image" Target="../media/image384.wmf"/><Relationship Id="rId4" Type="http://schemas.openxmlformats.org/officeDocument/2006/relationships/image" Target="../media/image383.wmf"/><Relationship Id="rId3" Type="http://schemas.openxmlformats.org/officeDocument/2006/relationships/image" Target="../media/image382.wmf"/><Relationship Id="rId2" Type="http://schemas.openxmlformats.org/officeDocument/2006/relationships/image" Target="../media/image381.wmf"/><Relationship Id="rId16" Type="http://schemas.openxmlformats.org/officeDocument/2006/relationships/image" Target="../media/image395.emf"/><Relationship Id="rId15" Type="http://schemas.openxmlformats.org/officeDocument/2006/relationships/image" Target="../media/image394.emf"/><Relationship Id="rId14" Type="http://schemas.openxmlformats.org/officeDocument/2006/relationships/image" Target="../media/image393.wmf"/><Relationship Id="rId13" Type="http://schemas.openxmlformats.org/officeDocument/2006/relationships/image" Target="../media/image392.wmf"/><Relationship Id="rId12" Type="http://schemas.openxmlformats.org/officeDocument/2006/relationships/image" Target="../media/image391.wmf"/><Relationship Id="rId11" Type="http://schemas.openxmlformats.org/officeDocument/2006/relationships/image" Target="../media/image390.wmf"/><Relationship Id="rId10" Type="http://schemas.openxmlformats.org/officeDocument/2006/relationships/image" Target="../media/image389.wmf"/><Relationship Id="rId1" Type="http://schemas.openxmlformats.org/officeDocument/2006/relationships/image" Target="../media/image380.wmf"/></Relationships>
</file>

<file path=ppt/drawings/_rels/vmlDrawing92.vml.rels><?xml version="1.0" encoding="UTF-8" standalone="yes"?>
<Relationships xmlns="http://schemas.openxmlformats.org/package/2006/relationships"><Relationship Id="rId9" Type="http://schemas.openxmlformats.org/officeDocument/2006/relationships/image" Target="../media/image404.wmf"/><Relationship Id="rId8" Type="http://schemas.openxmlformats.org/officeDocument/2006/relationships/image" Target="../media/image403.wmf"/><Relationship Id="rId7" Type="http://schemas.openxmlformats.org/officeDocument/2006/relationships/image" Target="../media/image402.wmf"/><Relationship Id="rId6" Type="http://schemas.openxmlformats.org/officeDocument/2006/relationships/image" Target="../media/image401.wmf"/><Relationship Id="rId5" Type="http://schemas.openxmlformats.org/officeDocument/2006/relationships/image" Target="../media/image400.wmf"/><Relationship Id="rId4" Type="http://schemas.openxmlformats.org/officeDocument/2006/relationships/image" Target="../media/image399.wmf"/><Relationship Id="rId3" Type="http://schemas.openxmlformats.org/officeDocument/2006/relationships/image" Target="../media/image398.emf"/><Relationship Id="rId2" Type="http://schemas.openxmlformats.org/officeDocument/2006/relationships/image" Target="../media/image397.wmf"/><Relationship Id="rId16" Type="http://schemas.openxmlformats.org/officeDocument/2006/relationships/image" Target="../media/image411.wmf"/><Relationship Id="rId15" Type="http://schemas.openxmlformats.org/officeDocument/2006/relationships/image" Target="../media/image410.wmf"/><Relationship Id="rId14" Type="http://schemas.openxmlformats.org/officeDocument/2006/relationships/image" Target="../media/image409.emf"/><Relationship Id="rId13" Type="http://schemas.openxmlformats.org/officeDocument/2006/relationships/image" Target="../media/image408.wmf"/><Relationship Id="rId12" Type="http://schemas.openxmlformats.org/officeDocument/2006/relationships/image" Target="../media/image407.wmf"/><Relationship Id="rId11" Type="http://schemas.openxmlformats.org/officeDocument/2006/relationships/image" Target="../media/image406.wmf"/><Relationship Id="rId10" Type="http://schemas.openxmlformats.org/officeDocument/2006/relationships/image" Target="../media/image405.wmf"/><Relationship Id="rId1" Type="http://schemas.openxmlformats.org/officeDocument/2006/relationships/image" Target="../media/image396.wmf"/></Relationships>
</file>

<file path=ppt/drawings/_rels/vmlDrawing93.vml.rels><?xml version="1.0" encoding="UTF-8" standalone="yes"?>
<Relationships xmlns="http://schemas.openxmlformats.org/package/2006/relationships"><Relationship Id="rId9" Type="http://schemas.openxmlformats.org/officeDocument/2006/relationships/image" Target="../media/image399.wmf"/><Relationship Id="rId8" Type="http://schemas.openxmlformats.org/officeDocument/2006/relationships/image" Target="../media/image419.wmf"/><Relationship Id="rId7" Type="http://schemas.openxmlformats.org/officeDocument/2006/relationships/image" Target="../media/image418.wmf"/><Relationship Id="rId6" Type="http://schemas.openxmlformats.org/officeDocument/2006/relationships/image" Target="../media/image417.wmf"/><Relationship Id="rId5" Type="http://schemas.openxmlformats.org/officeDocument/2006/relationships/image" Target="../media/image416.wmf"/><Relationship Id="rId4" Type="http://schemas.openxmlformats.org/officeDocument/2006/relationships/image" Target="../media/image415.wmf"/><Relationship Id="rId3" Type="http://schemas.openxmlformats.org/officeDocument/2006/relationships/image" Target="../media/image414.wmf"/><Relationship Id="rId2" Type="http://schemas.openxmlformats.org/officeDocument/2006/relationships/image" Target="../media/image413.wmf"/><Relationship Id="rId19" Type="http://schemas.openxmlformats.org/officeDocument/2006/relationships/image" Target="../media/image425.wmf"/><Relationship Id="rId18" Type="http://schemas.openxmlformats.org/officeDocument/2006/relationships/image" Target="../media/image424.emf"/><Relationship Id="rId17" Type="http://schemas.openxmlformats.org/officeDocument/2006/relationships/image" Target="../media/image423.wmf"/><Relationship Id="rId16" Type="http://schemas.openxmlformats.org/officeDocument/2006/relationships/image" Target="../media/image422.wmf"/><Relationship Id="rId15" Type="http://schemas.openxmlformats.org/officeDocument/2006/relationships/image" Target="../media/image405.wmf"/><Relationship Id="rId14" Type="http://schemas.openxmlformats.org/officeDocument/2006/relationships/image" Target="../media/image404.wmf"/><Relationship Id="rId13" Type="http://schemas.openxmlformats.org/officeDocument/2006/relationships/image" Target="../media/image403.wmf"/><Relationship Id="rId12" Type="http://schemas.openxmlformats.org/officeDocument/2006/relationships/image" Target="../media/image421.wmf"/><Relationship Id="rId11" Type="http://schemas.openxmlformats.org/officeDocument/2006/relationships/image" Target="../media/image401.wmf"/><Relationship Id="rId10" Type="http://schemas.openxmlformats.org/officeDocument/2006/relationships/image" Target="../media/image420.wmf"/><Relationship Id="rId1" Type="http://schemas.openxmlformats.org/officeDocument/2006/relationships/image" Target="../media/image412.wmf"/></Relationships>
</file>

<file path=ppt/drawings/_rels/vmlDrawing94.vml.rels><?xml version="1.0" encoding="UTF-8" standalone="yes"?>
<Relationships xmlns="http://schemas.openxmlformats.org/package/2006/relationships"><Relationship Id="rId9" Type="http://schemas.openxmlformats.org/officeDocument/2006/relationships/image" Target="../media/image405.wmf"/><Relationship Id="rId8" Type="http://schemas.openxmlformats.org/officeDocument/2006/relationships/image" Target="../media/image404.wmf"/><Relationship Id="rId7" Type="http://schemas.openxmlformats.org/officeDocument/2006/relationships/image" Target="../media/image403.wmf"/><Relationship Id="rId6" Type="http://schemas.openxmlformats.org/officeDocument/2006/relationships/image" Target="../media/image421.wmf"/><Relationship Id="rId5" Type="http://schemas.openxmlformats.org/officeDocument/2006/relationships/image" Target="../media/image401.wmf"/><Relationship Id="rId4" Type="http://schemas.openxmlformats.org/officeDocument/2006/relationships/image" Target="../media/image420.wmf"/><Relationship Id="rId3" Type="http://schemas.openxmlformats.org/officeDocument/2006/relationships/image" Target="../media/image399.wmf"/><Relationship Id="rId2" Type="http://schemas.openxmlformats.org/officeDocument/2006/relationships/image" Target="../media/image427.emf"/><Relationship Id="rId11" Type="http://schemas.openxmlformats.org/officeDocument/2006/relationships/image" Target="../media/image428.wmf"/><Relationship Id="rId10" Type="http://schemas.openxmlformats.org/officeDocument/2006/relationships/image" Target="../media/image422.wmf"/><Relationship Id="rId1" Type="http://schemas.openxmlformats.org/officeDocument/2006/relationships/image" Target="../media/image426.emf"/></Relationships>
</file>

<file path=ppt/drawings/_rels/vmlDrawing95.vml.rels><?xml version="1.0" encoding="UTF-8" standalone="yes"?>
<Relationships xmlns="http://schemas.openxmlformats.org/package/2006/relationships"><Relationship Id="rId7" Type="http://schemas.openxmlformats.org/officeDocument/2006/relationships/image" Target="../media/image435.emf"/><Relationship Id="rId6" Type="http://schemas.openxmlformats.org/officeDocument/2006/relationships/image" Target="../media/image434.wmf"/><Relationship Id="rId5" Type="http://schemas.openxmlformats.org/officeDocument/2006/relationships/image" Target="../media/image433.wmf"/><Relationship Id="rId4" Type="http://schemas.openxmlformats.org/officeDocument/2006/relationships/image" Target="../media/image432.wmf"/><Relationship Id="rId3" Type="http://schemas.openxmlformats.org/officeDocument/2006/relationships/image" Target="../media/image431.wmf"/><Relationship Id="rId2" Type="http://schemas.openxmlformats.org/officeDocument/2006/relationships/image" Target="../media/image430.wmf"/><Relationship Id="rId1" Type="http://schemas.openxmlformats.org/officeDocument/2006/relationships/image" Target="../media/image429.wmf"/></Relationships>
</file>

<file path=ppt/drawings/_rels/vmlDrawing96.vml.rels><?xml version="1.0" encoding="UTF-8" standalone="yes"?>
<Relationships xmlns="http://schemas.openxmlformats.org/package/2006/relationships"><Relationship Id="rId5" Type="http://schemas.openxmlformats.org/officeDocument/2006/relationships/image" Target="../media/image440.wmf"/><Relationship Id="rId4" Type="http://schemas.openxmlformats.org/officeDocument/2006/relationships/image" Target="../media/image441.bmp"/><Relationship Id="rId3" Type="http://schemas.openxmlformats.org/officeDocument/2006/relationships/image" Target="../media/image439.wmf"/><Relationship Id="rId2" Type="http://schemas.openxmlformats.org/officeDocument/2006/relationships/image" Target="../media/image438.wmf"/><Relationship Id="rId1" Type="http://schemas.openxmlformats.org/officeDocument/2006/relationships/image" Target="../media/image437.wmf"/></Relationships>
</file>

<file path=ppt/drawings/_rels/vmlDrawing97.vml.rels><?xml version="1.0" encoding="UTF-8" standalone="yes"?>
<Relationships xmlns="http://schemas.openxmlformats.org/package/2006/relationships"><Relationship Id="rId4" Type="http://schemas.openxmlformats.org/officeDocument/2006/relationships/image" Target="../media/image444.wmf"/><Relationship Id="rId3" Type="http://schemas.openxmlformats.org/officeDocument/2006/relationships/image" Target="../media/image443.wmf"/><Relationship Id="rId2" Type="http://schemas.openxmlformats.org/officeDocument/2006/relationships/image" Target="../media/image442.wmf"/><Relationship Id="rId1" Type="http://schemas.openxmlformats.org/officeDocument/2006/relationships/image" Target="../media/image438.wmf"/></Relationships>
</file>

<file path=ppt/drawings/_rels/vmlDrawing98.vml.rels><?xml version="1.0" encoding="UTF-8" standalone="yes"?>
<Relationships xmlns="http://schemas.openxmlformats.org/package/2006/relationships"><Relationship Id="rId1" Type="http://schemas.openxmlformats.org/officeDocument/2006/relationships/image" Target="../media/image445.wmf"/></Relationships>
</file>

<file path=ppt/drawings/_rels/vmlDrawing99.vml.rels><?xml version="1.0" encoding="UTF-8" standalone="yes"?>
<Relationships xmlns="http://schemas.openxmlformats.org/package/2006/relationships"><Relationship Id="rId1" Type="http://schemas.openxmlformats.org/officeDocument/2006/relationships/image" Target="../media/image446.wmf"/></Relationships>
</file>

<file path=ppt/drawings/_rels/vmlDrawing100.v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wmf"/><Relationship Id="rId2" Type="http://schemas.openxmlformats.org/officeDocument/2006/relationships/image" Target="../media/image447.wmf"/><Relationship Id="rId1" Type="http://schemas.openxmlformats.org/officeDocument/2006/relationships/image" Target="../media/image446.wmf"/></Relationships>
</file>

<file path=ppt/drawings/_rels/vmlDrawing101.vml.rels><?xml version="1.0" encoding="UTF-8" standalone="yes"?>
<Relationships xmlns="http://schemas.openxmlformats.org/package/2006/relationships"><Relationship Id="rId4" Type="http://schemas.openxmlformats.org/officeDocument/2006/relationships/image" Target="../media/image452.wmf"/><Relationship Id="rId3" Type="http://schemas.openxmlformats.org/officeDocument/2006/relationships/image" Target="../media/image451.wmf"/><Relationship Id="rId2" Type="http://schemas.openxmlformats.org/officeDocument/2006/relationships/image" Target="../media/image450.wmf"/><Relationship Id="rId1" Type="http://schemas.openxmlformats.org/officeDocument/2006/relationships/image" Target="../media/image449.wmf"/></Relationships>
</file>

<file path=ppt/drawings/_rels/vmlDrawing102.vml.rels><?xml version="1.0" encoding="UTF-8" standalone="yes"?>
<Relationships xmlns="http://schemas.openxmlformats.org/package/2006/relationships"><Relationship Id="rId2" Type="http://schemas.openxmlformats.org/officeDocument/2006/relationships/image" Target="../media/image453.wmf"/><Relationship Id="rId1" Type="http://schemas.openxmlformats.org/officeDocument/2006/relationships/image" Target="../media/image449.wmf"/></Relationships>
</file>

<file path=ppt/drawings/_rels/vmlDrawing103.vml.rels><?xml version="1.0" encoding="UTF-8" standalone="yes"?>
<Relationships xmlns="http://schemas.openxmlformats.org/package/2006/relationships"><Relationship Id="rId2" Type="http://schemas.openxmlformats.org/officeDocument/2006/relationships/image" Target="../media/image455.wmf"/><Relationship Id="rId1" Type="http://schemas.openxmlformats.org/officeDocument/2006/relationships/image" Target="../media/image454.wmf"/></Relationships>
</file>

<file path=ppt/drawings/_rels/vmlDrawing104.vml.rels><?xml version="1.0" encoding="UTF-8" standalone="yes"?>
<Relationships xmlns="http://schemas.openxmlformats.org/package/2006/relationships"><Relationship Id="rId5" Type="http://schemas.openxmlformats.org/officeDocument/2006/relationships/image" Target="../media/image460.wmf"/><Relationship Id="rId4" Type="http://schemas.openxmlformats.org/officeDocument/2006/relationships/image" Target="../media/image459.wmf"/><Relationship Id="rId3" Type="http://schemas.openxmlformats.org/officeDocument/2006/relationships/image" Target="../media/image458.wmf"/><Relationship Id="rId2" Type="http://schemas.openxmlformats.org/officeDocument/2006/relationships/image" Target="../media/image457.wmf"/><Relationship Id="rId1" Type="http://schemas.openxmlformats.org/officeDocument/2006/relationships/image" Target="../media/image456.wmf"/></Relationships>
</file>

<file path=ppt/drawings/_rels/vmlDrawing105.vml.rels><?xml version="1.0" encoding="UTF-8" standalone="yes"?>
<Relationships xmlns="http://schemas.openxmlformats.org/package/2006/relationships"><Relationship Id="rId2" Type="http://schemas.openxmlformats.org/officeDocument/2006/relationships/image" Target="../media/image462.wmf"/><Relationship Id="rId1" Type="http://schemas.openxmlformats.org/officeDocument/2006/relationships/image" Target="../media/image461.wmf"/></Relationships>
</file>

<file path=ppt/drawings/_rels/vmlDrawing106.vml.rels><?xml version="1.0" encoding="UTF-8" standalone="yes"?>
<Relationships xmlns="http://schemas.openxmlformats.org/package/2006/relationships"><Relationship Id="rId2" Type="http://schemas.openxmlformats.org/officeDocument/2006/relationships/image" Target="../media/image163.png"/><Relationship Id="rId1" Type="http://schemas.openxmlformats.org/officeDocument/2006/relationships/image" Target="../media/image463.wmf"/></Relationships>
</file>

<file path=ppt/drawings/_rels/vmlDrawing107.vml.rels><?xml version="1.0" encoding="UTF-8" standalone="yes"?>
<Relationships xmlns="http://schemas.openxmlformats.org/package/2006/relationships"><Relationship Id="rId8" Type="http://schemas.openxmlformats.org/officeDocument/2006/relationships/image" Target="../media/image471.wmf"/><Relationship Id="rId7" Type="http://schemas.openxmlformats.org/officeDocument/2006/relationships/image" Target="../media/image470.wmf"/><Relationship Id="rId6" Type="http://schemas.openxmlformats.org/officeDocument/2006/relationships/image" Target="../media/image469.wmf"/><Relationship Id="rId5" Type="http://schemas.openxmlformats.org/officeDocument/2006/relationships/image" Target="../media/image468.wmf"/><Relationship Id="rId4" Type="http://schemas.openxmlformats.org/officeDocument/2006/relationships/image" Target="../media/image467.wmf"/><Relationship Id="rId3" Type="http://schemas.openxmlformats.org/officeDocument/2006/relationships/image" Target="../media/image466.wmf"/><Relationship Id="rId2" Type="http://schemas.openxmlformats.org/officeDocument/2006/relationships/image" Target="../media/image465.wmf"/><Relationship Id="rId1" Type="http://schemas.openxmlformats.org/officeDocument/2006/relationships/image" Target="../media/image464.emf"/></Relationships>
</file>

<file path=ppt/drawings/_rels/vmlDrawing108.vml.rels><?xml version="1.0" encoding="UTF-8" standalone="yes"?>
<Relationships xmlns="http://schemas.openxmlformats.org/package/2006/relationships"><Relationship Id="rId9" Type="http://schemas.openxmlformats.org/officeDocument/2006/relationships/image" Target="../media/image478.wmf"/><Relationship Id="rId8" Type="http://schemas.openxmlformats.org/officeDocument/2006/relationships/image" Target="../media/image477.wmf"/><Relationship Id="rId7" Type="http://schemas.openxmlformats.org/officeDocument/2006/relationships/image" Target="../media/image476.wmf"/><Relationship Id="rId6" Type="http://schemas.openxmlformats.org/officeDocument/2006/relationships/image" Target="../media/image475.wmf"/><Relationship Id="rId5" Type="http://schemas.openxmlformats.org/officeDocument/2006/relationships/image" Target="../media/image474.wmf"/><Relationship Id="rId4" Type="http://schemas.openxmlformats.org/officeDocument/2006/relationships/image" Target="../media/image473.wmf"/><Relationship Id="rId3" Type="http://schemas.openxmlformats.org/officeDocument/2006/relationships/image" Target="../media/image472.wmf"/><Relationship Id="rId2" Type="http://schemas.openxmlformats.org/officeDocument/2006/relationships/image" Target="../media/image466.wmf"/><Relationship Id="rId13" Type="http://schemas.openxmlformats.org/officeDocument/2006/relationships/image" Target="../media/image464.emf"/><Relationship Id="rId12" Type="http://schemas.openxmlformats.org/officeDocument/2006/relationships/image" Target="../media/image481.wmf"/><Relationship Id="rId11" Type="http://schemas.openxmlformats.org/officeDocument/2006/relationships/image" Target="../media/image480.wmf"/><Relationship Id="rId10" Type="http://schemas.openxmlformats.org/officeDocument/2006/relationships/image" Target="../media/image479.wmf"/><Relationship Id="rId1" Type="http://schemas.openxmlformats.org/officeDocument/2006/relationships/image" Target="../media/image465.wmf"/></Relationships>
</file>

<file path=ppt/drawings/_rels/vmlDrawing109.vml.rels><?xml version="1.0" encoding="UTF-8" standalone="yes"?>
<Relationships xmlns="http://schemas.openxmlformats.org/package/2006/relationships"><Relationship Id="rId4" Type="http://schemas.openxmlformats.org/officeDocument/2006/relationships/image" Target="../media/image485.wmf"/><Relationship Id="rId3" Type="http://schemas.openxmlformats.org/officeDocument/2006/relationships/image" Target="../media/image484.wmf"/><Relationship Id="rId2" Type="http://schemas.openxmlformats.org/officeDocument/2006/relationships/image" Target="../media/image483.wmf"/><Relationship Id="rId1" Type="http://schemas.openxmlformats.org/officeDocument/2006/relationships/image" Target="../media/image482.emf"/></Relationships>
</file>

<file path=ppt/drawings/_rels/vmlDrawing110.vml.rels><?xml version="1.0" encoding="UTF-8" standalone="yes"?>
<Relationships xmlns="http://schemas.openxmlformats.org/package/2006/relationships"><Relationship Id="rId4" Type="http://schemas.openxmlformats.org/officeDocument/2006/relationships/image" Target="../media/image490.wmf"/><Relationship Id="rId3" Type="http://schemas.openxmlformats.org/officeDocument/2006/relationships/image" Target="../media/image489.wmf"/><Relationship Id="rId2" Type="http://schemas.openxmlformats.org/officeDocument/2006/relationships/image" Target="../media/image488.wmf"/><Relationship Id="rId1" Type="http://schemas.openxmlformats.org/officeDocument/2006/relationships/image" Target="../media/image487.emf"/></Relationships>
</file>

<file path=ppt/drawings/_rels/vmlDrawing111.vml.rels><?xml version="1.0" encoding="UTF-8" standalone="yes"?>
<Relationships xmlns="http://schemas.openxmlformats.org/package/2006/relationships"><Relationship Id="rId6" Type="http://schemas.openxmlformats.org/officeDocument/2006/relationships/image" Target="../media/image487.emf"/><Relationship Id="rId5" Type="http://schemas.openxmlformats.org/officeDocument/2006/relationships/image" Target="../media/image495.wmf"/><Relationship Id="rId4" Type="http://schemas.openxmlformats.org/officeDocument/2006/relationships/image" Target="../media/image494.wmf"/><Relationship Id="rId3" Type="http://schemas.openxmlformats.org/officeDocument/2006/relationships/image" Target="../media/image493.wmf"/><Relationship Id="rId2" Type="http://schemas.openxmlformats.org/officeDocument/2006/relationships/image" Target="../media/image492.wmf"/><Relationship Id="rId1" Type="http://schemas.openxmlformats.org/officeDocument/2006/relationships/image" Target="../media/image491.wmf"/></Relationships>
</file>

<file path=ppt/drawings/_rels/vmlDrawing112.vml.rels><?xml version="1.0" encoding="UTF-8" standalone="yes"?>
<Relationships xmlns="http://schemas.openxmlformats.org/package/2006/relationships"><Relationship Id="rId8" Type="http://schemas.openxmlformats.org/officeDocument/2006/relationships/image" Target="../media/image500.wmf"/><Relationship Id="rId7" Type="http://schemas.openxmlformats.org/officeDocument/2006/relationships/image" Target="../media/image499.wmf"/><Relationship Id="rId6" Type="http://schemas.openxmlformats.org/officeDocument/2006/relationships/image" Target="../media/image498.wmf"/><Relationship Id="rId5" Type="http://schemas.openxmlformats.org/officeDocument/2006/relationships/image" Target="../media/image497.wmf"/><Relationship Id="rId4" Type="http://schemas.openxmlformats.org/officeDocument/2006/relationships/image" Target="../media/image487.emf"/><Relationship Id="rId3" Type="http://schemas.openxmlformats.org/officeDocument/2006/relationships/image" Target="../media/image495.wmf"/><Relationship Id="rId2" Type="http://schemas.openxmlformats.org/officeDocument/2006/relationships/image" Target="../media/image494.wmf"/><Relationship Id="rId1" Type="http://schemas.openxmlformats.org/officeDocument/2006/relationships/image" Target="../media/image496.wmf"/></Relationships>
</file>

<file path=ppt/drawings/_rels/vmlDrawing113.vml.rels><?xml version="1.0" encoding="UTF-8" standalone="yes"?>
<Relationships xmlns="http://schemas.openxmlformats.org/package/2006/relationships"><Relationship Id="rId4" Type="http://schemas.openxmlformats.org/officeDocument/2006/relationships/image" Target="../media/image503.wmf"/><Relationship Id="rId3" Type="http://schemas.openxmlformats.org/officeDocument/2006/relationships/image" Target="../media/image502.wmf"/><Relationship Id="rId2" Type="http://schemas.openxmlformats.org/officeDocument/2006/relationships/image" Target="../media/image501.wmf"/><Relationship Id="rId1" Type="http://schemas.openxmlformats.org/officeDocument/2006/relationships/image" Target="../media/image487.emf"/></Relationships>
</file>

<file path=ppt/drawings/_rels/vmlDrawing114.vml.rels><?xml version="1.0" encoding="UTF-8" standalone="yes"?>
<Relationships xmlns="http://schemas.openxmlformats.org/package/2006/relationships"><Relationship Id="rId9" Type="http://schemas.openxmlformats.org/officeDocument/2006/relationships/image" Target="../media/image502.wmf"/><Relationship Id="rId8" Type="http://schemas.openxmlformats.org/officeDocument/2006/relationships/image" Target="../media/image499.wmf"/><Relationship Id="rId7" Type="http://schemas.openxmlformats.org/officeDocument/2006/relationships/image" Target="../media/image498.wmf"/><Relationship Id="rId6" Type="http://schemas.openxmlformats.org/officeDocument/2006/relationships/image" Target="../media/image509.wmf"/><Relationship Id="rId5" Type="http://schemas.openxmlformats.org/officeDocument/2006/relationships/image" Target="../media/image508.wmf"/><Relationship Id="rId4" Type="http://schemas.openxmlformats.org/officeDocument/2006/relationships/image" Target="../media/image507.wmf"/><Relationship Id="rId3" Type="http://schemas.openxmlformats.org/officeDocument/2006/relationships/image" Target="../media/image506.wmf"/><Relationship Id="rId2" Type="http://schemas.openxmlformats.org/officeDocument/2006/relationships/image" Target="../media/image505.wmf"/><Relationship Id="rId12" Type="http://schemas.openxmlformats.org/officeDocument/2006/relationships/image" Target="../media/image512.wmf"/><Relationship Id="rId11" Type="http://schemas.openxmlformats.org/officeDocument/2006/relationships/image" Target="../media/image511.wmf"/><Relationship Id="rId10" Type="http://schemas.openxmlformats.org/officeDocument/2006/relationships/image" Target="../media/image510.wmf"/><Relationship Id="rId1" Type="http://schemas.openxmlformats.org/officeDocument/2006/relationships/image" Target="../media/image504.wmf"/></Relationships>
</file>

<file path=ppt/drawings/_rels/vmlDrawing115.vml.rels><?xml version="1.0" encoding="UTF-8" standalone="yes"?>
<Relationships xmlns="http://schemas.openxmlformats.org/package/2006/relationships"><Relationship Id="rId9" Type="http://schemas.openxmlformats.org/officeDocument/2006/relationships/image" Target="../media/image515.wmf"/><Relationship Id="rId8" Type="http://schemas.openxmlformats.org/officeDocument/2006/relationships/image" Target="../media/image514.wmf"/><Relationship Id="rId7" Type="http://schemas.openxmlformats.org/officeDocument/2006/relationships/image" Target="../media/image513.wmf"/><Relationship Id="rId6" Type="http://schemas.openxmlformats.org/officeDocument/2006/relationships/image" Target="../media/image509.wmf"/><Relationship Id="rId5" Type="http://schemas.openxmlformats.org/officeDocument/2006/relationships/image" Target="../media/image508.wmf"/><Relationship Id="rId4" Type="http://schemas.openxmlformats.org/officeDocument/2006/relationships/image" Target="../media/image507.wmf"/><Relationship Id="rId3" Type="http://schemas.openxmlformats.org/officeDocument/2006/relationships/image" Target="../media/image506.wmf"/><Relationship Id="rId2" Type="http://schemas.openxmlformats.org/officeDocument/2006/relationships/image" Target="../media/image505.wmf"/><Relationship Id="rId1" Type="http://schemas.openxmlformats.org/officeDocument/2006/relationships/image" Target="../media/image504.wmf"/></Relationships>
</file>

<file path=ppt/drawings/_rels/vmlDrawing116.vml.rels><?xml version="1.0" encoding="UTF-8" standalone="yes"?>
<Relationships xmlns="http://schemas.openxmlformats.org/package/2006/relationships"><Relationship Id="rId9" Type="http://schemas.openxmlformats.org/officeDocument/2006/relationships/image" Target="../media/image518.wmf"/><Relationship Id="rId8" Type="http://schemas.openxmlformats.org/officeDocument/2006/relationships/image" Target="../media/image517.wmf"/><Relationship Id="rId7" Type="http://schemas.openxmlformats.org/officeDocument/2006/relationships/image" Target="../media/image516.wmf"/><Relationship Id="rId6" Type="http://schemas.openxmlformats.org/officeDocument/2006/relationships/image" Target="../media/image509.wmf"/><Relationship Id="rId5" Type="http://schemas.openxmlformats.org/officeDocument/2006/relationships/image" Target="../media/image508.wmf"/><Relationship Id="rId4" Type="http://schemas.openxmlformats.org/officeDocument/2006/relationships/image" Target="../media/image507.wmf"/><Relationship Id="rId3" Type="http://schemas.openxmlformats.org/officeDocument/2006/relationships/image" Target="../media/image506.wmf"/><Relationship Id="rId2" Type="http://schemas.openxmlformats.org/officeDocument/2006/relationships/image" Target="../media/image505.wmf"/><Relationship Id="rId11" Type="http://schemas.openxmlformats.org/officeDocument/2006/relationships/image" Target="../media/image520.wmf"/><Relationship Id="rId10" Type="http://schemas.openxmlformats.org/officeDocument/2006/relationships/image" Target="../media/image519.wmf"/><Relationship Id="rId1" Type="http://schemas.openxmlformats.org/officeDocument/2006/relationships/image" Target="../media/image504.wmf"/></Relationships>
</file>

<file path=ppt/drawings/_rels/vmlDrawing117.vml.rels><?xml version="1.0" encoding="UTF-8" standalone="yes"?>
<Relationships xmlns="http://schemas.openxmlformats.org/package/2006/relationships"><Relationship Id="rId7" Type="http://schemas.openxmlformats.org/officeDocument/2006/relationships/image" Target="../media/image527.wmf"/><Relationship Id="rId6" Type="http://schemas.openxmlformats.org/officeDocument/2006/relationships/image" Target="../media/image526.wmf"/><Relationship Id="rId5" Type="http://schemas.openxmlformats.org/officeDocument/2006/relationships/image" Target="../media/image525.wmf"/><Relationship Id="rId4" Type="http://schemas.openxmlformats.org/officeDocument/2006/relationships/image" Target="../media/image524.wmf"/><Relationship Id="rId3" Type="http://schemas.openxmlformats.org/officeDocument/2006/relationships/image" Target="../media/image523.wmf"/><Relationship Id="rId2" Type="http://schemas.openxmlformats.org/officeDocument/2006/relationships/image" Target="../media/image522.wmf"/><Relationship Id="rId1" Type="http://schemas.openxmlformats.org/officeDocument/2006/relationships/image" Target="../media/image521.emf"/></Relationships>
</file>

<file path=ppt/drawings/_rels/vmlDrawing118.vml.rels><?xml version="1.0" encoding="UTF-8" standalone="yes"?>
<Relationships xmlns="http://schemas.openxmlformats.org/package/2006/relationships"><Relationship Id="rId6" Type="http://schemas.openxmlformats.org/officeDocument/2006/relationships/image" Target="../media/image532.wmf"/><Relationship Id="rId5" Type="http://schemas.openxmlformats.org/officeDocument/2006/relationships/image" Target="../media/image531.wmf"/><Relationship Id="rId4" Type="http://schemas.openxmlformats.org/officeDocument/2006/relationships/image" Target="../media/image530.wmf"/><Relationship Id="rId3" Type="http://schemas.openxmlformats.org/officeDocument/2006/relationships/image" Target="../media/image529.wmf"/><Relationship Id="rId2" Type="http://schemas.openxmlformats.org/officeDocument/2006/relationships/image" Target="../media/image528.wmf"/><Relationship Id="rId1" Type="http://schemas.openxmlformats.org/officeDocument/2006/relationships/image" Target="../media/image521.emf"/></Relationships>
</file>

<file path=ppt/drawings/_rels/vmlDrawing119.vml.rels><?xml version="1.0" encoding="UTF-8" standalone="yes"?>
<Relationships xmlns="http://schemas.openxmlformats.org/package/2006/relationships"><Relationship Id="rId4" Type="http://schemas.openxmlformats.org/officeDocument/2006/relationships/image" Target="../media/image535.wmf"/><Relationship Id="rId3" Type="http://schemas.openxmlformats.org/officeDocument/2006/relationships/image" Target="../media/image534.wmf"/><Relationship Id="rId2" Type="http://schemas.openxmlformats.org/officeDocument/2006/relationships/image" Target="../media/image533.wmf"/><Relationship Id="rId1" Type="http://schemas.openxmlformats.org/officeDocument/2006/relationships/image" Target="../media/image521.emf"/></Relationships>
</file>

<file path=ppt/drawings/_rels/vmlDrawing120.vml.rels><?xml version="1.0" encoding="UTF-8" standalone="yes"?>
<Relationships xmlns="http://schemas.openxmlformats.org/package/2006/relationships"><Relationship Id="rId5" Type="http://schemas.openxmlformats.org/officeDocument/2006/relationships/image" Target="../media/image539.wmf"/><Relationship Id="rId4" Type="http://schemas.openxmlformats.org/officeDocument/2006/relationships/image" Target="../media/image538.wmf"/><Relationship Id="rId3" Type="http://schemas.openxmlformats.org/officeDocument/2006/relationships/image" Target="../media/image537.wmf"/><Relationship Id="rId2" Type="http://schemas.openxmlformats.org/officeDocument/2006/relationships/image" Target="../media/image536.emf"/><Relationship Id="rId1" Type="http://schemas.openxmlformats.org/officeDocument/2006/relationships/image" Target="../media/image521.emf"/></Relationships>
</file>

<file path=ppt/drawings/_rels/vmlDrawing121.vml.rels><?xml version="1.0" encoding="UTF-8" standalone="yes"?>
<Relationships xmlns="http://schemas.openxmlformats.org/package/2006/relationships"><Relationship Id="rId6" Type="http://schemas.openxmlformats.org/officeDocument/2006/relationships/image" Target="../media/image545.wmf"/><Relationship Id="rId5" Type="http://schemas.openxmlformats.org/officeDocument/2006/relationships/image" Target="../media/image544.wmf"/><Relationship Id="rId4" Type="http://schemas.openxmlformats.org/officeDocument/2006/relationships/image" Target="../media/image543.wmf"/><Relationship Id="rId3" Type="http://schemas.openxmlformats.org/officeDocument/2006/relationships/image" Target="../media/image542.wmf"/><Relationship Id="rId2" Type="http://schemas.openxmlformats.org/officeDocument/2006/relationships/image" Target="../media/image541.wmf"/><Relationship Id="rId1" Type="http://schemas.openxmlformats.org/officeDocument/2006/relationships/image" Target="../media/image540.emf"/></Relationships>
</file>

<file path=ppt/drawings/_rels/vmlDrawing122.vml.rels><?xml version="1.0" encoding="UTF-8" standalone="yes"?>
<Relationships xmlns="http://schemas.openxmlformats.org/package/2006/relationships"><Relationship Id="rId7" Type="http://schemas.openxmlformats.org/officeDocument/2006/relationships/image" Target="../media/image551.wmf"/><Relationship Id="rId6" Type="http://schemas.openxmlformats.org/officeDocument/2006/relationships/image" Target="../media/image540.emf"/><Relationship Id="rId5" Type="http://schemas.openxmlformats.org/officeDocument/2006/relationships/image" Target="../media/image550.wmf"/><Relationship Id="rId4" Type="http://schemas.openxmlformats.org/officeDocument/2006/relationships/image" Target="../media/image549.wmf"/><Relationship Id="rId3" Type="http://schemas.openxmlformats.org/officeDocument/2006/relationships/image" Target="../media/image548.wmf"/><Relationship Id="rId2" Type="http://schemas.openxmlformats.org/officeDocument/2006/relationships/image" Target="../media/image547.wmf"/><Relationship Id="rId1" Type="http://schemas.openxmlformats.org/officeDocument/2006/relationships/image" Target="../media/image546.wmf"/></Relationships>
</file>

<file path=ppt/drawings/_rels/vmlDrawing123.v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emf"/><Relationship Id="rId7" Type="http://schemas.openxmlformats.org/officeDocument/2006/relationships/image" Target="../media/image558.wmf"/><Relationship Id="rId6" Type="http://schemas.openxmlformats.org/officeDocument/2006/relationships/image" Target="../media/image557.wmf"/><Relationship Id="rId5" Type="http://schemas.openxmlformats.org/officeDocument/2006/relationships/image" Target="../media/image556.wmf"/><Relationship Id="rId4" Type="http://schemas.openxmlformats.org/officeDocument/2006/relationships/image" Target="../media/image555.wmf"/><Relationship Id="rId3" Type="http://schemas.openxmlformats.org/officeDocument/2006/relationships/image" Target="../media/image554.wmf"/><Relationship Id="rId2" Type="http://schemas.openxmlformats.org/officeDocument/2006/relationships/image" Target="../media/image553.wmf"/><Relationship Id="rId1" Type="http://schemas.openxmlformats.org/officeDocument/2006/relationships/image" Target="../media/image552.wmf"/></Relationships>
</file>

<file path=ppt/drawings/_rels/vmlDrawing124.vml.rels><?xml version="1.0" encoding="UTF-8" standalone="yes"?>
<Relationships xmlns="http://schemas.openxmlformats.org/package/2006/relationships"><Relationship Id="rId6" Type="http://schemas.openxmlformats.org/officeDocument/2006/relationships/image" Target="../media/image540.emf"/><Relationship Id="rId5" Type="http://schemas.openxmlformats.org/officeDocument/2006/relationships/image" Target="../media/image563.wmf"/><Relationship Id="rId4" Type="http://schemas.openxmlformats.org/officeDocument/2006/relationships/image" Target="../media/image562.wmf"/><Relationship Id="rId3" Type="http://schemas.openxmlformats.org/officeDocument/2006/relationships/image" Target="../media/image561.wmf"/><Relationship Id="rId2" Type="http://schemas.openxmlformats.org/officeDocument/2006/relationships/image" Target="../media/image560.wmf"/><Relationship Id="rId1" Type="http://schemas.openxmlformats.org/officeDocument/2006/relationships/image" Target="../media/image559.wmf"/></Relationships>
</file>

<file path=ppt/drawings/_rels/vmlDrawing125.vml.rels><?xml version="1.0" encoding="UTF-8" standalone="yes"?>
<Relationships xmlns="http://schemas.openxmlformats.org/package/2006/relationships"><Relationship Id="rId9" Type="http://schemas.openxmlformats.org/officeDocument/2006/relationships/image" Target="../media/image571.emf"/><Relationship Id="rId8" Type="http://schemas.openxmlformats.org/officeDocument/2006/relationships/image" Target="../media/image570.emf"/><Relationship Id="rId7" Type="http://schemas.openxmlformats.org/officeDocument/2006/relationships/image" Target="../media/image569.emf"/><Relationship Id="rId6" Type="http://schemas.openxmlformats.org/officeDocument/2006/relationships/image" Target="../media/image568.emf"/><Relationship Id="rId5" Type="http://schemas.openxmlformats.org/officeDocument/2006/relationships/image" Target="../media/image567.emf"/><Relationship Id="rId4" Type="http://schemas.openxmlformats.org/officeDocument/2006/relationships/image" Target="../media/image566.emf"/><Relationship Id="rId3" Type="http://schemas.openxmlformats.org/officeDocument/2006/relationships/image" Target="../media/image565.wmf"/><Relationship Id="rId2" Type="http://schemas.openxmlformats.org/officeDocument/2006/relationships/image" Target="../media/image564.wmf"/><Relationship Id="rId11" Type="http://schemas.openxmlformats.org/officeDocument/2006/relationships/image" Target="../media/image540.emf"/><Relationship Id="rId10" Type="http://schemas.openxmlformats.org/officeDocument/2006/relationships/image" Target="../media/image572.wmf"/><Relationship Id="rId1" Type="http://schemas.openxmlformats.org/officeDocument/2006/relationships/image" Target="../media/image561.wmf"/></Relationships>
</file>

<file path=ppt/drawings/_rels/vmlDrawing126.vml.rels><?xml version="1.0" encoding="UTF-8" standalone="yes"?>
<Relationships xmlns="http://schemas.openxmlformats.org/package/2006/relationships"><Relationship Id="rId5" Type="http://schemas.openxmlformats.org/officeDocument/2006/relationships/image" Target="../media/image577.wmf"/><Relationship Id="rId4" Type="http://schemas.openxmlformats.org/officeDocument/2006/relationships/image" Target="../media/image576.wmf"/><Relationship Id="rId3" Type="http://schemas.openxmlformats.org/officeDocument/2006/relationships/image" Target="../media/image575.wmf"/><Relationship Id="rId2" Type="http://schemas.openxmlformats.org/officeDocument/2006/relationships/image" Target="../media/image574.wmf"/><Relationship Id="rId1" Type="http://schemas.openxmlformats.org/officeDocument/2006/relationships/image" Target="../media/image573.wmf"/></Relationships>
</file>

<file path=ppt/drawings/_rels/vmlDrawing127.vml.rels><?xml version="1.0" encoding="UTF-8" standalone="yes"?>
<Relationships xmlns="http://schemas.openxmlformats.org/package/2006/relationships"><Relationship Id="rId9" Type="http://schemas.openxmlformats.org/officeDocument/2006/relationships/image" Target="../media/image586.wmf"/><Relationship Id="rId8" Type="http://schemas.openxmlformats.org/officeDocument/2006/relationships/image" Target="../media/image585.wmf"/><Relationship Id="rId7" Type="http://schemas.openxmlformats.org/officeDocument/2006/relationships/image" Target="../media/image584.wmf"/><Relationship Id="rId6" Type="http://schemas.openxmlformats.org/officeDocument/2006/relationships/image" Target="../media/image583.wmf"/><Relationship Id="rId5" Type="http://schemas.openxmlformats.org/officeDocument/2006/relationships/image" Target="../media/image582.wmf"/><Relationship Id="rId4" Type="http://schemas.openxmlformats.org/officeDocument/2006/relationships/image" Target="../media/image581.wmf"/><Relationship Id="rId3" Type="http://schemas.openxmlformats.org/officeDocument/2006/relationships/image" Target="../media/image580.wmf"/><Relationship Id="rId2" Type="http://schemas.openxmlformats.org/officeDocument/2006/relationships/image" Target="../media/image579.wmf"/><Relationship Id="rId17" Type="http://schemas.openxmlformats.org/officeDocument/2006/relationships/image" Target="../media/image591.wmf"/><Relationship Id="rId16" Type="http://schemas.openxmlformats.org/officeDocument/2006/relationships/image" Target="../media/image590.wmf"/><Relationship Id="rId15" Type="http://schemas.openxmlformats.org/officeDocument/2006/relationships/image" Target="../media/image511.wmf"/><Relationship Id="rId14" Type="http://schemas.openxmlformats.org/officeDocument/2006/relationships/image" Target="../media/image510.wmf"/><Relationship Id="rId13" Type="http://schemas.openxmlformats.org/officeDocument/2006/relationships/image" Target="../media/image499.wmf"/><Relationship Id="rId12" Type="http://schemas.openxmlformats.org/officeDocument/2006/relationships/image" Target="../media/image589.wmf"/><Relationship Id="rId11" Type="http://schemas.openxmlformats.org/officeDocument/2006/relationships/image" Target="../media/image588.wmf"/><Relationship Id="rId10" Type="http://schemas.openxmlformats.org/officeDocument/2006/relationships/image" Target="../media/image587.wmf"/><Relationship Id="rId1" Type="http://schemas.openxmlformats.org/officeDocument/2006/relationships/image" Target="../media/image578.wmf"/></Relationships>
</file>

<file path=ppt/drawings/_rels/vmlDrawing128.vml.rels><?xml version="1.0" encoding="UTF-8" standalone="yes"?>
<Relationships xmlns="http://schemas.openxmlformats.org/package/2006/relationships"><Relationship Id="rId9" Type="http://schemas.openxmlformats.org/officeDocument/2006/relationships/image" Target="../media/image586.wmf"/><Relationship Id="rId8" Type="http://schemas.openxmlformats.org/officeDocument/2006/relationships/image" Target="../media/image585.wmf"/><Relationship Id="rId7" Type="http://schemas.openxmlformats.org/officeDocument/2006/relationships/image" Target="../media/image588.wmf"/><Relationship Id="rId6" Type="http://schemas.openxmlformats.org/officeDocument/2006/relationships/image" Target="../media/image587.wmf"/><Relationship Id="rId5" Type="http://schemas.openxmlformats.org/officeDocument/2006/relationships/image" Target="../media/image584.wmf"/><Relationship Id="rId4" Type="http://schemas.openxmlformats.org/officeDocument/2006/relationships/image" Target="../media/image581.wmf"/><Relationship Id="rId3" Type="http://schemas.openxmlformats.org/officeDocument/2006/relationships/image" Target="../media/image580.wmf"/><Relationship Id="rId2" Type="http://schemas.openxmlformats.org/officeDocument/2006/relationships/image" Target="../media/image579.wmf"/><Relationship Id="rId11" Type="http://schemas.openxmlformats.org/officeDocument/2006/relationships/image" Target="../media/image593.wmf"/><Relationship Id="rId10" Type="http://schemas.openxmlformats.org/officeDocument/2006/relationships/image" Target="../media/image592.wmf"/><Relationship Id="rId1" Type="http://schemas.openxmlformats.org/officeDocument/2006/relationships/image" Target="../media/image578.wmf"/></Relationships>
</file>

<file path=ppt/drawings/_rels/vmlDrawing129.v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wmf"/><Relationship Id="rId2" Type="http://schemas.openxmlformats.org/officeDocument/2006/relationships/image" Target="../media/image595.wmf"/><Relationship Id="rId1" Type="http://schemas.openxmlformats.org/officeDocument/2006/relationships/image" Target="../media/image594.wmf"/></Relationships>
</file>

<file path=ppt/drawings/_rels/vmlDrawing130.vml.rels><?xml version="1.0" encoding="UTF-8" standalone="yes"?>
<Relationships xmlns="http://schemas.openxmlformats.org/package/2006/relationships"><Relationship Id="rId9" Type="http://schemas.openxmlformats.org/officeDocument/2006/relationships/image" Target="../media/image605.wmf"/><Relationship Id="rId8" Type="http://schemas.openxmlformats.org/officeDocument/2006/relationships/image" Target="../media/image604.wmf"/><Relationship Id="rId7" Type="http://schemas.openxmlformats.org/officeDocument/2006/relationships/image" Target="../media/image603.wmf"/><Relationship Id="rId6" Type="http://schemas.openxmlformats.org/officeDocument/2006/relationships/image" Target="../media/image602.wmf"/><Relationship Id="rId5" Type="http://schemas.openxmlformats.org/officeDocument/2006/relationships/image" Target="../media/image601.wmf"/><Relationship Id="rId4" Type="http://schemas.openxmlformats.org/officeDocument/2006/relationships/image" Target="../media/image600.wmf"/><Relationship Id="rId3" Type="http://schemas.openxmlformats.org/officeDocument/2006/relationships/image" Target="../media/image599.wmf"/><Relationship Id="rId2" Type="http://schemas.openxmlformats.org/officeDocument/2006/relationships/image" Target="../media/image598.wmf"/><Relationship Id="rId14" Type="http://schemas.openxmlformats.org/officeDocument/2006/relationships/image" Target="../media/image610.wmf"/><Relationship Id="rId13" Type="http://schemas.openxmlformats.org/officeDocument/2006/relationships/image" Target="../media/image609.wmf"/><Relationship Id="rId12" Type="http://schemas.openxmlformats.org/officeDocument/2006/relationships/image" Target="../media/image608.wmf"/><Relationship Id="rId11" Type="http://schemas.openxmlformats.org/officeDocument/2006/relationships/image" Target="../media/image607.wmf"/><Relationship Id="rId10" Type="http://schemas.openxmlformats.org/officeDocument/2006/relationships/image" Target="../media/image606.wmf"/><Relationship Id="rId1" Type="http://schemas.openxmlformats.org/officeDocument/2006/relationships/image" Target="../media/image597.wmf"/></Relationships>
</file>

<file path=ppt/drawings/_rels/vmlDrawing131.v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wmf"/><Relationship Id="rId7" Type="http://schemas.openxmlformats.org/officeDocument/2006/relationships/image" Target="../media/image617.wmf"/><Relationship Id="rId6" Type="http://schemas.openxmlformats.org/officeDocument/2006/relationships/image" Target="../media/image616.wmf"/><Relationship Id="rId5" Type="http://schemas.openxmlformats.org/officeDocument/2006/relationships/image" Target="../media/image615.wmf"/><Relationship Id="rId4" Type="http://schemas.openxmlformats.org/officeDocument/2006/relationships/image" Target="../media/image614.wmf"/><Relationship Id="rId3" Type="http://schemas.openxmlformats.org/officeDocument/2006/relationships/image" Target="../media/image613.wmf"/><Relationship Id="rId2" Type="http://schemas.openxmlformats.org/officeDocument/2006/relationships/image" Target="../media/image612.wmf"/><Relationship Id="rId1" Type="http://schemas.openxmlformats.org/officeDocument/2006/relationships/image" Target="../media/image611.wmf"/></Relationships>
</file>

<file path=ppt/drawings/_rels/vmlDrawing132.vml.rels><?xml version="1.0" encoding="UTF-8" standalone="yes"?>
<Relationships xmlns="http://schemas.openxmlformats.org/package/2006/relationships"><Relationship Id="rId2" Type="http://schemas.openxmlformats.org/officeDocument/2006/relationships/image" Target="../media/image620.wmf"/><Relationship Id="rId1" Type="http://schemas.openxmlformats.org/officeDocument/2006/relationships/image" Target="../media/image619.wmf"/></Relationships>
</file>

<file path=ppt/drawings/_rels/vmlDrawing133.vml.rels><?xml version="1.0" encoding="UTF-8" standalone="yes"?>
<Relationships xmlns="http://schemas.openxmlformats.org/package/2006/relationships"><Relationship Id="rId2" Type="http://schemas.openxmlformats.org/officeDocument/2006/relationships/image" Target="../media/image622.wmf"/><Relationship Id="rId1" Type="http://schemas.openxmlformats.org/officeDocument/2006/relationships/image" Target="../media/image621.emf"/></Relationships>
</file>

<file path=ppt/drawings/_rels/vmlDrawing13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25.emf"/></Relationships>
</file>

<file path=ppt/drawings/_rels/vmlDrawing135.vml.rels><?xml version="1.0" encoding="UTF-8" standalone="yes"?>
<Relationships xmlns="http://schemas.openxmlformats.org/package/2006/relationships"><Relationship Id="rId4" Type="http://schemas.openxmlformats.org/officeDocument/2006/relationships/image" Target="../media/image629.wmf"/><Relationship Id="rId3" Type="http://schemas.openxmlformats.org/officeDocument/2006/relationships/image" Target="../media/image628.wmf"/><Relationship Id="rId2" Type="http://schemas.openxmlformats.org/officeDocument/2006/relationships/image" Target="../media/image627.wmf"/><Relationship Id="rId1" Type="http://schemas.openxmlformats.org/officeDocument/2006/relationships/image" Target="../media/image626.emf"/></Relationships>
</file>

<file path=ppt/drawings/_rels/vmlDrawing136.vml.rels><?xml version="1.0" encoding="UTF-8" standalone="yes"?>
<Relationships xmlns="http://schemas.openxmlformats.org/package/2006/relationships"><Relationship Id="rId7" Type="http://schemas.openxmlformats.org/officeDocument/2006/relationships/image" Target="../media/image636.wmf"/><Relationship Id="rId6" Type="http://schemas.openxmlformats.org/officeDocument/2006/relationships/image" Target="../media/image635.wmf"/><Relationship Id="rId5" Type="http://schemas.openxmlformats.org/officeDocument/2006/relationships/image" Target="../media/image634.wmf"/><Relationship Id="rId4" Type="http://schemas.openxmlformats.org/officeDocument/2006/relationships/image" Target="../media/image633.wmf"/><Relationship Id="rId3" Type="http://schemas.openxmlformats.org/officeDocument/2006/relationships/image" Target="../media/image632.wmf"/><Relationship Id="rId2" Type="http://schemas.openxmlformats.org/officeDocument/2006/relationships/image" Target="../media/image631.wmf"/><Relationship Id="rId1" Type="http://schemas.openxmlformats.org/officeDocument/2006/relationships/image" Target="../media/image630.emf"/></Relationships>
</file>

<file path=ppt/drawings/_rels/vmlDrawing137.vml.rels><?xml version="1.0" encoding="UTF-8" standalone="yes"?>
<Relationships xmlns="http://schemas.openxmlformats.org/package/2006/relationships"><Relationship Id="rId1" Type="http://schemas.openxmlformats.org/officeDocument/2006/relationships/image" Target="../media/image637.png"/></Relationships>
</file>

<file path=ppt/drawings/_rels/vmlDrawing138.vml.rels><?xml version="1.0" encoding="UTF-8" standalone="yes"?>
<Relationships xmlns="http://schemas.openxmlformats.org/package/2006/relationships"><Relationship Id="rId3" Type="http://schemas.openxmlformats.org/officeDocument/2006/relationships/image" Target="../media/image640.emf"/><Relationship Id="rId2" Type="http://schemas.openxmlformats.org/officeDocument/2006/relationships/image" Target="../media/image639.emf"/><Relationship Id="rId1" Type="http://schemas.openxmlformats.org/officeDocument/2006/relationships/image" Target="../media/image638.emf"/></Relationships>
</file>

<file path=ppt/drawings/_rels/vmlDrawing139.vml.rels><?xml version="1.0" encoding="UTF-8" standalone="yes"?>
<Relationships xmlns="http://schemas.openxmlformats.org/package/2006/relationships"><Relationship Id="rId1" Type="http://schemas.openxmlformats.org/officeDocument/2006/relationships/image" Target="../media/image641.emf"/></Relationships>
</file>

<file path=ppt/drawings/_rels/vmlDrawing140.vml.rels><?xml version="1.0" encoding="UTF-8" standalone="yes"?>
<Relationships xmlns="http://schemas.openxmlformats.org/package/2006/relationships"><Relationship Id="rId2" Type="http://schemas.openxmlformats.org/officeDocument/2006/relationships/image" Target="../media/image643.wmf"/><Relationship Id="rId1" Type="http://schemas.openxmlformats.org/officeDocument/2006/relationships/image" Target="../media/image642.wmf"/></Relationships>
</file>

<file path=ppt/drawings/_rels/vmlDrawing141.vml.rels><?xml version="1.0" encoding="UTF-8" standalone="yes"?>
<Relationships xmlns="http://schemas.openxmlformats.org/package/2006/relationships"><Relationship Id="rId2" Type="http://schemas.openxmlformats.org/officeDocument/2006/relationships/image" Target="../media/image645.wmf"/><Relationship Id="rId1" Type="http://schemas.openxmlformats.org/officeDocument/2006/relationships/image" Target="../media/image644.emf"/></Relationships>
</file>

<file path=ppt/drawings/_rels/vmlDrawing142.vml.rels><?xml version="1.0" encoding="UTF-8" standalone="yes"?>
<Relationships xmlns="http://schemas.openxmlformats.org/package/2006/relationships"><Relationship Id="rId2" Type="http://schemas.openxmlformats.org/officeDocument/2006/relationships/image" Target="../media/image649.wmf"/><Relationship Id="rId1" Type="http://schemas.openxmlformats.org/officeDocument/2006/relationships/image" Target="../media/image648.wmf"/></Relationships>
</file>

<file path=ppt/drawings/_rels/vmlDrawing143.vml.rels><?xml version="1.0" encoding="UTF-8" standalone="yes"?>
<Relationships xmlns="http://schemas.openxmlformats.org/package/2006/relationships"><Relationship Id="rId9" Type="http://schemas.openxmlformats.org/officeDocument/2006/relationships/image" Target="../media/image660.wmf"/><Relationship Id="rId8" Type="http://schemas.openxmlformats.org/officeDocument/2006/relationships/image" Target="../media/image659.wmf"/><Relationship Id="rId7" Type="http://schemas.openxmlformats.org/officeDocument/2006/relationships/image" Target="../media/image658.wmf"/><Relationship Id="rId6" Type="http://schemas.openxmlformats.org/officeDocument/2006/relationships/image" Target="../media/image657.wmf"/><Relationship Id="rId5" Type="http://schemas.openxmlformats.org/officeDocument/2006/relationships/image" Target="../media/image656.wmf"/><Relationship Id="rId4" Type="http://schemas.openxmlformats.org/officeDocument/2006/relationships/image" Target="../media/image655.wmf"/><Relationship Id="rId3" Type="http://schemas.openxmlformats.org/officeDocument/2006/relationships/image" Target="../media/image654.wmf"/><Relationship Id="rId2" Type="http://schemas.openxmlformats.org/officeDocument/2006/relationships/image" Target="../media/image653.wmf"/><Relationship Id="rId1" Type="http://schemas.openxmlformats.org/officeDocument/2006/relationships/image" Target="../media/image625.emf"/></Relationships>
</file>

<file path=ppt/drawings/_rels/vmlDrawing144.vml.rels><?xml version="1.0" encoding="UTF-8" standalone="yes"?>
<Relationships xmlns="http://schemas.openxmlformats.org/package/2006/relationships"><Relationship Id="rId3" Type="http://schemas.openxmlformats.org/officeDocument/2006/relationships/image" Target="../media/image663.wmf"/><Relationship Id="rId2" Type="http://schemas.openxmlformats.org/officeDocument/2006/relationships/image" Target="../media/image662.wmf"/><Relationship Id="rId1" Type="http://schemas.openxmlformats.org/officeDocument/2006/relationships/image" Target="../media/image661.wmf"/></Relationships>
</file>

<file path=ppt/drawings/_rels/vmlDrawing145.vml.rels><?xml version="1.0" encoding="UTF-8" standalone="yes"?>
<Relationships xmlns="http://schemas.openxmlformats.org/package/2006/relationships"><Relationship Id="rId6" Type="http://schemas.openxmlformats.org/officeDocument/2006/relationships/image" Target="../media/image629.wmf"/><Relationship Id="rId5" Type="http://schemas.openxmlformats.org/officeDocument/2006/relationships/image" Target="../media/image628.wmf"/><Relationship Id="rId4" Type="http://schemas.openxmlformats.org/officeDocument/2006/relationships/image" Target="../media/image627.wmf"/><Relationship Id="rId3" Type="http://schemas.openxmlformats.org/officeDocument/2006/relationships/image" Target="../media/image665.wmf"/><Relationship Id="rId2" Type="http://schemas.openxmlformats.org/officeDocument/2006/relationships/image" Target="../media/image664.emf"/><Relationship Id="rId1" Type="http://schemas.openxmlformats.org/officeDocument/2006/relationships/image" Target="../media/image626.emf"/></Relationships>
</file>

<file path=ppt/drawings/_rels/vmlDrawing146.vml.rels><?xml version="1.0" encoding="UTF-8" standalone="yes"?>
<Relationships xmlns="http://schemas.openxmlformats.org/package/2006/relationships"><Relationship Id="rId8" Type="http://schemas.openxmlformats.org/officeDocument/2006/relationships/image" Target="../media/image629.wmf"/><Relationship Id="rId7" Type="http://schemas.openxmlformats.org/officeDocument/2006/relationships/image" Target="../media/image628.wmf"/><Relationship Id="rId6" Type="http://schemas.openxmlformats.org/officeDocument/2006/relationships/image" Target="../media/image627.wmf"/><Relationship Id="rId5" Type="http://schemas.openxmlformats.org/officeDocument/2006/relationships/image" Target="../media/image668.wmf"/><Relationship Id="rId4" Type="http://schemas.openxmlformats.org/officeDocument/2006/relationships/image" Target="../media/image667.wmf"/><Relationship Id="rId3" Type="http://schemas.openxmlformats.org/officeDocument/2006/relationships/image" Target="../media/image666.wmf"/><Relationship Id="rId2" Type="http://schemas.openxmlformats.org/officeDocument/2006/relationships/image" Target="../media/image664.emf"/><Relationship Id="rId1" Type="http://schemas.openxmlformats.org/officeDocument/2006/relationships/image" Target="../media/image626.emf"/></Relationships>
</file>

<file path=ppt/drawings/_rels/vmlDrawing147.vml.rels><?xml version="1.0" encoding="UTF-8" standalone="yes"?>
<Relationships xmlns="http://schemas.openxmlformats.org/package/2006/relationships"><Relationship Id="rId6" Type="http://schemas.openxmlformats.org/officeDocument/2006/relationships/image" Target="../media/image629.wmf"/><Relationship Id="rId5" Type="http://schemas.openxmlformats.org/officeDocument/2006/relationships/image" Target="../media/image628.wmf"/><Relationship Id="rId4" Type="http://schemas.openxmlformats.org/officeDocument/2006/relationships/image" Target="../media/image627.wmf"/><Relationship Id="rId3" Type="http://schemas.openxmlformats.org/officeDocument/2006/relationships/image" Target="../media/image669.wmf"/><Relationship Id="rId2" Type="http://schemas.openxmlformats.org/officeDocument/2006/relationships/image" Target="../media/image664.emf"/><Relationship Id="rId1" Type="http://schemas.openxmlformats.org/officeDocument/2006/relationships/image" Target="../media/image626.emf"/></Relationships>
</file>

<file path=ppt/drawings/_rels/vmlDrawing148.vml.rels><?xml version="1.0" encoding="UTF-8" standalone="yes"?>
<Relationships xmlns="http://schemas.openxmlformats.org/package/2006/relationships"><Relationship Id="rId6" Type="http://schemas.openxmlformats.org/officeDocument/2006/relationships/image" Target="../media/image629.wmf"/><Relationship Id="rId5" Type="http://schemas.openxmlformats.org/officeDocument/2006/relationships/image" Target="../media/image628.wmf"/><Relationship Id="rId4" Type="http://schemas.openxmlformats.org/officeDocument/2006/relationships/image" Target="../media/image627.wmf"/><Relationship Id="rId3" Type="http://schemas.openxmlformats.org/officeDocument/2006/relationships/image" Target="../media/image670.wmf"/><Relationship Id="rId2" Type="http://schemas.openxmlformats.org/officeDocument/2006/relationships/image" Target="../media/image664.emf"/><Relationship Id="rId1" Type="http://schemas.openxmlformats.org/officeDocument/2006/relationships/image" Target="../media/image626.emf"/></Relationships>
</file>

<file path=ppt/drawings/_rels/vmlDrawing149.vml.rels><?xml version="1.0" encoding="UTF-8" standalone="yes"?>
<Relationships xmlns="http://schemas.openxmlformats.org/package/2006/relationships"><Relationship Id="rId9" Type="http://schemas.openxmlformats.org/officeDocument/2006/relationships/image" Target="../media/image635.wmf"/><Relationship Id="rId8" Type="http://schemas.openxmlformats.org/officeDocument/2006/relationships/image" Target="../media/image634.wmf"/><Relationship Id="rId7" Type="http://schemas.openxmlformats.org/officeDocument/2006/relationships/image" Target="../media/image633.wmf"/><Relationship Id="rId6" Type="http://schemas.openxmlformats.org/officeDocument/2006/relationships/image" Target="../media/image632.wmf"/><Relationship Id="rId5" Type="http://schemas.openxmlformats.org/officeDocument/2006/relationships/image" Target="../media/image631.wmf"/><Relationship Id="rId4" Type="http://schemas.openxmlformats.org/officeDocument/2006/relationships/image" Target="../media/image673.wmf"/><Relationship Id="rId3" Type="http://schemas.openxmlformats.org/officeDocument/2006/relationships/image" Target="../media/image672.wmf"/><Relationship Id="rId2" Type="http://schemas.openxmlformats.org/officeDocument/2006/relationships/image" Target="../media/image671.wmf"/><Relationship Id="rId10" Type="http://schemas.openxmlformats.org/officeDocument/2006/relationships/image" Target="../media/image636.wmf"/><Relationship Id="rId1" Type="http://schemas.openxmlformats.org/officeDocument/2006/relationships/image" Target="../media/image630.emf"/></Relationships>
</file>

<file path=ppt/drawings/_rels/vmlDrawing150.vml.rels><?xml version="1.0" encoding="UTF-8" standalone="yes"?>
<Relationships xmlns="http://schemas.openxmlformats.org/package/2006/relationships"><Relationship Id="rId8" Type="http://schemas.openxmlformats.org/officeDocument/2006/relationships/image" Target="../media/image674.wmf"/><Relationship Id="rId7" Type="http://schemas.openxmlformats.org/officeDocument/2006/relationships/image" Target="../media/image636.wmf"/><Relationship Id="rId6" Type="http://schemas.openxmlformats.org/officeDocument/2006/relationships/image" Target="../media/image635.wmf"/><Relationship Id="rId5" Type="http://schemas.openxmlformats.org/officeDocument/2006/relationships/image" Target="../media/image634.wmf"/><Relationship Id="rId4" Type="http://schemas.openxmlformats.org/officeDocument/2006/relationships/image" Target="../media/image633.wmf"/><Relationship Id="rId3" Type="http://schemas.openxmlformats.org/officeDocument/2006/relationships/image" Target="../media/image632.wmf"/><Relationship Id="rId2" Type="http://schemas.openxmlformats.org/officeDocument/2006/relationships/image" Target="../media/image631.wmf"/><Relationship Id="rId1" Type="http://schemas.openxmlformats.org/officeDocument/2006/relationships/image" Target="../media/image630.emf"/></Relationships>
</file>

<file path=ppt/drawings/_rels/vmlDrawing151.vml.rels><?xml version="1.0" encoding="UTF-8" standalone="yes"?>
<Relationships xmlns="http://schemas.openxmlformats.org/package/2006/relationships"><Relationship Id="rId9" Type="http://schemas.openxmlformats.org/officeDocument/2006/relationships/image" Target="../media/image676.emf"/><Relationship Id="rId8" Type="http://schemas.openxmlformats.org/officeDocument/2006/relationships/image" Target="../media/image675.wmf"/><Relationship Id="rId7" Type="http://schemas.openxmlformats.org/officeDocument/2006/relationships/image" Target="../media/image636.wmf"/><Relationship Id="rId6" Type="http://schemas.openxmlformats.org/officeDocument/2006/relationships/image" Target="../media/image635.wmf"/><Relationship Id="rId5" Type="http://schemas.openxmlformats.org/officeDocument/2006/relationships/image" Target="../media/image634.wmf"/><Relationship Id="rId4" Type="http://schemas.openxmlformats.org/officeDocument/2006/relationships/image" Target="../media/image633.wmf"/><Relationship Id="rId3" Type="http://schemas.openxmlformats.org/officeDocument/2006/relationships/image" Target="../media/image632.wmf"/><Relationship Id="rId2" Type="http://schemas.openxmlformats.org/officeDocument/2006/relationships/image" Target="../media/image631.wmf"/><Relationship Id="rId1" Type="http://schemas.openxmlformats.org/officeDocument/2006/relationships/image" Target="../media/image630.emf"/></Relationships>
</file>

<file path=ppt/drawings/_rels/vmlDrawing152.vml.rels><?xml version="1.0" encoding="UTF-8" standalone="yes"?>
<Relationships xmlns="http://schemas.openxmlformats.org/package/2006/relationships"><Relationship Id="rId9" Type="http://schemas.openxmlformats.org/officeDocument/2006/relationships/image" Target="../media/image677.wmf"/><Relationship Id="rId8" Type="http://schemas.openxmlformats.org/officeDocument/2006/relationships/image" Target="../media/image676.emf"/><Relationship Id="rId7" Type="http://schemas.openxmlformats.org/officeDocument/2006/relationships/image" Target="../media/image636.wmf"/><Relationship Id="rId6" Type="http://schemas.openxmlformats.org/officeDocument/2006/relationships/image" Target="../media/image635.wmf"/><Relationship Id="rId5" Type="http://schemas.openxmlformats.org/officeDocument/2006/relationships/image" Target="../media/image634.wmf"/><Relationship Id="rId4" Type="http://schemas.openxmlformats.org/officeDocument/2006/relationships/image" Target="../media/image633.wmf"/><Relationship Id="rId3" Type="http://schemas.openxmlformats.org/officeDocument/2006/relationships/image" Target="../media/image632.wmf"/><Relationship Id="rId2" Type="http://schemas.openxmlformats.org/officeDocument/2006/relationships/image" Target="../media/image631.wmf"/><Relationship Id="rId1" Type="http://schemas.openxmlformats.org/officeDocument/2006/relationships/image" Target="../media/image630.emf"/></Relationships>
</file>

<file path=ppt/drawings/_rels/vmlDrawing153.vml.rels><?xml version="1.0" encoding="UTF-8" standalone="yes"?>
<Relationships xmlns="http://schemas.openxmlformats.org/package/2006/relationships"><Relationship Id="rId1" Type="http://schemas.openxmlformats.org/officeDocument/2006/relationships/image" Target="../media/image637.png"/></Relationships>
</file>

<file path=ppt/drawings/_rels/vmlDrawing154.vml.rels><?xml version="1.0" encoding="UTF-8" standalone="yes"?>
<Relationships xmlns="http://schemas.openxmlformats.org/package/2006/relationships"><Relationship Id="rId2" Type="http://schemas.openxmlformats.org/officeDocument/2006/relationships/image" Target="../media/image637.png"/><Relationship Id="rId1" Type="http://schemas.openxmlformats.org/officeDocument/2006/relationships/image" Target="../media/image678.png"/></Relationships>
</file>

<file path=ppt/drawings/_rels/vmlDrawing155.vml.rels><?xml version="1.0" encoding="UTF-8" standalone="yes"?>
<Relationships xmlns="http://schemas.openxmlformats.org/package/2006/relationships"><Relationship Id="rId2" Type="http://schemas.openxmlformats.org/officeDocument/2006/relationships/image" Target="../media/image679.wmf"/><Relationship Id="rId1" Type="http://schemas.openxmlformats.org/officeDocument/2006/relationships/image" Target="../media/image678.png"/></Relationships>
</file>

<file path=ppt/drawings/_rels/vmlDrawing156.vml.rels><?xml version="1.0" encoding="UTF-8" standalone="yes"?>
<Relationships xmlns="http://schemas.openxmlformats.org/package/2006/relationships"><Relationship Id="rId3" Type="http://schemas.openxmlformats.org/officeDocument/2006/relationships/image" Target="../media/image681.wmf"/><Relationship Id="rId2" Type="http://schemas.openxmlformats.org/officeDocument/2006/relationships/image" Target="../media/image680.wmf"/><Relationship Id="rId1" Type="http://schemas.openxmlformats.org/officeDocument/2006/relationships/image" Target="../media/image678.png"/></Relationships>
</file>

<file path=ppt/drawings/_rels/vmlDrawing157.vml.rels><?xml version="1.0" encoding="UTF-8" standalone="yes"?>
<Relationships xmlns="http://schemas.openxmlformats.org/package/2006/relationships"><Relationship Id="rId3" Type="http://schemas.openxmlformats.org/officeDocument/2006/relationships/image" Target="../media/image683.wmf"/><Relationship Id="rId2" Type="http://schemas.openxmlformats.org/officeDocument/2006/relationships/image" Target="../media/image682.wmf"/><Relationship Id="rId1" Type="http://schemas.openxmlformats.org/officeDocument/2006/relationships/image" Target="../media/image678.png"/></Relationships>
</file>

<file path=ppt/drawings/_rels/vmlDrawing158.vml.rels><?xml version="1.0" encoding="UTF-8" standalone="yes"?>
<Relationships xmlns="http://schemas.openxmlformats.org/package/2006/relationships"><Relationship Id="rId6" Type="http://schemas.openxmlformats.org/officeDocument/2006/relationships/image" Target="../media/image688.wmf"/><Relationship Id="rId5" Type="http://schemas.openxmlformats.org/officeDocument/2006/relationships/image" Target="../media/image687.wmf"/><Relationship Id="rId4" Type="http://schemas.openxmlformats.org/officeDocument/2006/relationships/image" Target="../media/image686.wmf"/><Relationship Id="rId3" Type="http://schemas.openxmlformats.org/officeDocument/2006/relationships/image" Target="../media/image685.wmf"/><Relationship Id="rId2" Type="http://schemas.openxmlformats.org/officeDocument/2006/relationships/image" Target="../media/image684.wmf"/><Relationship Id="rId1" Type="http://schemas.openxmlformats.org/officeDocument/2006/relationships/image" Target="../media/image678.png"/></Relationships>
</file>

<file path=ppt/drawings/_rels/vmlDrawing159.vml.rels><?xml version="1.0" encoding="UTF-8" standalone="yes"?>
<Relationships xmlns="http://schemas.openxmlformats.org/package/2006/relationships"><Relationship Id="rId9" Type="http://schemas.openxmlformats.org/officeDocument/2006/relationships/image" Target="../media/image697.wmf"/><Relationship Id="rId8" Type="http://schemas.openxmlformats.org/officeDocument/2006/relationships/image" Target="../media/image696.wmf"/><Relationship Id="rId7" Type="http://schemas.openxmlformats.org/officeDocument/2006/relationships/image" Target="../media/image695.wmf"/><Relationship Id="rId6" Type="http://schemas.openxmlformats.org/officeDocument/2006/relationships/image" Target="../media/image694.wmf"/><Relationship Id="rId5" Type="http://schemas.openxmlformats.org/officeDocument/2006/relationships/image" Target="../media/image693.wmf"/><Relationship Id="rId4" Type="http://schemas.openxmlformats.org/officeDocument/2006/relationships/image" Target="../media/image692.wmf"/><Relationship Id="rId3" Type="http://schemas.openxmlformats.org/officeDocument/2006/relationships/image" Target="../media/image691.wmf"/><Relationship Id="rId2" Type="http://schemas.openxmlformats.org/officeDocument/2006/relationships/image" Target="../media/image690.wmf"/><Relationship Id="rId11" Type="http://schemas.openxmlformats.org/officeDocument/2006/relationships/image" Target="../media/image699.wmf"/><Relationship Id="rId10" Type="http://schemas.openxmlformats.org/officeDocument/2006/relationships/image" Target="../media/image698.wmf"/><Relationship Id="rId1" Type="http://schemas.openxmlformats.org/officeDocument/2006/relationships/image" Target="../media/image689.wmf"/></Relationships>
</file>

<file path=ppt/drawings/_rels/vmlDrawing160.vml.rels><?xml version="1.0" encoding="UTF-8" standalone="yes"?>
<Relationships xmlns="http://schemas.openxmlformats.org/package/2006/relationships"><Relationship Id="rId5" Type="http://schemas.openxmlformats.org/officeDocument/2006/relationships/image" Target="../media/image701.wmf"/><Relationship Id="rId4" Type="http://schemas.openxmlformats.org/officeDocument/2006/relationships/image" Target="../media/image700.wmf"/><Relationship Id="rId3" Type="http://schemas.openxmlformats.org/officeDocument/2006/relationships/image" Target="../media/image640.emf"/><Relationship Id="rId2" Type="http://schemas.openxmlformats.org/officeDocument/2006/relationships/image" Target="../media/image639.emf"/><Relationship Id="rId1" Type="http://schemas.openxmlformats.org/officeDocument/2006/relationships/image" Target="../media/image638.emf"/></Relationships>
</file>

<file path=ppt/drawings/_rels/vmlDrawing161.vml.rels><?xml version="1.0" encoding="UTF-8" standalone="yes"?>
<Relationships xmlns="http://schemas.openxmlformats.org/package/2006/relationships"><Relationship Id="rId7" Type="http://schemas.openxmlformats.org/officeDocument/2006/relationships/image" Target="../media/image705.wmf"/><Relationship Id="rId6" Type="http://schemas.openxmlformats.org/officeDocument/2006/relationships/image" Target="../media/image704.wmf"/><Relationship Id="rId5" Type="http://schemas.openxmlformats.org/officeDocument/2006/relationships/image" Target="../media/image703.wmf"/><Relationship Id="rId4" Type="http://schemas.openxmlformats.org/officeDocument/2006/relationships/image" Target="../media/image702.wmf"/><Relationship Id="rId3" Type="http://schemas.openxmlformats.org/officeDocument/2006/relationships/image" Target="../media/image640.emf"/><Relationship Id="rId2" Type="http://schemas.openxmlformats.org/officeDocument/2006/relationships/image" Target="../media/image639.emf"/><Relationship Id="rId1" Type="http://schemas.openxmlformats.org/officeDocument/2006/relationships/image" Target="../media/image638.emf"/></Relationships>
</file>

<file path=ppt/drawings/_rels/vmlDrawing162.vml.rels><?xml version="1.0" encoding="UTF-8" standalone="yes"?>
<Relationships xmlns="http://schemas.openxmlformats.org/package/2006/relationships"><Relationship Id="rId5" Type="http://schemas.openxmlformats.org/officeDocument/2006/relationships/image" Target="../media/image707.wmf"/><Relationship Id="rId4" Type="http://schemas.openxmlformats.org/officeDocument/2006/relationships/image" Target="../media/image706.wmf"/><Relationship Id="rId3" Type="http://schemas.openxmlformats.org/officeDocument/2006/relationships/image" Target="../media/image640.emf"/><Relationship Id="rId2" Type="http://schemas.openxmlformats.org/officeDocument/2006/relationships/image" Target="../media/image639.emf"/><Relationship Id="rId1" Type="http://schemas.openxmlformats.org/officeDocument/2006/relationships/image" Target="../media/image638.emf"/></Relationships>
</file>

<file path=ppt/drawings/_rels/vmlDrawing163.vml.rels><?xml version="1.0" encoding="UTF-8" standalone="yes"?>
<Relationships xmlns="http://schemas.openxmlformats.org/package/2006/relationships"><Relationship Id="rId5" Type="http://schemas.openxmlformats.org/officeDocument/2006/relationships/image" Target="../media/image712.wmf"/><Relationship Id="rId4" Type="http://schemas.openxmlformats.org/officeDocument/2006/relationships/image" Target="../media/image711.wmf"/><Relationship Id="rId3" Type="http://schemas.openxmlformats.org/officeDocument/2006/relationships/image" Target="../media/image710.wmf"/><Relationship Id="rId2" Type="http://schemas.openxmlformats.org/officeDocument/2006/relationships/image" Target="../media/image709.wmf"/><Relationship Id="rId1" Type="http://schemas.openxmlformats.org/officeDocument/2006/relationships/image" Target="../media/image708.wmf"/></Relationships>
</file>

<file path=ppt/drawings/_rels/vmlDrawing164.vml.rels><?xml version="1.0" encoding="UTF-8" standalone="yes"?>
<Relationships xmlns="http://schemas.openxmlformats.org/package/2006/relationships"><Relationship Id="rId3" Type="http://schemas.openxmlformats.org/officeDocument/2006/relationships/image" Target="../media/image714.wmf"/><Relationship Id="rId2" Type="http://schemas.openxmlformats.org/officeDocument/2006/relationships/image" Target="../media/image713.wmf"/><Relationship Id="rId1" Type="http://schemas.openxmlformats.org/officeDocument/2006/relationships/image" Target="../media/image641.emf"/></Relationships>
</file>

<file path=ppt/drawings/_rels/vmlDrawing165.vml.rels><?xml version="1.0" encoding="UTF-8" standalone="yes"?>
<Relationships xmlns="http://schemas.openxmlformats.org/package/2006/relationships"><Relationship Id="rId5" Type="http://schemas.openxmlformats.org/officeDocument/2006/relationships/image" Target="../media/image718.emf"/><Relationship Id="rId4" Type="http://schemas.openxmlformats.org/officeDocument/2006/relationships/image" Target="../media/image717.wmf"/><Relationship Id="rId3" Type="http://schemas.openxmlformats.org/officeDocument/2006/relationships/image" Target="../media/image716.wmf"/><Relationship Id="rId2" Type="http://schemas.openxmlformats.org/officeDocument/2006/relationships/image" Target="../media/image715.emf"/><Relationship Id="rId1" Type="http://schemas.openxmlformats.org/officeDocument/2006/relationships/image" Target="../media/image641.emf"/></Relationships>
</file>

<file path=ppt/drawings/_rels/vmlDrawing166.vml.rels><?xml version="1.0" encoding="UTF-8" standalone="yes"?>
<Relationships xmlns="http://schemas.openxmlformats.org/package/2006/relationships"><Relationship Id="rId5" Type="http://schemas.openxmlformats.org/officeDocument/2006/relationships/image" Target="../media/image721.wmf"/><Relationship Id="rId4" Type="http://schemas.openxmlformats.org/officeDocument/2006/relationships/image" Target="../media/image720.wmf"/><Relationship Id="rId3" Type="http://schemas.openxmlformats.org/officeDocument/2006/relationships/image" Target="../media/image719.wmf"/><Relationship Id="rId2" Type="http://schemas.openxmlformats.org/officeDocument/2006/relationships/image" Target="../media/image718.emf"/><Relationship Id="rId1" Type="http://schemas.openxmlformats.org/officeDocument/2006/relationships/image" Target="../media/image641.emf"/></Relationships>
</file>

<file path=ppt/drawings/_rels/vmlDrawing167.vml.rels><?xml version="1.0" encoding="UTF-8" standalone="yes"?>
<Relationships xmlns="http://schemas.openxmlformats.org/package/2006/relationships"><Relationship Id="rId9" Type="http://schemas.openxmlformats.org/officeDocument/2006/relationships/image" Target="../media/image730.wmf"/><Relationship Id="rId8" Type="http://schemas.openxmlformats.org/officeDocument/2006/relationships/image" Target="../media/image729.wmf"/><Relationship Id="rId7" Type="http://schemas.openxmlformats.org/officeDocument/2006/relationships/image" Target="../media/image728.wmf"/><Relationship Id="rId6" Type="http://schemas.openxmlformats.org/officeDocument/2006/relationships/image" Target="../media/image727.wmf"/><Relationship Id="rId5" Type="http://schemas.openxmlformats.org/officeDocument/2006/relationships/image" Target="../media/image726.wmf"/><Relationship Id="rId4" Type="http://schemas.openxmlformats.org/officeDocument/2006/relationships/image" Target="../media/image725.wmf"/><Relationship Id="rId3" Type="http://schemas.openxmlformats.org/officeDocument/2006/relationships/image" Target="../media/image724.wmf"/><Relationship Id="rId2" Type="http://schemas.openxmlformats.org/officeDocument/2006/relationships/image" Target="../media/image723.wmf"/><Relationship Id="rId11" Type="http://schemas.openxmlformats.org/officeDocument/2006/relationships/image" Target="../media/image732.wmf"/><Relationship Id="rId10" Type="http://schemas.openxmlformats.org/officeDocument/2006/relationships/image" Target="../media/image731.wmf"/><Relationship Id="rId1" Type="http://schemas.openxmlformats.org/officeDocument/2006/relationships/image" Target="../media/image722.wmf"/></Relationships>
</file>

<file path=ppt/drawings/_rels/vmlDrawing168.vml.rels><?xml version="1.0" encoding="UTF-8" standalone="yes"?>
<Relationships xmlns="http://schemas.openxmlformats.org/package/2006/relationships"><Relationship Id="rId5" Type="http://schemas.openxmlformats.org/officeDocument/2006/relationships/image" Target="../media/image737.wmf"/><Relationship Id="rId4" Type="http://schemas.openxmlformats.org/officeDocument/2006/relationships/image" Target="../media/image736.wmf"/><Relationship Id="rId3" Type="http://schemas.openxmlformats.org/officeDocument/2006/relationships/image" Target="../media/image735.wmf"/><Relationship Id="rId2" Type="http://schemas.openxmlformats.org/officeDocument/2006/relationships/image" Target="../media/image734.wmf"/><Relationship Id="rId1" Type="http://schemas.openxmlformats.org/officeDocument/2006/relationships/image" Target="../media/image733.wmf"/></Relationships>
</file>

<file path=ppt/drawings/_rels/vmlDrawing169.vml.rels><?xml version="1.0" encoding="UTF-8" standalone="yes"?>
<Relationships xmlns="http://schemas.openxmlformats.org/package/2006/relationships"><Relationship Id="rId5" Type="http://schemas.openxmlformats.org/officeDocument/2006/relationships/image" Target="../media/image742.wmf"/><Relationship Id="rId4" Type="http://schemas.openxmlformats.org/officeDocument/2006/relationships/image" Target="../media/image741.wmf"/><Relationship Id="rId3" Type="http://schemas.openxmlformats.org/officeDocument/2006/relationships/image" Target="../media/image740.wmf"/><Relationship Id="rId2" Type="http://schemas.openxmlformats.org/officeDocument/2006/relationships/image" Target="../media/image739.wmf"/><Relationship Id="rId1" Type="http://schemas.openxmlformats.org/officeDocument/2006/relationships/image" Target="../media/image738.wmf"/></Relationships>
</file>

<file path=ppt/drawings/_rels/vmlDrawing170.vml.rels><?xml version="1.0" encoding="UTF-8" standalone="yes"?>
<Relationships xmlns="http://schemas.openxmlformats.org/package/2006/relationships"><Relationship Id="rId6" Type="http://schemas.openxmlformats.org/officeDocument/2006/relationships/image" Target="../media/image748.wmf"/><Relationship Id="rId5" Type="http://schemas.openxmlformats.org/officeDocument/2006/relationships/image" Target="../media/image747.wmf"/><Relationship Id="rId4" Type="http://schemas.openxmlformats.org/officeDocument/2006/relationships/image" Target="../media/image746.wmf"/><Relationship Id="rId3" Type="http://schemas.openxmlformats.org/officeDocument/2006/relationships/image" Target="../media/image745.wmf"/><Relationship Id="rId2" Type="http://schemas.openxmlformats.org/officeDocument/2006/relationships/image" Target="../media/image744.wmf"/><Relationship Id="rId1" Type="http://schemas.openxmlformats.org/officeDocument/2006/relationships/image" Target="../media/image743.wmf"/></Relationships>
</file>

<file path=ppt/drawings/_rels/vmlDrawing171.vml.rels><?xml version="1.0" encoding="UTF-8" standalone="yes"?>
<Relationships xmlns="http://schemas.openxmlformats.org/package/2006/relationships"><Relationship Id="rId9" Type="http://schemas.openxmlformats.org/officeDocument/2006/relationships/image" Target="../media/image757.wmf"/><Relationship Id="rId8" Type="http://schemas.openxmlformats.org/officeDocument/2006/relationships/image" Target="../media/image756.wmf"/><Relationship Id="rId7" Type="http://schemas.openxmlformats.org/officeDocument/2006/relationships/image" Target="../media/image755.wmf"/><Relationship Id="rId6" Type="http://schemas.openxmlformats.org/officeDocument/2006/relationships/image" Target="../media/image754.wmf"/><Relationship Id="rId5" Type="http://schemas.openxmlformats.org/officeDocument/2006/relationships/image" Target="../media/image753.wmf"/><Relationship Id="rId4" Type="http://schemas.openxmlformats.org/officeDocument/2006/relationships/image" Target="../media/image752.wmf"/><Relationship Id="rId3" Type="http://schemas.openxmlformats.org/officeDocument/2006/relationships/image" Target="../media/image751.wmf"/><Relationship Id="rId2" Type="http://schemas.openxmlformats.org/officeDocument/2006/relationships/image" Target="../media/image750.wmf"/><Relationship Id="rId15" Type="http://schemas.openxmlformats.org/officeDocument/2006/relationships/image" Target="../media/image763.wmf"/><Relationship Id="rId14" Type="http://schemas.openxmlformats.org/officeDocument/2006/relationships/image" Target="../media/image762.wmf"/><Relationship Id="rId13" Type="http://schemas.openxmlformats.org/officeDocument/2006/relationships/image" Target="../media/image761.wmf"/><Relationship Id="rId12" Type="http://schemas.openxmlformats.org/officeDocument/2006/relationships/image" Target="../media/image760.wmf"/><Relationship Id="rId11" Type="http://schemas.openxmlformats.org/officeDocument/2006/relationships/image" Target="../media/image759.wmf"/><Relationship Id="rId10" Type="http://schemas.openxmlformats.org/officeDocument/2006/relationships/image" Target="../media/image758.wmf"/><Relationship Id="rId1" Type="http://schemas.openxmlformats.org/officeDocument/2006/relationships/image" Target="../media/image749.wmf"/></Relationships>
</file>

<file path=ppt/drawings/_rels/vmlDrawing172.vml.rels><?xml version="1.0" encoding="UTF-8" standalone="yes"?>
<Relationships xmlns="http://schemas.openxmlformats.org/package/2006/relationships"><Relationship Id="rId9" Type="http://schemas.openxmlformats.org/officeDocument/2006/relationships/image" Target="../media/image763.wmf"/><Relationship Id="rId8" Type="http://schemas.openxmlformats.org/officeDocument/2006/relationships/image" Target="../media/image762.wmf"/><Relationship Id="rId7" Type="http://schemas.openxmlformats.org/officeDocument/2006/relationships/image" Target="../media/image761.wmf"/><Relationship Id="rId6" Type="http://schemas.openxmlformats.org/officeDocument/2006/relationships/image" Target="../media/image760.wmf"/><Relationship Id="rId5" Type="http://schemas.openxmlformats.org/officeDocument/2006/relationships/image" Target="../media/image758.wmf"/><Relationship Id="rId4" Type="http://schemas.openxmlformats.org/officeDocument/2006/relationships/image" Target="../media/image757.wmf"/><Relationship Id="rId3" Type="http://schemas.openxmlformats.org/officeDocument/2006/relationships/image" Target="../media/image751.wmf"/><Relationship Id="rId2" Type="http://schemas.openxmlformats.org/officeDocument/2006/relationships/image" Target="../media/image750.wmf"/><Relationship Id="rId14" Type="http://schemas.openxmlformats.org/officeDocument/2006/relationships/image" Target="../media/image755.wmf"/><Relationship Id="rId13" Type="http://schemas.openxmlformats.org/officeDocument/2006/relationships/image" Target="../media/image767.wmf"/><Relationship Id="rId12" Type="http://schemas.openxmlformats.org/officeDocument/2006/relationships/image" Target="../media/image766.wmf"/><Relationship Id="rId11" Type="http://schemas.openxmlformats.org/officeDocument/2006/relationships/image" Target="../media/image765.wmf"/><Relationship Id="rId10" Type="http://schemas.openxmlformats.org/officeDocument/2006/relationships/image" Target="../media/image764.wmf"/><Relationship Id="rId1" Type="http://schemas.openxmlformats.org/officeDocument/2006/relationships/image" Target="../media/image749.wmf"/></Relationships>
</file>

<file path=ppt/drawings/_rels/vmlDrawing173.vml.rels><?xml version="1.0" encoding="UTF-8" standalone="yes"?>
<Relationships xmlns="http://schemas.openxmlformats.org/package/2006/relationships"><Relationship Id="rId4" Type="http://schemas.openxmlformats.org/officeDocument/2006/relationships/image" Target="../media/image771.wmf"/><Relationship Id="rId3" Type="http://schemas.openxmlformats.org/officeDocument/2006/relationships/image" Target="../media/image770.wmf"/><Relationship Id="rId2" Type="http://schemas.openxmlformats.org/officeDocument/2006/relationships/image" Target="../media/image769.wmf"/><Relationship Id="rId1" Type="http://schemas.openxmlformats.org/officeDocument/2006/relationships/image" Target="../media/image768.wmf"/></Relationships>
</file>

<file path=ppt/drawings/_rels/vmlDrawing174.vml.rels><?xml version="1.0" encoding="UTF-8" standalone="yes"?>
<Relationships xmlns="http://schemas.openxmlformats.org/package/2006/relationships"><Relationship Id="rId9" Type="http://schemas.openxmlformats.org/officeDocument/2006/relationships/image" Target="../media/image780.wmf"/><Relationship Id="rId8" Type="http://schemas.openxmlformats.org/officeDocument/2006/relationships/image" Target="../media/image779.wmf"/><Relationship Id="rId7" Type="http://schemas.openxmlformats.org/officeDocument/2006/relationships/image" Target="../media/image778.wmf"/><Relationship Id="rId6" Type="http://schemas.openxmlformats.org/officeDocument/2006/relationships/image" Target="../media/image777.wmf"/><Relationship Id="rId5" Type="http://schemas.openxmlformats.org/officeDocument/2006/relationships/image" Target="../media/image776.wmf"/><Relationship Id="rId4" Type="http://schemas.openxmlformats.org/officeDocument/2006/relationships/image" Target="../media/image775.wmf"/><Relationship Id="rId3" Type="http://schemas.openxmlformats.org/officeDocument/2006/relationships/image" Target="../media/image774.wmf"/><Relationship Id="rId2" Type="http://schemas.openxmlformats.org/officeDocument/2006/relationships/image" Target="../media/image773.wmf"/><Relationship Id="rId10" Type="http://schemas.openxmlformats.org/officeDocument/2006/relationships/image" Target="../media/image781.wmf"/><Relationship Id="rId1" Type="http://schemas.openxmlformats.org/officeDocument/2006/relationships/image" Target="../media/image772.wmf"/></Relationships>
</file>

<file path=ppt/drawings/_rels/vmlDrawing175.vml.rels><?xml version="1.0" encoding="UTF-8" standalone="yes"?>
<Relationships xmlns="http://schemas.openxmlformats.org/package/2006/relationships"><Relationship Id="rId6" Type="http://schemas.openxmlformats.org/officeDocument/2006/relationships/image" Target="../media/image785.wmf"/><Relationship Id="rId5" Type="http://schemas.openxmlformats.org/officeDocument/2006/relationships/image" Target="../media/image784.wmf"/><Relationship Id="rId4" Type="http://schemas.openxmlformats.org/officeDocument/2006/relationships/image" Target="../media/image783.wmf"/><Relationship Id="rId3" Type="http://schemas.openxmlformats.org/officeDocument/2006/relationships/image" Target="../media/image782.wmf"/><Relationship Id="rId2" Type="http://schemas.openxmlformats.org/officeDocument/2006/relationships/image" Target="../media/image643.wmf"/><Relationship Id="rId1" Type="http://schemas.openxmlformats.org/officeDocument/2006/relationships/image" Target="../media/image642.wmf"/></Relationships>
</file>

<file path=ppt/drawings/_rels/vmlDrawing176.vml.rels><?xml version="1.0" encoding="UTF-8" standalone="yes"?>
<Relationships xmlns="http://schemas.openxmlformats.org/package/2006/relationships"><Relationship Id="rId5" Type="http://schemas.openxmlformats.org/officeDocument/2006/relationships/image" Target="../media/image788.wmf"/><Relationship Id="rId4" Type="http://schemas.openxmlformats.org/officeDocument/2006/relationships/image" Target="../media/image787.wmf"/><Relationship Id="rId3" Type="http://schemas.openxmlformats.org/officeDocument/2006/relationships/image" Target="../media/image786.wmf"/><Relationship Id="rId2" Type="http://schemas.openxmlformats.org/officeDocument/2006/relationships/image" Target="../media/image645.wmf"/><Relationship Id="rId1" Type="http://schemas.openxmlformats.org/officeDocument/2006/relationships/image" Target="../media/image644.emf"/></Relationships>
</file>

<file path=ppt/drawings/_rels/vmlDrawing177.vml.rels><?xml version="1.0" encoding="UTF-8" standalone="yes"?>
<Relationships xmlns="http://schemas.openxmlformats.org/package/2006/relationships"><Relationship Id="rId6" Type="http://schemas.openxmlformats.org/officeDocument/2006/relationships/image" Target="../media/image794.wmf"/><Relationship Id="rId5" Type="http://schemas.openxmlformats.org/officeDocument/2006/relationships/image" Target="../media/image793.wmf"/><Relationship Id="rId4" Type="http://schemas.openxmlformats.org/officeDocument/2006/relationships/image" Target="../media/image792.wmf"/><Relationship Id="rId3" Type="http://schemas.openxmlformats.org/officeDocument/2006/relationships/image" Target="../media/image791.wmf"/><Relationship Id="rId2" Type="http://schemas.openxmlformats.org/officeDocument/2006/relationships/image" Target="../media/image790.wmf"/><Relationship Id="rId1" Type="http://schemas.openxmlformats.org/officeDocument/2006/relationships/image" Target="../media/image789.wmf"/></Relationships>
</file>

<file path=ppt/drawings/_rels/vmlDrawing178.vml.rels><?xml version="1.0" encoding="UTF-8" standalone="yes"?>
<Relationships xmlns="http://schemas.openxmlformats.org/package/2006/relationships"><Relationship Id="rId4" Type="http://schemas.openxmlformats.org/officeDocument/2006/relationships/image" Target="../media/image798.wmf"/><Relationship Id="rId3" Type="http://schemas.openxmlformats.org/officeDocument/2006/relationships/image" Target="../media/image797.wmf"/><Relationship Id="rId2" Type="http://schemas.openxmlformats.org/officeDocument/2006/relationships/image" Target="../media/image796.wmf"/><Relationship Id="rId1" Type="http://schemas.openxmlformats.org/officeDocument/2006/relationships/image" Target="../media/image795.wmf"/></Relationships>
</file>

<file path=ppt/drawings/_rels/vmlDrawing179.v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wmf"/><Relationship Id="rId2" Type="http://schemas.openxmlformats.org/officeDocument/2006/relationships/image" Target="../media/image800.wmf"/><Relationship Id="rId1" Type="http://schemas.openxmlformats.org/officeDocument/2006/relationships/image" Target="../media/image799.wmf"/></Relationships>
</file>

<file path=ppt/drawings/_rels/vmlDrawing180.vml.rels><?xml version="1.0" encoding="UTF-8" standalone="yes"?>
<Relationships xmlns="http://schemas.openxmlformats.org/package/2006/relationships"><Relationship Id="rId1" Type="http://schemas.openxmlformats.org/officeDocument/2006/relationships/image" Target="../media/image802.wmf"/></Relationships>
</file>

<file path=ppt/drawings/_rels/vmlDrawing181.vml.rels><?xml version="1.0" encoding="UTF-8" standalone="yes"?>
<Relationships xmlns="http://schemas.openxmlformats.org/package/2006/relationships"><Relationship Id="rId7" Type="http://schemas.openxmlformats.org/officeDocument/2006/relationships/image" Target="../media/image809.wmf"/><Relationship Id="rId6" Type="http://schemas.openxmlformats.org/officeDocument/2006/relationships/image" Target="../media/image808.wmf"/><Relationship Id="rId5" Type="http://schemas.openxmlformats.org/officeDocument/2006/relationships/image" Target="../media/image807.wmf"/><Relationship Id="rId4" Type="http://schemas.openxmlformats.org/officeDocument/2006/relationships/image" Target="../media/image806.wmf"/><Relationship Id="rId3" Type="http://schemas.openxmlformats.org/officeDocument/2006/relationships/image" Target="../media/image805.wmf"/><Relationship Id="rId2" Type="http://schemas.openxmlformats.org/officeDocument/2006/relationships/image" Target="../media/image804.wmf"/><Relationship Id="rId1" Type="http://schemas.openxmlformats.org/officeDocument/2006/relationships/image" Target="../media/image803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13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13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DF3B771-75AE-4701-AB56-0D67AC722411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9430091"/>
            <a:ext cx="2945659" cy="49813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50443" y="9430091"/>
            <a:ext cx="2945659" cy="49813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567C651-F687-44D5-94B4-3A516A105EAE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5659" cy="49641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l" eaLnBrk="1" hangingPunct="1">
              <a:defRPr kumimoji="1" sz="12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2905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50443" y="0"/>
            <a:ext cx="2945659" cy="49641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 eaLnBrk="1" hangingPunct="1">
              <a:defRPr kumimoji="1" sz="12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07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0488" y="744538"/>
            <a:ext cx="6616700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2906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768" y="4715907"/>
            <a:ext cx="5438140" cy="446770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noProof="0"/>
              <a:t>单击此处编辑母版文本样式</a:t>
            </a:r>
            <a:endParaRPr lang="zh-CN" altLang="en-US" noProof="0"/>
          </a:p>
          <a:p>
            <a:pPr lvl="1"/>
            <a:r>
              <a:rPr lang="zh-CN" altLang="en-US" noProof="0"/>
              <a:t>第二级</a:t>
            </a:r>
            <a:endParaRPr lang="zh-CN" altLang="en-US" noProof="0"/>
          </a:p>
          <a:p>
            <a:pPr lvl="2"/>
            <a:r>
              <a:rPr lang="zh-CN" altLang="en-US" noProof="0"/>
              <a:t>第三级</a:t>
            </a:r>
            <a:endParaRPr lang="zh-CN" altLang="en-US" noProof="0"/>
          </a:p>
          <a:p>
            <a:pPr lvl="3"/>
            <a:r>
              <a:rPr lang="zh-CN" altLang="en-US" noProof="0"/>
              <a:t>第四级</a:t>
            </a:r>
            <a:endParaRPr lang="zh-CN" altLang="en-US" noProof="0"/>
          </a:p>
          <a:p>
            <a:pPr lvl="4"/>
            <a:r>
              <a:rPr lang="zh-CN" altLang="en-US" noProof="0"/>
              <a:t>第五级</a:t>
            </a:r>
            <a:endParaRPr lang="zh-CN" altLang="en-US" noProof="0"/>
          </a:p>
        </p:txBody>
      </p:sp>
      <p:sp>
        <p:nvSpPr>
          <p:cNvPr id="42906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30091"/>
            <a:ext cx="2945659" cy="49641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l" eaLnBrk="1" hangingPunct="1">
              <a:defRPr kumimoji="1" sz="12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2906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50443" y="9430091"/>
            <a:ext cx="2945659" cy="49641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r" eaLnBrk="1" hangingPunct="1">
              <a:defRPr kumimoji="1" sz="1200">
                <a:ea typeface="宋体" panose="02010600030101010101" pitchFamily="2" charset="-122"/>
              </a:defRPr>
            </a:lvl1pPr>
          </a:lstStyle>
          <a:p>
            <a:pPr>
              <a:defRPr/>
            </a:pPr>
            <a:fld id="{4ADB5044-9271-4D2D-8128-188002D7EA2E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2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5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6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7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8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9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2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4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7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8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9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0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2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3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4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5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6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7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0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9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2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6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4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5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6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7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8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9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0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2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3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4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5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6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7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8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9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0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2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4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5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6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7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8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9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0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2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3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4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5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6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7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8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5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6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7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8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9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0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2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3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2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5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7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8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3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0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2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3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4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5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6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8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9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0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2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4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5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6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8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9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0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7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b="1" dirty="0"/>
              <a:t>主要内容：</a:t>
            </a:r>
            <a:r>
              <a:rPr lang="en-US" altLang="zh-CN" b="1" dirty="0"/>
              <a:t>1.</a:t>
            </a:r>
            <a:r>
              <a:rPr lang="zh-CN" altLang="en-US" b="1" dirty="0"/>
              <a:t>两种联结方式：星角；</a:t>
            </a:r>
            <a:r>
              <a:rPr lang="en-US" altLang="zh-CN" b="1" dirty="0"/>
              <a:t>2.</a:t>
            </a:r>
            <a:r>
              <a:rPr lang="zh-CN" altLang="en-US" b="1" dirty="0"/>
              <a:t>两套概念：相线；</a:t>
            </a:r>
            <a:r>
              <a:rPr lang="en-US" altLang="zh-CN" b="1" dirty="0"/>
              <a:t>3.</a:t>
            </a:r>
            <a:r>
              <a:rPr lang="zh-CN" altLang="en-US" b="1" dirty="0"/>
              <a:t>两类负载结构：对称不对称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b="1" dirty="0"/>
              <a:t>世界最大单机容量</a:t>
            </a:r>
            <a:r>
              <a:rPr kumimoji="1" lang="en-US" altLang="zh-CN" sz="1200" b="1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80</a:t>
            </a:r>
            <a:r>
              <a:rPr kumimoji="1" lang="zh-CN" altLang="en-US" sz="1200" b="1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万千瓦</a:t>
            </a:r>
            <a:r>
              <a:rPr lang="zh-CN" altLang="en-US" b="1" dirty="0"/>
              <a:t>的水轮发电机组</a:t>
            </a:r>
            <a:r>
              <a:rPr lang="en-US" altLang="zh-CN" b="1" dirty="0"/>
              <a:t>——</a:t>
            </a:r>
            <a:r>
              <a:rPr lang="zh-CN" altLang="en-US" b="1" dirty="0"/>
              <a:t>向家坝水电站</a:t>
            </a:r>
            <a:r>
              <a:rPr lang="en-US" altLang="zh-CN" b="1" dirty="0"/>
              <a:t>1</a:t>
            </a:r>
            <a:r>
              <a:rPr lang="zh-CN" altLang="en-US" b="1" dirty="0"/>
              <a:t>号机组转子顺利吊装就位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4ADB5044-9271-4D2D-8128-188002D7EA2E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4ADB5044-9271-4D2D-8128-188002D7EA2E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b="1" dirty="0"/>
              <a:t>火线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phase</a:t>
            </a:r>
            <a:endParaRPr kumimoji="1" lang="zh-CN" altLang="en-US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en-US" altLang="zh-CN" b="1" dirty="0"/>
              <a:t>line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4ADB5044-9271-4D2D-8128-188002D7EA2E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b="1" dirty="0"/>
              <a:t>这心操的。上次看到直流电源这么连接是活活烧死的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b="1" dirty="0"/>
              <a:t>三种情况，同一结果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4ADB5044-9271-4D2D-8128-188002D7EA2E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87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87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87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1" dirty="0"/>
              <a:t>余弦定理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1" dirty="0"/>
              <a:t>找两个一样的人挂到</a:t>
            </a:r>
            <a:r>
              <a:rPr lang="en-US" altLang="zh-CN" b="1" dirty="0"/>
              <a:t>B,C</a:t>
            </a:r>
            <a:r>
              <a:rPr lang="zh-CN" altLang="en-US" b="1" dirty="0"/>
              <a:t>相构成对称三相电路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4ADB5044-9271-4D2D-8128-188002D7EA2E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r>
              <a:rPr lang="zh-CN" altLang="en-US" b="1" dirty="0"/>
              <a:t>如果线路上有对称阻抗？</a:t>
            </a:r>
            <a:endParaRPr lang="zh-CN" altLang="en-US" b="1" dirty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中性线的重要意义；</a:t>
            </a:r>
            <a:endParaRPr lang="zh-CN" altLang="en-US" b="1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(1)</a:t>
            </a: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临近宿舍楼火光冲天</a:t>
            </a:r>
            <a:r>
              <a:rPr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——</a:t>
            </a: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知识改变命运；</a:t>
            </a:r>
            <a:r>
              <a:rPr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(2)</a:t>
            </a: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看谁先短路了</a:t>
            </a:r>
            <a:r>
              <a:rPr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——</a:t>
            </a: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其他专业上电路课，有这个必要吗</a:t>
            </a:r>
            <a:endParaRPr lang="zh-CN" altLang="en-US" b="1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(4)</a:t>
            </a: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串联分压：液晶电视烧毁后灯泡也烧毁</a:t>
            </a:r>
            <a:r>
              <a:rPr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——</a:t>
            </a:r>
            <a:r>
              <a:rPr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做人要厚道</a:t>
            </a:r>
            <a:endParaRPr lang="zh-CN" altLang="en-US" b="1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b="1" dirty="0"/>
              <a:t>电感</a:t>
            </a:r>
            <a:r>
              <a:rPr lang="en-US" altLang="zh-CN" b="1" dirty="0"/>
              <a:t>——</a:t>
            </a:r>
            <a:r>
              <a:rPr lang="zh-CN" altLang="en-US" b="1" dirty="0"/>
              <a:t>下半圆周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b="1" dirty="0"/>
              <a:t>星形？三角形？</a:t>
            </a:r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75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75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85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95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-223838" y="808038"/>
            <a:ext cx="7185026" cy="40417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7711B283-9BDF-4467-9C39-E1F108461355}" type="slidenum">
              <a:rPr kumimoji="1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860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72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b="1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ADB5044-9271-4D2D-8128-188002D7EA2E}" type="slidenum">
              <a:rPr lang="zh-CN" altLang="en-US" smtClean="0"/>
            </a:fld>
            <a:endParaRPr lang="en-US" altLang="zh-CN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70C8681E-90EF-438C-A788-69EF363862E5}" type="slidenum">
              <a:rPr kumimoji="1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-223838" y="808038"/>
            <a:ext cx="7185026" cy="4041775"/>
          </a:xfrm>
        </p:spPr>
      </p:sp>
      <p:sp>
        <p:nvSpPr>
          <p:cNvPr id="645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98384" y="5120362"/>
            <a:ext cx="4941113" cy="4850868"/>
          </a:xfrm>
        </p:spPr>
        <p:txBody>
          <a:bodyPr/>
          <a:lstStyle/>
          <a:p>
            <a:pPr eaLnBrk="1" hangingPunct="1">
              <a:defRPr/>
            </a:pPr>
            <a:endParaRPr lang="zh-CN" altLang="zh-CN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7711B283-9BDF-4467-9C39-E1F108461355}" type="slidenum">
              <a:rPr kumimoji="1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7711B283-9BDF-4467-9C39-E1F108461355}" type="slidenum">
              <a:rPr kumimoji="1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-223838" y="808038"/>
            <a:ext cx="7185026" cy="40417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7711B283-9BDF-4467-9C39-E1F108461355}" type="slidenum">
              <a:rPr kumimoji="1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860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1963" y="3200400"/>
            <a:ext cx="3695700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72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72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972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3500" y="504825"/>
            <a:ext cx="4492625" cy="2527300"/>
          </a:xfrm>
          <a:solidFill>
            <a:srgbClr val="FFFFFF"/>
          </a:solidFill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5950" y="3200400"/>
            <a:ext cx="3387725" cy="3033713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 lIns="64904" tIns="32452" rIns="64904" bIns="32452"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-223838" y="808038"/>
            <a:ext cx="7185026" cy="4041775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zh-CN" alt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7711B283-9BDF-4467-9C39-E1F108461355}" type="slidenum">
              <a:rPr kumimoji="1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</a:fld>
            <a:endParaRPr kumimoji="1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7" name="Rectangle 3"/>
          <p:cNvSpPr>
            <a:spLocks noGrp="1" noChangeArrowheads="1"/>
          </p:cNvSpPr>
          <p:nvPr>
            <p:ph type="ctrTitle"/>
          </p:nvPr>
        </p:nvSpPr>
        <p:spPr>
          <a:xfrm>
            <a:off x="914400" y="1798639"/>
            <a:ext cx="10363200" cy="1470025"/>
          </a:xfrm>
          <a:prstGeom prst="rect">
            <a:avLst/>
          </a:prstGeom>
        </p:spPr>
        <p:txBody>
          <a:bodyPr tIns="45720" anchor="ctr"/>
          <a:lstStyle>
            <a:lvl1pPr>
              <a:defRPr sz="4300">
                <a:solidFill>
                  <a:schemeClr val="tx1"/>
                </a:solidFill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456708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1828800" y="3957638"/>
            <a:ext cx="8534400" cy="1079500"/>
          </a:xfrm>
          <a:prstGeom prst="rect">
            <a:avLst/>
          </a:prstGeom>
        </p:spPr>
        <p:txBody>
          <a:bodyPr anchor="ctr" anchorCtr="1"/>
          <a:lstStyle>
            <a:lvl1pPr marL="0" indent="0" algn="ctr">
              <a:buFontTx/>
              <a:buNone/>
              <a:defRPr sz="2400">
                <a:solidFill>
                  <a:schemeClr val="tx1"/>
                </a:solidFill>
              </a:defRPr>
            </a:lvl1pPr>
          </a:lstStyle>
          <a:p>
            <a:r>
              <a:rPr lang="zh-CN" altLang="en-US" dirty="0"/>
              <a:t>单击此处编辑母版副标题样式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75733" y="1268413"/>
            <a:ext cx="10972800" cy="506571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179388"/>
            <a:ext cx="12192000" cy="688975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575733" y="1268413"/>
            <a:ext cx="5384800" cy="5065712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63733" y="1268413"/>
            <a:ext cx="5384800" cy="5065712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179388"/>
            <a:ext cx="12192000" cy="68897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179388"/>
            <a:ext cx="12192000" cy="688975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575733" y="1268413"/>
            <a:ext cx="10972800" cy="5065712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9144000" y="179389"/>
            <a:ext cx="3048000" cy="6154737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0" y="179389"/>
            <a:ext cx="8940800" cy="6154737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601784" y="404815"/>
            <a:ext cx="10980616" cy="5462587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标题，一项大型内容和两项小型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1784" y="404815"/>
            <a:ext cx="10972800" cy="992187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09600" y="1981200"/>
            <a:ext cx="5392616" cy="38862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6189784" y="1981200"/>
            <a:ext cx="5392616" cy="18669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6189784" y="4000500"/>
            <a:ext cx="5392616" cy="18669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0" y="179388"/>
            <a:ext cx="12192000" cy="688975"/>
          </a:xfrm>
        </p:spPr>
        <p:txBody>
          <a:bodyPr/>
          <a:lstStyle/>
          <a:p>
            <a:r>
              <a:rPr lang="zh-CN" altLang="en-US" noProof="1"/>
              <a:t>单击此处编辑母版标题样式</a:t>
            </a:r>
            <a:endParaRPr lang="zh-CN" altLang="en-US" noProof="1"/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575733" y="1268413"/>
            <a:ext cx="5384800" cy="5065712"/>
          </a:xfrm>
        </p:spPr>
        <p:txBody>
          <a:bodyPr/>
          <a:lstStyle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63733" y="1268413"/>
            <a:ext cx="5384800" cy="5065712"/>
          </a:xfrm>
        </p:spPr>
        <p:txBody>
          <a:bodyPr/>
          <a:lstStyle/>
          <a:p>
            <a:pPr lvl="0"/>
            <a:r>
              <a:rPr lang="zh-CN" altLang="en-US" noProof="1"/>
              <a:t>单击此处编辑母版文本样式</a:t>
            </a:r>
            <a:endParaRPr lang="zh-CN" altLang="en-US" noProof="1"/>
          </a:p>
          <a:p>
            <a:pPr lvl="1"/>
            <a:r>
              <a:rPr lang="zh-CN" altLang="en-US" noProof="1"/>
              <a:t>第二级</a:t>
            </a:r>
            <a:endParaRPr lang="zh-CN" altLang="en-US" noProof="1"/>
          </a:p>
          <a:p>
            <a:pPr lvl="2"/>
            <a:r>
              <a:rPr lang="zh-CN" altLang="en-US" noProof="1"/>
              <a:t>第三级</a:t>
            </a:r>
            <a:endParaRPr lang="zh-CN" altLang="en-US" noProof="1"/>
          </a:p>
          <a:p>
            <a:pPr lvl="3"/>
            <a:r>
              <a:rPr lang="zh-CN" altLang="en-US" noProof="1"/>
              <a:t>第四级</a:t>
            </a:r>
            <a:endParaRPr lang="zh-CN" altLang="en-US" noProof="1"/>
          </a:p>
          <a:p>
            <a:pPr lvl="4"/>
            <a:r>
              <a:rPr lang="zh-CN" altLang="en-US" noProof="1"/>
              <a:t>第五级</a:t>
            </a:r>
            <a:endParaRPr lang="zh-CN" altLang="en-US" noProof="1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9" Type="http://schemas.openxmlformats.org/officeDocument/2006/relationships/theme" Target="../theme/theme1.xml"/><Relationship Id="rId18" Type="http://schemas.openxmlformats.org/officeDocument/2006/relationships/image" Target="../media/image2.png"/><Relationship Id="rId17" Type="http://schemas.openxmlformats.org/officeDocument/2006/relationships/image" Target="../media/image1.GIF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11" descr="交大图标"/>
          <p:cNvPicPr>
            <a:picLocks noChangeArrowheads="1" noCrop="1"/>
          </p:cNvPicPr>
          <p:nvPr userDrawn="1"/>
        </p:nvPicPr>
        <p:blipFill>
          <a:blip r:embed="rId17"/>
          <a:srcRect/>
          <a:stretch>
            <a:fillRect/>
          </a:stretch>
        </p:blipFill>
        <p:spPr bwMode="auto">
          <a:xfrm>
            <a:off x="11855" y="10160"/>
            <a:ext cx="936000" cy="93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" name="Line 19"/>
          <p:cNvSpPr>
            <a:spLocks noChangeShapeType="1"/>
          </p:cNvSpPr>
          <p:nvPr userDrawn="1"/>
        </p:nvSpPr>
        <p:spPr bwMode="auto">
          <a:xfrm>
            <a:off x="1295400" y="836613"/>
            <a:ext cx="1026160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240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2800" b="1">
          <a:solidFill>
            <a:srgbClr val="133984"/>
          </a:solidFill>
          <a:latin typeface="Arial" panose="020B0604020202020204" pitchFamily="34" charset="0"/>
          <a:ea typeface="华文新魏" panose="02010800040101010101" pitchFamily="2" charset="-122"/>
        </a:defRPr>
      </a:lvl9pPr>
    </p:titleStyle>
    <p:bodyStyle>
      <a:lvl1pPr marL="449580" indent="-449580" algn="l" rtl="0" eaLnBrk="0" fontAlgn="base" hangingPunct="0">
        <a:lnSpc>
          <a:spcPct val="110000"/>
        </a:lnSpc>
        <a:spcBef>
          <a:spcPct val="20000"/>
        </a:spcBef>
        <a:spcAft>
          <a:spcPct val="0"/>
        </a:spcAft>
        <a:buSzPct val="120000"/>
        <a:buBlip>
          <a:blip r:embed="rId18"/>
        </a:buBlip>
        <a:defRPr sz="2800">
          <a:solidFill>
            <a:srgbClr val="133984"/>
          </a:solidFill>
          <a:latin typeface="+mn-lt"/>
          <a:ea typeface="+mn-ea"/>
          <a:cs typeface="+mn-cs"/>
        </a:defRPr>
      </a:lvl1pPr>
      <a:lvl2pPr marL="914400" indent="-285750" algn="l" rtl="0" eaLnBrk="0" fontAlgn="base" hangingPunct="0">
        <a:lnSpc>
          <a:spcPct val="110000"/>
        </a:lnSpc>
        <a:spcBef>
          <a:spcPct val="20000"/>
        </a:spcBef>
        <a:spcAft>
          <a:spcPct val="0"/>
        </a:spcAft>
        <a:buClr>
          <a:srgbClr val="000066"/>
        </a:buClr>
        <a:buChar char="•"/>
        <a:defRPr sz="2400">
          <a:solidFill>
            <a:srgbClr val="133984"/>
          </a:solidFill>
          <a:latin typeface="+mn-lt"/>
          <a:ea typeface="+mn-ea"/>
        </a:defRPr>
      </a:lvl2pPr>
      <a:lvl3pPr marL="1322705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宋体" panose="02010600030101010101" pitchFamily="2" charset="-122"/>
        </a:defRPr>
      </a:lvl3pPr>
      <a:lvl4pPr marL="1730375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宋体" panose="02010600030101010101" pitchFamily="2" charset="-122"/>
        </a:defRPr>
      </a:lvl4pPr>
      <a:lvl5pPr marL="213868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宋体" panose="02010600030101010101" pitchFamily="2" charset="-122"/>
        </a:defRPr>
      </a:lvl5pPr>
      <a:lvl6pPr marL="259588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宋体" panose="02010600030101010101" pitchFamily="2" charset="-122"/>
        </a:defRPr>
      </a:lvl6pPr>
      <a:lvl7pPr marL="305308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宋体" panose="02010600030101010101" pitchFamily="2" charset="-122"/>
        </a:defRPr>
      </a:lvl7pPr>
      <a:lvl8pPr marL="351028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宋体" panose="02010600030101010101" pitchFamily="2" charset="-122"/>
        </a:defRPr>
      </a:lvl8pPr>
      <a:lvl9pPr marL="396748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宋体" panose="02010600030101010101" pitchFamily="2" charset="-122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4.jpe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5.jpe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7.jpeg"/><Relationship Id="rId1" Type="http://schemas.openxmlformats.org/officeDocument/2006/relationships/image" Target="../media/image6.jpeg"/></Relationships>
</file>

<file path=ppt/slides/_rels/slide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11.jpeg"/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slides/_rels/slide7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3.x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6.GIF"/><Relationship Id="rId4" Type="http://schemas.openxmlformats.org/officeDocument/2006/relationships/image" Target="../media/image15.jpeg"/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image" Target="../media/image12.jpeg"/></Relationships>
</file>

<file path=ppt/slides/_rels/slide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8.jpeg"/><Relationship Id="rId2" Type="http://schemas.openxmlformats.org/officeDocument/2006/relationships/image" Target="../media/image12.jpeg"/><Relationship Id="rId1" Type="http://schemas.openxmlformats.org/officeDocument/2006/relationships/image" Target="../media/image1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6.xml"/><Relationship Id="rId7" Type="http://schemas.openxmlformats.org/officeDocument/2006/relationships/vmlDrawing" Target="../drawings/vmlDrawing1.v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9.png"/><Relationship Id="rId4" Type="http://schemas.openxmlformats.org/officeDocument/2006/relationships/image" Target="../media/image21.emf"/><Relationship Id="rId3" Type="http://schemas.openxmlformats.org/officeDocument/2006/relationships/oleObject" Target="../embeddings/oleObject2.bin"/><Relationship Id="rId2" Type="http://schemas.openxmlformats.org/officeDocument/2006/relationships/image" Target="../media/image20.emf"/><Relationship Id="rId1" Type="http://schemas.openxmlformats.org/officeDocument/2006/relationships/oleObject" Target="../embeddings/oleObject1.bin"/></Relationships>
</file>

<file path=ppt/slides/_rels/slide11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2.vml"/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19.png"/><Relationship Id="rId6" Type="http://schemas.openxmlformats.org/officeDocument/2006/relationships/image" Target="../media/image24.wmf"/><Relationship Id="rId5" Type="http://schemas.openxmlformats.org/officeDocument/2006/relationships/oleObject" Target="../embeddings/oleObject5.bin"/><Relationship Id="rId4" Type="http://schemas.openxmlformats.org/officeDocument/2006/relationships/image" Target="../media/image23.emf"/><Relationship Id="rId3" Type="http://schemas.openxmlformats.org/officeDocument/2006/relationships/oleObject" Target="../embeddings/oleObject4.bin"/><Relationship Id="rId2" Type="http://schemas.openxmlformats.org/officeDocument/2006/relationships/image" Target="../media/image22.wmf"/><Relationship Id="rId10" Type="http://schemas.openxmlformats.org/officeDocument/2006/relationships/notesSlide" Target="../notesSlides/notesSlide7.xml"/><Relationship Id="rId1" Type="http://schemas.openxmlformats.org/officeDocument/2006/relationships/oleObject" Target="../embeddings/oleObject3.bin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.bin"/><Relationship Id="rId8" Type="http://schemas.openxmlformats.org/officeDocument/2006/relationships/image" Target="../media/image28.wmf"/><Relationship Id="rId7" Type="http://schemas.openxmlformats.org/officeDocument/2006/relationships/oleObject" Target="../embeddings/oleObject9.bin"/><Relationship Id="rId6" Type="http://schemas.openxmlformats.org/officeDocument/2006/relationships/image" Target="../media/image27.wmf"/><Relationship Id="rId5" Type="http://schemas.openxmlformats.org/officeDocument/2006/relationships/oleObject" Target="../embeddings/oleObject8.bin"/><Relationship Id="rId4" Type="http://schemas.openxmlformats.org/officeDocument/2006/relationships/image" Target="../media/image26.wmf"/><Relationship Id="rId3" Type="http://schemas.openxmlformats.org/officeDocument/2006/relationships/oleObject" Target="../embeddings/oleObject7.bin"/><Relationship Id="rId2" Type="http://schemas.openxmlformats.org/officeDocument/2006/relationships/image" Target="../media/image25.wmf"/><Relationship Id="rId18" Type="http://schemas.openxmlformats.org/officeDocument/2006/relationships/notesSlide" Target="../notesSlides/notesSlide8.xml"/><Relationship Id="rId17" Type="http://schemas.openxmlformats.org/officeDocument/2006/relationships/vmlDrawing" Target="../drawings/vmlDrawing3.vml"/><Relationship Id="rId16" Type="http://schemas.openxmlformats.org/officeDocument/2006/relationships/slideLayout" Target="../slideLayouts/slideLayout7.xml"/><Relationship Id="rId15" Type="http://schemas.openxmlformats.org/officeDocument/2006/relationships/image" Target="../media/image19.png"/><Relationship Id="rId14" Type="http://schemas.openxmlformats.org/officeDocument/2006/relationships/image" Target="../media/image31.wmf"/><Relationship Id="rId13" Type="http://schemas.openxmlformats.org/officeDocument/2006/relationships/oleObject" Target="../embeddings/oleObject12.bin"/><Relationship Id="rId12" Type="http://schemas.openxmlformats.org/officeDocument/2006/relationships/image" Target="../media/image30.wmf"/><Relationship Id="rId11" Type="http://schemas.openxmlformats.org/officeDocument/2006/relationships/oleObject" Target="../embeddings/oleObject11.bin"/><Relationship Id="rId10" Type="http://schemas.openxmlformats.org/officeDocument/2006/relationships/image" Target="../media/image29.wmf"/><Relationship Id="rId1" Type="http://schemas.openxmlformats.org/officeDocument/2006/relationships/oleObject" Target="../embeddings/oleObject6.bin"/></Relationships>
</file>

<file path=ppt/slides/_rels/slide13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9.xml"/><Relationship Id="rId5" Type="http://schemas.openxmlformats.org/officeDocument/2006/relationships/vmlDrawing" Target="../drawings/vmlDrawing4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9.png"/><Relationship Id="rId2" Type="http://schemas.openxmlformats.org/officeDocument/2006/relationships/image" Target="../media/image32.emf"/><Relationship Id="rId1" Type="http://schemas.openxmlformats.org/officeDocument/2006/relationships/oleObject" Target="../embeddings/oleObject13.bin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8.bin"/><Relationship Id="rId8" Type="http://schemas.openxmlformats.org/officeDocument/2006/relationships/image" Target="../media/image36.wmf"/><Relationship Id="rId7" Type="http://schemas.openxmlformats.org/officeDocument/2006/relationships/oleObject" Target="../embeddings/oleObject17.bin"/><Relationship Id="rId6" Type="http://schemas.openxmlformats.org/officeDocument/2006/relationships/image" Target="../media/image35.wmf"/><Relationship Id="rId5" Type="http://schemas.openxmlformats.org/officeDocument/2006/relationships/oleObject" Target="../embeddings/oleObject16.bin"/><Relationship Id="rId4" Type="http://schemas.openxmlformats.org/officeDocument/2006/relationships/image" Target="../media/image34.wmf"/><Relationship Id="rId3" Type="http://schemas.openxmlformats.org/officeDocument/2006/relationships/oleObject" Target="../embeddings/oleObject15.bin"/><Relationship Id="rId20" Type="http://schemas.openxmlformats.org/officeDocument/2006/relationships/notesSlide" Target="../notesSlides/notesSlide10.xml"/><Relationship Id="rId2" Type="http://schemas.openxmlformats.org/officeDocument/2006/relationships/image" Target="../media/image33.wmf"/><Relationship Id="rId19" Type="http://schemas.openxmlformats.org/officeDocument/2006/relationships/vmlDrawing" Target="../drawings/vmlDrawing5.vml"/><Relationship Id="rId18" Type="http://schemas.openxmlformats.org/officeDocument/2006/relationships/slideLayout" Target="../slideLayouts/slideLayout7.xml"/><Relationship Id="rId17" Type="http://schemas.openxmlformats.org/officeDocument/2006/relationships/image" Target="../media/image32.emf"/><Relationship Id="rId16" Type="http://schemas.openxmlformats.org/officeDocument/2006/relationships/oleObject" Target="../embeddings/oleObject21.bin"/><Relationship Id="rId15" Type="http://schemas.openxmlformats.org/officeDocument/2006/relationships/image" Target="../media/image19.png"/><Relationship Id="rId14" Type="http://schemas.openxmlformats.org/officeDocument/2006/relationships/image" Target="../media/image39.wmf"/><Relationship Id="rId13" Type="http://schemas.openxmlformats.org/officeDocument/2006/relationships/oleObject" Target="../embeddings/oleObject20.bin"/><Relationship Id="rId12" Type="http://schemas.openxmlformats.org/officeDocument/2006/relationships/image" Target="../media/image38.wmf"/><Relationship Id="rId11" Type="http://schemas.openxmlformats.org/officeDocument/2006/relationships/oleObject" Target="../embeddings/oleObject19.bin"/><Relationship Id="rId10" Type="http://schemas.openxmlformats.org/officeDocument/2006/relationships/image" Target="../media/image37.wmf"/><Relationship Id="rId1" Type="http://schemas.openxmlformats.org/officeDocument/2006/relationships/oleObject" Target="../embeddings/oleObject14.bin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9.png"/></Relationships>
</file>

<file path=ppt/slides/_rels/slide1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.xml"/><Relationship Id="rId5" Type="http://schemas.openxmlformats.org/officeDocument/2006/relationships/vmlDrawing" Target="../drawings/vmlDrawing6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9.png"/><Relationship Id="rId2" Type="http://schemas.openxmlformats.org/officeDocument/2006/relationships/image" Target="../media/image40.emf"/><Relationship Id="rId1" Type="http://schemas.openxmlformats.org/officeDocument/2006/relationships/oleObject" Target="../embeddings/oleObject22.bin"/></Relationships>
</file>

<file path=ppt/slides/_rels/slide1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3.xml"/><Relationship Id="rId5" Type="http://schemas.openxmlformats.org/officeDocument/2006/relationships/vmlDrawing" Target="../drawings/vmlDrawing7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9.png"/><Relationship Id="rId2" Type="http://schemas.openxmlformats.org/officeDocument/2006/relationships/image" Target="../media/image40.emf"/><Relationship Id="rId1" Type="http://schemas.openxmlformats.org/officeDocument/2006/relationships/oleObject" Target="../embeddings/oleObject23.bin"/></Relationships>
</file>

<file path=ppt/slides/_rels/slide18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4.xml"/><Relationship Id="rId5" Type="http://schemas.openxmlformats.org/officeDocument/2006/relationships/vmlDrawing" Target="../drawings/vmlDrawing8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9.png"/><Relationship Id="rId2" Type="http://schemas.openxmlformats.org/officeDocument/2006/relationships/image" Target="../media/image41.emf"/><Relationship Id="rId1" Type="http://schemas.openxmlformats.org/officeDocument/2006/relationships/oleObject" Target="../embeddings/oleObject24.bin"/></Relationships>
</file>

<file path=ppt/slides/_rels/slide19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5.xml"/><Relationship Id="rId5" Type="http://schemas.openxmlformats.org/officeDocument/2006/relationships/vmlDrawing" Target="../drawings/vmlDrawing9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9.png"/><Relationship Id="rId2" Type="http://schemas.openxmlformats.org/officeDocument/2006/relationships/image" Target="../media/image41.emf"/><Relationship Id="rId1" Type="http://schemas.openxmlformats.org/officeDocument/2006/relationships/oleObject" Target="../embeddings/oleObject25.bin"/></Relationships>
</file>

<file path=ppt/slides/_rels/slide2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0.bin"/><Relationship Id="rId8" Type="http://schemas.openxmlformats.org/officeDocument/2006/relationships/image" Target="../media/image45.wmf"/><Relationship Id="rId7" Type="http://schemas.openxmlformats.org/officeDocument/2006/relationships/oleObject" Target="../embeddings/oleObject29.bin"/><Relationship Id="rId6" Type="http://schemas.openxmlformats.org/officeDocument/2006/relationships/image" Target="../media/image44.wmf"/><Relationship Id="rId5" Type="http://schemas.openxmlformats.org/officeDocument/2006/relationships/oleObject" Target="../embeddings/oleObject28.bin"/><Relationship Id="rId4" Type="http://schemas.openxmlformats.org/officeDocument/2006/relationships/image" Target="../media/image43.wmf"/><Relationship Id="rId3" Type="http://schemas.openxmlformats.org/officeDocument/2006/relationships/oleObject" Target="../embeddings/oleObject27.bin"/><Relationship Id="rId24" Type="http://schemas.openxmlformats.org/officeDocument/2006/relationships/notesSlide" Target="../notesSlides/notesSlide16.xml"/><Relationship Id="rId23" Type="http://schemas.openxmlformats.org/officeDocument/2006/relationships/vmlDrawing" Target="../drawings/vmlDrawing10.vml"/><Relationship Id="rId22" Type="http://schemas.openxmlformats.org/officeDocument/2006/relationships/slideLayout" Target="../slideLayouts/slideLayout7.xml"/><Relationship Id="rId21" Type="http://schemas.openxmlformats.org/officeDocument/2006/relationships/image" Target="../media/image19.png"/><Relationship Id="rId20" Type="http://schemas.openxmlformats.org/officeDocument/2006/relationships/image" Target="../media/image41.emf"/><Relationship Id="rId2" Type="http://schemas.openxmlformats.org/officeDocument/2006/relationships/image" Target="../media/image42.wmf"/><Relationship Id="rId19" Type="http://schemas.openxmlformats.org/officeDocument/2006/relationships/oleObject" Target="../embeddings/oleObject35.bin"/><Relationship Id="rId18" Type="http://schemas.openxmlformats.org/officeDocument/2006/relationships/image" Target="../media/image50.wmf"/><Relationship Id="rId17" Type="http://schemas.openxmlformats.org/officeDocument/2006/relationships/oleObject" Target="../embeddings/oleObject34.bin"/><Relationship Id="rId16" Type="http://schemas.openxmlformats.org/officeDocument/2006/relationships/image" Target="../media/image49.wmf"/><Relationship Id="rId15" Type="http://schemas.openxmlformats.org/officeDocument/2006/relationships/oleObject" Target="../embeddings/oleObject33.bin"/><Relationship Id="rId14" Type="http://schemas.openxmlformats.org/officeDocument/2006/relationships/image" Target="../media/image48.wmf"/><Relationship Id="rId13" Type="http://schemas.openxmlformats.org/officeDocument/2006/relationships/oleObject" Target="../embeddings/oleObject32.bin"/><Relationship Id="rId12" Type="http://schemas.openxmlformats.org/officeDocument/2006/relationships/image" Target="../media/image47.wmf"/><Relationship Id="rId11" Type="http://schemas.openxmlformats.org/officeDocument/2006/relationships/oleObject" Target="../embeddings/oleObject31.bin"/><Relationship Id="rId10" Type="http://schemas.openxmlformats.org/officeDocument/2006/relationships/image" Target="../media/image46.wmf"/><Relationship Id="rId1" Type="http://schemas.openxmlformats.org/officeDocument/2006/relationships/oleObject" Target="../embeddings/oleObject26.bin"/></Relationships>
</file>

<file path=ppt/slides/_rels/slide2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0.bin"/><Relationship Id="rId8" Type="http://schemas.openxmlformats.org/officeDocument/2006/relationships/image" Target="../media/image46.wmf"/><Relationship Id="rId7" Type="http://schemas.openxmlformats.org/officeDocument/2006/relationships/oleObject" Target="../embeddings/oleObject39.bin"/><Relationship Id="rId6" Type="http://schemas.openxmlformats.org/officeDocument/2006/relationships/image" Target="../media/image45.wmf"/><Relationship Id="rId5" Type="http://schemas.openxmlformats.org/officeDocument/2006/relationships/oleObject" Target="../embeddings/oleObject38.bin"/><Relationship Id="rId4" Type="http://schemas.openxmlformats.org/officeDocument/2006/relationships/image" Target="../media/image52.wmf"/><Relationship Id="rId3" Type="http://schemas.openxmlformats.org/officeDocument/2006/relationships/oleObject" Target="../embeddings/oleObject37.bin"/><Relationship Id="rId28" Type="http://schemas.openxmlformats.org/officeDocument/2006/relationships/notesSlide" Target="../notesSlides/notesSlide17.xml"/><Relationship Id="rId27" Type="http://schemas.openxmlformats.org/officeDocument/2006/relationships/vmlDrawing" Target="../drawings/vmlDrawing11.vml"/><Relationship Id="rId26" Type="http://schemas.openxmlformats.org/officeDocument/2006/relationships/slideLayout" Target="../slideLayouts/slideLayout7.xml"/><Relationship Id="rId25" Type="http://schemas.openxmlformats.org/officeDocument/2006/relationships/image" Target="../media/image19.png"/><Relationship Id="rId24" Type="http://schemas.openxmlformats.org/officeDocument/2006/relationships/image" Target="../media/image41.emf"/><Relationship Id="rId23" Type="http://schemas.openxmlformats.org/officeDocument/2006/relationships/oleObject" Target="../embeddings/oleObject47.bin"/><Relationship Id="rId22" Type="http://schemas.openxmlformats.org/officeDocument/2006/relationships/image" Target="../media/image55.wmf"/><Relationship Id="rId21" Type="http://schemas.openxmlformats.org/officeDocument/2006/relationships/oleObject" Target="../embeddings/oleObject46.bin"/><Relationship Id="rId20" Type="http://schemas.openxmlformats.org/officeDocument/2006/relationships/image" Target="../media/image54.wmf"/><Relationship Id="rId2" Type="http://schemas.openxmlformats.org/officeDocument/2006/relationships/image" Target="../media/image51.wmf"/><Relationship Id="rId19" Type="http://schemas.openxmlformats.org/officeDocument/2006/relationships/oleObject" Target="../embeddings/oleObject45.bin"/><Relationship Id="rId18" Type="http://schemas.openxmlformats.org/officeDocument/2006/relationships/image" Target="../media/image53.wmf"/><Relationship Id="rId17" Type="http://schemas.openxmlformats.org/officeDocument/2006/relationships/oleObject" Target="../embeddings/oleObject44.bin"/><Relationship Id="rId16" Type="http://schemas.openxmlformats.org/officeDocument/2006/relationships/image" Target="../media/image50.wmf"/><Relationship Id="rId15" Type="http://schemas.openxmlformats.org/officeDocument/2006/relationships/oleObject" Target="../embeddings/oleObject43.bin"/><Relationship Id="rId14" Type="http://schemas.openxmlformats.org/officeDocument/2006/relationships/image" Target="../media/image49.wmf"/><Relationship Id="rId13" Type="http://schemas.openxmlformats.org/officeDocument/2006/relationships/oleObject" Target="../embeddings/oleObject42.bin"/><Relationship Id="rId12" Type="http://schemas.openxmlformats.org/officeDocument/2006/relationships/image" Target="../media/image48.wmf"/><Relationship Id="rId11" Type="http://schemas.openxmlformats.org/officeDocument/2006/relationships/oleObject" Target="../embeddings/oleObject41.bin"/><Relationship Id="rId10" Type="http://schemas.openxmlformats.org/officeDocument/2006/relationships/image" Target="../media/image47.wmf"/><Relationship Id="rId1" Type="http://schemas.openxmlformats.org/officeDocument/2006/relationships/oleObject" Target="../embeddings/oleObject36.bin"/></Relationships>
</file>

<file path=ppt/slides/_rels/slide22.xml.rels><?xml version="1.0" encoding="UTF-8" standalone="yes"?>
<Relationships xmlns="http://schemas.openxmlformats.org/package/2006/relationships"><Relationship Id="rId9" Type="http://schemas.openxmlformats.org/officeDocument/2006/relationships/image" Target="../media/image59.emf"/><Relationship Id="rId8" Type="http://schemas.openxmlformats.org/officeDocument/2006/relationships/image" Target="../media/image58.wmf"/><Relationship Id="rId7" Type="http://schemas.openxmlformats.org/officeDocument/2006/relationships/oleObject" Target="../embeddings/oleObject51.bin"/><Relationship Id="rId6" Type="http://schemas.openxmlformats.org/officeDocument/2006/relationships/image" Target="../media/image57.wmf"/><Relationship Id="rId5" Type="http://schemas.openxmlformats.org/officeDocument/2006/relationships/oleObject" Target="../embeddings/oleObject50.bin"/><Relationship Id="rId4" Type="http://schemas.openxmlformats.org/officeDocument/2006/relationships/image" Target="../media/image56.wmf"/><Relationship Id="rId3" Type="http://schemas.openxmlformats.org/officeDocument/2006/relationships/oleObject" Target="../embeddings/oleObject49.bin"/><Relationship Id="rId29" Type="http://schemas.openxmlformats.org/officeDocument/2006/relationships/notesSlide" Target="../notesSlides/notesSlide18.xml"/><Relationship Id="rId28" Type="http://schemas.openxmlformats.org/officeDocument/2006/relationships/vmlDrawing" Target="../drawings/vmlDrawing12.vml"/><Relationship Id="rId27" Type="http://schemas.openxmlformats.org/officeDocument/2006/relationships/slideLayout" Target="../slideLayouts/slideLayout7.xml"/><Relationship Id="rId26" Type="http://schemas.openxmlformats.org/officeDocument/2006/relationships/image" Target="../media/image19.png"/><Relationship Id="rId25" Type="http://schemas.openxmlformats.org/officeDocument/2006/relationships/image" Target="../media/image69.wmf"/><Relationship Id="rId24" Type="http://schemas.openxmlformats.org/officeDocument/2006/relationships/oleObject" Target="../embeddings/oleObject57.bin"/><Relationship Id="rId23" Type="http://schemas.openxmlformats.org/officeDocument/2006/relationships/image" Target="../media/image68.wmf"/><Relationship Id="rId22" Type="http://schemas.openxmlformats.org/officeDocument/2006/relationships/oleObject" Target="../embeddings/oleObject56.bin"/><Relationship Id="rId21" Type="http://schemas.openxmlformats.org/officeDocument/2006/relationships/image" Target="../media/image67.wmf"/><Relationship Id="rId20" Type="http://schemas.openxmlformats.org/officeDocument/2006/relationships/oleObject" Target="../embeddings/oleObject55.bin"/><Relationship Id="rId2" Type="http://schemas.openxmlformats.org/officeDocument/2006/relationships/image" Target="../media/image41.emf"/><Relationship Id="rId19" Type="http://schemas.openxmlformats.org/officeDocument/2006/relationships/image" Target="../media/image66.wmf"/><Relationship Id="rId18" Type="http://schemas.openxmlformats.org/officeDocument/2006/relationships/oleObject" Target="../embeddings/oleObject54.bin"/><Relationship Id="rId17" Type="http://schemas.openxmlformats.org/officeDocument/2006/relationships/image" Target="../media/image65.wmf"/><Relationship Id="rId16" Type="http://schemas.openxmlformats.org/officeDocument/2006/relationships/oleObject" Target="../embeddings/oleObject53.bin"/><Relationship Id="rId15" Type="http://schemas.openxmlformats.org/officeDocument/2006/relationships/image" Target="../media/image64.wmf"/><Relationship Id="rId14" Type="http://schemas.openxmlformats.org/officeDocument/2006/relationships/oleObject" Target="../embeddings/oleObject52.bin"/><Relationship Id="rId13" Type="http://schemas.openxmlformats.org/officeDocument/2006/relationships/image" Target="../media/image63.emf"/><Relationship Id="rId12" Type="http://schemas.openxmlformats.org/officeDocument/2006/relationships/image" Target="../media/image62.emf"/><Relationship Id="rId11" Type="http://schemas.openxmlformats.org/officeDocument/2006/relationships/image" Target="../media/image61.emf"/><Relationship Id="rId10" Type="http://schemas.openxmlformats.org/officeDocument/2006/relationships/image" Target="../media/image60.emf"/><Relationship Id="rId1" Type="http://schemas.openxmlformats.org/officeDocument/2006/relationships/oleObject" Target="../embeddings/oleObject48.bin"/></Relationships>
</file>

<file path=ppt/slides/_rels/slide23.xml.rels><?xml version="1.0" encoding="UTF-8" standalone="yes"?>
<Relationships xmlns="http://schemas.openxmlformats.org/package/2006/relationships"><Relationship Id="rId9" Type="http://schemas.openxmlformats.org/officeDocument/2006/relationships/image" Target="../media/image59.emf"/><Relationship Id="rId8" Type="http://schemas.openxmlformats.org/officeDocument/2006/relationships/image" Target="../media/image72.wmf"/><Relationship Id="rId7" Type="http://schemas.openxmlformats.org/officeDocument/2006/relationships/oleObject" Target="../embeddings/oleObject61.bin"/><Relationship Id="rId6" Type="http://schemas.openxmlformats.org/officeDocument/2006/relationships/image" Target="../media/image71.wmf"/><Relationship Id="rId5" Type="http://schemas.openxmlformats.org/officeDocument/2006/relationships/oleObject" Target="../embeddings/oleObject60.bin"/><Relationship Id="rId40" Type="http://schemas.openxmlformats.org/officeDocument/2006/relationships/notesSlide" Target="../notesSlides/notesSlide19.xml"/><Relationship Id="rId4" Type="http://schemas.openxmlformats.org/officeDocument/2006/relationships/image" Target="../media/image70.wmf"/><Relationship Id="rId39" Type="http://schemas.openxmlformats.org/officeDocument/2006/relationships/vmlDrawing" Target="../drawings/vmlDrawing13.vml"/><Relationship Id="rId38" Type="http://schemas.openxmlformats.org/officeDocument/2006/relationships/slideLayout" Target="../slideLayouts/slideLayout7.xml"/><Relationship Id="rId37" Type="http://schemas.openxmlformats.org/officeDocument/2006/relationships/image" Target="../media/image19.png"/><Relationship Id="rId36" Type="http://schemas.openxmlformats.org/officeDocument/2006/relationships/image" Target="../media/image84.wmf"/><Relationship Id="rId35" Type="http://schemas.openxmlformats.org/officeDocument/2006/relationships/oleObject" Target="../embeddings/oleObject72.bin"/><Relationship Id="rId34" Type="http://schemas.openxmlformats.org/officeDocument/2006/relationships/image" Target="../media/image83.wmf"/><Relationship Id="rId33" Type="http://schemas.openxmlformats.org/officeDocument/2006/relationships/oleObject" Target="../embeddings/oleObject71.bin"/><Relationship Id="rId32" Type="http://schemas.openxmlformats.org/officeDocument/2006/relationships/image" Target="../media/image82.wmf"/><Relationship Id="rId31" Type="http://schemas.openxmlformats.org/officeDocument/2006/relationships/oleObject" Target="../embeddings/oleObject70.bin"/><Relationship Id="rId30" Type="http://schemas.openxmlformats.org/officeDocument/2006/relationships/image" Target="../media/image81.wmf"/><Relationship Id="rId3" Type="http://schemas.openxmlformats.org/officeDocument/2006/relationships/oleObject" Target="../embeddings/oleObject59.bin"/><Relationship Id="rId29" Type="http://schemas.openxmlformats.org/officeDocument/2006/relationships/oleObject" Target="../embeddings/oleObject69.bin"/><Relationship Id="rId28" Type="http://schemas.openxmlformats.org/officeDocument/2006/relationships/image" Target="../media/image80.wmf"/><Relationship Id="rId27" Type="http://schemas.openxmlformats.org/officeDocument/2006/relationships/oleObject" Target="../embeddings/oleObject68.bin"/><Relationship Id="rId26" Type="http://schemas.openxmlformats.org/officeDocument/2006/relationships/image" Target="../media/image79.emf"/><Relationship Id="rId25" Type="http://schemas.openxmlformats.org/officeDocument/2006/relationships/image" Target="../media/image78.wmf"/><Relationship Id="rId24" Type="http://schemas.openxmlformats.org/officeDocument/2006/relationships/oleObject" Target="../embeddings/oleObject67.bin"/><Relationship Id="rId23" Type="http://schemas.openxmlformats.org/officeDocument/2006/relationships/image" Target="../media/image77.wmf"/><Relationship Id="rId22" Type="http://schemas.openxmlformats.org/officeDocument/2006/relationships/oleObject" Target="../embeddings/oleObject66.bin"/><Relationship Id="rId21" Type="http://schemas.openxmlformats.org/officeDocument/2006/relationships/image" Target="../media/image76.wmf"/><Relationship Id="rId20" Type="http://schemas.openxmlformats.org/officeDocument/2006/relationships/oleObject" Target="../embeddings/oleObject65.bin"/><Relationship Id="rId2" Type="http://schemas.openxmlformats.org/officeDocument/2006/relationships/image" Target="../media/image41.emf"/><Relationship Id="rId19" Type="http://schemas.openxmlformats.org/officeDocument/2006/relationships/image" Target="../media/image75.wmf"/><Relationship Id="rId18" Type="http://schemas.openxmlformats.org/officeDocument/2006/relationships/oleObject" Target="../embeddings/oleObject64.bin"/><Relationship Id="rId17" Type="http://schemas.openxmlformats.org/officeDocument/2006/relationships/image" Target="../media/image74.wmf"/><Relationship Id="rId16" Type="http://schemas.openxmlformats.org/officeDocument/2006/relationships/oleObject" Target="../embeddings/oleObject63.bin"/><Relationship Id="rId15" Type="http://schemas.openxmlformats.org/officeDocument/2006/relationships/image" Target="../media/image73.wmf"/><Relationship Id="rId14" Type="http://schemas.openxmlformats.org/officeDocument/2006/relationships/oleObject" Target="../embeddings/oleObject62.bin"/><Relationship Id="rId13" Type="http://schemas.openxmlformats.org/officeDocument/2006/relationships/image" Target="../media/image63.emf"/><Relationship Id="rId12" Type="http://schemas.openxmlformats.org/officeDocument/2006/relationships/image" Target="../media/image62.emf"/><Relationship Id="rId11" Type="http://schemas.openxmlformats.org/officeDocument/2006/relationships/image" Target="../media/image61.emf"/><Relationship Id="rId10" Type="http://schemas.openxmlformats.org/officeDocument/2006/relationships/image" Target="../media/image60.emf"/><Relationship Id="rId1" Type="http://schemas.openxmlformats.org/officeDocument/2006/relationships/oleObject" Target="../embeddings/oleObject58.bin"/></Relationships>
</file>

<file path=ppt/slides/_rels/slide24.xml.rels><?xml version="1.0" encoding="UTF-8" standalone="yes"?>
<Relationships xmlns="http://schemas.openxmlformats.org/package/2006/relationships"><Relationship Id="rId9" Type="http://schemas.openxmlformats.org/officeDocument/2006/relationships/image" Target="../media/image63.emf"/><Relationship Id="rId8" Type="http://schemas.openxmlformats.org/officeDocument/2006/relationships/image" Target="../media/image62.emf"/><Relationship Id="rId7" Type="http://schemas.openxmlformats.org/officeDocument/2006/relationships/image" Target="../media/image61.emf"/><Relationship Id="rId6" Type="http://schemas.openxmlformats.org/officeDocument/2006/relationships/image" Target="../media/image60.emf"/><Relationship Id="rId5" Type="http://schemas.openxmlformats.org/officeDocument/2006/relationships/image" Target="../media/image59.emf"/><Relationship Id="rId4" Type="http://schemas.openxmlformats.org/officeDocument/2006/relationships/image" Target="../media/image85.wmf"/><Relationship Id="rId36" Type="http://schemas.openxmlformats.org/officeDocument/2006/relationships/notesSlide" Target="../notesSlides/notesSlide20.xml"/><Relationship Id="rId35" Type="http://schemas.openxmlformats.org/officeDocument/2006/relationships/vmlDrawing" Target="../drawings/vmlDrawing14.vml"/><Relationship Id="rId34" Type="http://schemas.openxmlformats.org/officeDocument/2006/relationships/slideLayout" Target="../slideLayouts/slideLayout7.xml"/><Relationship Id="rId33" Type="http://schemas.openxmlformats.org/officeDocument/2006/relationships/image" Target="../media/image96.png"/><Relationship Id="rId32" Type="http://schemas.openxmlformats.org/officeDocument/2006/relationships/image" Target="../media/image19.png"/><Relationship Id="rId31" Type="http://schemas.openxmlformats.org/officeDocument/2006/relationships/image" Target="../media/image2.png"/><Relationship Id="rId30" Type="http://schemas.openxmlformats.org/officeDocument/2006/relationships/image" Target="../media/image95.wmf"/><Relationship Id="rId3" Type="http://schemas.openxmlformats.org/officeDocument/2006/relationships/oleObject" Target="../embeddings/oleObject74.bin"/><Relationship Id="rId29" Type="http://schemas.openxmlformats.org/officeDocument/2006/relationships/oleObject" Target="../embeddings/oleObject84.bin"/><Relationship Id="rId28" Type="http://schemas.openxmlformats.org/officeDocument/2006/relationships/image" Target="../media/image94.wmf"/><Relationship Id="rId27" Type="http://schemas.openxmlformats.org/officeDocument/2006/relationships/oleObject" Target="../embeddings/oleObject83.bin"/><Relationship Id="rId26" Type="http://schemas.openxmlformats.org/officeDocument/2006/relationships/image" Target="../media/image93.wmf"/><Relationship Id="rId25" Type="http://schemas.openxmlformats.org/officeDocument/2006/relationships/oleObject" Target="../embeddings/oleObject82.bin"/><Relationship Id="rId24" Type="http://schemas.openxmlformats.org/officeDocument/2006/relationships/image" Target="../media/image92.wmf"/><Relationship Id="rId23" Type="http://schemas.openxmlformats.org/officeDocument/2006/relationships/oleObject" Target="../embeddings/oleObject81.bin"/><Relationship Id="rId22" Type="http://schemas.openxmlformats.org/officeDocument/2006/relationships/image" Target="../media/image79.emf"/><Relationship Id="rId21" Type="http://schemas.openxmlformats.org/officeDocument/2006/relationships/image" Target="../media/image91.wmf"/><Relationship Id="rId20" Type="http://schemas.openxmlformats.org/officeDocument/2006/relationships/oleObject" Target="../embeddings/oleObject80.bin"/><Relationship Id="rId2" Type="http://schemas.openxmlformats.org/officeDocument/2006/relationships/image" Target="../media/image41.emf"/><Relationship Id="rId19" Type="http://schemas.openxmlformats.org/officeDocument/2006/relationships/image" Target="../media/image90.wmf"/><Relationship Id="rId18" Type="http://schemas.openxmlformats.org/officeDocument/2006/relationships/oleObject" Target="../embeddings/oleObject79.bin"/><Relationship Id="rId17" Type="http://schemas.openxmlformats.org/officeDocument/2006/relationships/image" Target="../media/image89.wmf"/><Relationship Id="rId16" Type="http://schemas.openxmlformats.org/officeDocument/2006/relationships/oleObject" Target="../embeddings/oleObject78.bin"/><Relationship Id="rId15" Type="http://schemas.openxmlformats.org/officeDocument/2006/relationships/image" Target="../media/image88.wmf"/><Relationship Id="rId14" Type="http://schemas.openxmlformats.org/officeDocument/2006/relationships/oleObject" Target="../embeddings/oleObject77.bin"/><Relationship Id="rId13" Type="http://schemas.openxmlformats.org/officeDocument/2006/relationships/image" Target="../media/image87.wmf"/><Relationship Id="rId12" Type="http://schemas.openxmlformats.org/officeDocument/2006/relationships/oleObject" Target="../embeddings/oleObject76.bin"/><Relationship Id="rId11" Type="http://schemas.openxmlformats.org/officeDocument/2006/relationships/image" Target="../media/image86.wmf"/><Relationship Id="rId10" Type="http://schemas.openxmlformats.org/officeDocument/2006/relationships/oleObject" Target="../embeddings/oleObject75.bin"/><Relationship Id="rId1" Type="http://schemas.openxmlformats.org/officeDocument/2006/relationships/oleObject" Target="../embeddings/oleObject73.bin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21.xml"/><Relationship Id="rId7" Type="http://schemas.openxmlformats.org/officeDocument/2006/relationships/vmlDrawing" Target="../drawings/vmlDrawing15.v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9.png"/><Relationship Id="rId4" Type="http://schemas.openxmlformats.org/officeDocument/2006/relationships/image" Target="../media/image98.wmf"/><Relationship Id="rId3" Type="http://schemas.openxmlformats.org/officeDocument/2006/relationships/oleObject" Target="../embeddings/oleObject86.bin"/><Relationship Id="rId2" Type="http://schemas.openxmlformats.org/officeDocument/2006/relationships/image" Target="../media/image97.emf"/><Relationship Id="rId1" Type="http://schemas.openxmlformats.org/officeDocument/2006/relationships/oleObject" Target="../embeddings/oleObject85.bin"/></Relationships>
</file>

<file path=ppt/slides/_rels/slide2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1.bin"/><Relationship Id="rId8" Type="http://schemas.openxmlformats.org/officeDocument/2006/relationships/image" Target="../media/image102.wmf"/><Relationship Id="rId7" Type="http://schemas.openxmlformats.org/officeDocument/2006/relationships/oleObject" Target="../embeddings/oleObject90.bin"/><Relationship Id="rId6" Type="http://schemas.openxmlformats.org/officeDocument/2006/relationships/image" Target="../media/image101.wmf"/><Relationship Id="rId5" Type="http://schemas.openxmlformats.org/officeDocument/2006/relationships/oleObject" Target="../embeddings/oleObject89.bin"/><Relationship Id="rId4" Type="http://schemas.openxmlformats.org/officeDocument/2006/relationships/image" Target="../media/image100.wmf"/><Relationship Id="rId3" Type="http://schemas.openxmlformats.org/officeDocument/2006/relationships/oleObject" Target="../embeddings/oleObject88.bin"/><Relationship Id="rId20" Type="http://schemas.openxmlformats.org/officeDocument/2006/relationships/notesSlide" Target="../notesSlides/notesSlide22.xml"/><Relationship Id="rId2" Type="http://schemas.openxmlformats.org/officeDocument/2006/relationships/image" Target="../media/image99.wmf"/><Relationship Id="rId19" Type="http://schemas.openxmlformats.org/officeDocument/2006/relationships/vmlDrawing" Target="../drawings/vmlDrawing16.vml"/><Relationship Id="rId18" Type="http://schemas.openxmlformats.org/officeDocument/2006/relationships/slideLayout" Target="../slideLayouts/slideLayout7.xml"/><Relationship Id="rId17" Type="http://schemas.openxmlformats.org/officeDocument/2006/relationships/image" Target="../media/image19.png"/><Relationship Id="rId16" Type="http://schemas.openxmlformats.org/officeDocument/2006/relationships/image" Target="../media/image106.wmf"/><Relationship Id="rId15" Type="http://schemas.openxmlformats.org/officeDocument/2006/relationships/oleObject" Target="../embeddings/oleObject94.bin"/><Relationship Id="rId14" Type="http://schemas.openxmlformats.org/officeDocument/2006/relationships/image" Target="../media/image105.wmf"/><Relationship Id="rId13" Type="http://schemas.openxmlformats.org/officeDocument/2006/relationships/oleObject" Target="../embeddings/oleObject93.bin"/><Relationship Id="rId12" Type="http://schemas.openxmlformats.org/officeDocument/2006/relationships/image" Target="../media/image104.wmf"/><Relationship Id="rId11" Type="http://schemas.openxmlformats.org/officeDocument/2006/relationships/oleObject" Target="../embeddings/oleObject92.bin"/><Relationship Id="rId10" Type="http://schemas.openxmlformats.org/officeDocument/2006/relationships/image" Target="../media/image103.wmf"/><Relationship Id="rId1" Type="http://schemas.openxmlformats.org/officeDocument/2006/relationships/oleObject" Target="../embeddings/oleObject87.bin"/></Relationships>
</file>

<file path=ppt/slides/_rels/slide2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9.bin"/><Relationship Id="rId8" Type="http://schemas.openxmlformats.org/officeDocument/2006/relationships/image" Target="../media/image110.wmf"/><Relationship Id="rId7" Type="http://schemas.openxmlformats.org/officeDocument/2006/relationships/oleObject" Target="../embeddings/oleObject98.bin"/><Relationship Id="rId6" Type="http://schemas.openxmlformats.org/officeDocument/2006/relationships/image" Target="../media/image109.wmf"/><Relationship Id="rId5" Type="http://schemas.openxmlformats.org/officeDocument/2006/relationships/oleObject" Target="../embeddings/oleObject97.bin"/><Relationship Id="rId4" Type="http://schemas.openxmlformats.org/officeDocument/2006/relationships/image" Target="../media/image108.emf"/><Relationship Id="rId3" Type="http://schemas.openxmlformats.org/officeDocument/2006/relationships/oleObject" Target="../embeddings/oleObject96.bin"/><Relationship Id="rId2" Type="http://schemas.openxmlformats.org/officeDocument/2006/relationships/image" Target="../media/image107.emf"/><Relationship Id="rId16" Type="http://schemas.openxmlformats.org/officeDocument/2006/relationships/notesSlide" Target="../notesSlides/notesSlide23.xml"/><Relationship Id="rId15" Type="http://schemas.openxmlformats.org/officeDocument/2006/relationships/vmlDrawing" Target="../drawings/vmlDrawing17.vml"/><Relationship Id="rId14" Type="http://schemas.openxmlformats.org/officeDocument/2006/relationships/slideLayout" Target="../slideLayouts/slideLayout7.xml"/><Relationship Id="rId13" Type="http://schemas.openxmlformats.org/officeDocument/2006/relationships/image" Target="../media/image19.png"/><Relationship Id="rId12" Type="http://schemas.openxmlformats.org/officeDocument/2006/relationships/image" Target="../media/image112.wmf"/><Relationship Id="rId11" Type="http://schemas.openxmlformats.org/officeDocument/2006/relationships/oleObject" Target="../embeddings/oleObject100.bin"/><Relationship Id="rId10" Type="http://schemas.openxmlformats.org/officeDocument/2006/relationships/image" Target="../media/image111.wmf"/><Relationship Id="rId1" Type="http://schemas.openxmlformats.org/officeDocument/2006/relationships/oleObject" Target="../embeddings/oleObject95.bin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96.png"/><Relationship Id="rId8" Type="http://schemas.openxmlformats.org/officeDocument/2006/relationships/image" Target="../media/image19.png"/><Relationship Id="rId7" Type="http://schemas.openxmlformats.org/officeDocument/2006/relationships/image" Target="../media/image107.emf"/><Relationship Id="rId6" Type="http://schemas.openxmlformats.org/officeDocument/2006/relationships/oleObject" Target="../embeddings/oleObject103.bin"/><Relationship Id="rId5" Type="http://schemas.openxmlformats.org/officeDocument/2006/relationships/image" Target="../media/image114.wmf"/><Relationship Id="rId4" Type="http://schemas.openxmlformats.org/officeDocument/2006/relationships/oleObject" Target="../embeddings/oleObject102.bin"/><Relationship Id="rId3" Type="http://schemas.openxmlformats.org/officeDocument/2006/relationships/image" Target="../media/image113.wmf"/><Relationship Id="rId2" Type="http://schemas.openxmlformats.org/officeDocument/2006/relationships/oleObject" Target="../embeddings/oleObject101.bin"/><Relationship Id="rId12" Type="http://schemas.openxmlformats.org/officeDocument/2006/relationships/notesSlide" Target="../notesSlides/notesSlide24.xml"/><Relationship Id="rId11" Type="http://schemas.openxmlformats.org/officeDocument/2006/relationships/vmlDrawing" Target="../drawings/vmlDrawing18.v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2.png"/></Relationships>
</file>

<file path=ppt/slides/_rels/slide29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5.xml"/><Relationship Id="rId5" Type="http://schemas.openxmlformats.org/officeDocument/2006/relationships/vmlDrawing" Target="../drawings/vmlDrawing19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9.png"/><Relationship Id="rId2" Type="http://schemas.openxmlformats.org/officeDocument/2006/relationships/image" Target="../media/image115.emf"/><Relationship Id="rId1" Type="http://schemas.openxmlformats.org/officeDocument/2006/relationships/oleObject" Target="../embeddings/oleObject104.bin"/></Relationships>
</file>

<file path=ppt/slides/_rels/slide3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.png"/><Relationship Id="rId8" Type="http://schemas.openxmlformats.org/officeDocument/2006/relationships/image" Target="../media/image2.png"/><Relationship Id="rId7" Type="http://schemas.openxmlformats.org/officeDocument/2006/relationships/image" Target="../media/image120.emf"/><Relationship Id="rId6" Type="http://schemas.openxmlformats.org/officeDocument/2006/relationships/image" Target="../media/image119.emf"/><Relationship Id="rId5" Type="http://schemas.openxmlformats.org/officeDocument/2006/relationships/image" Target="../media/image118.emf"/><Relationship Id="rId4" Type="http://schemas.openxmlformats.org/officeDocument/2006/relationships/image" Target="../media/image117.wmf"/><Relationship Id="rId3" Type="http://schemas.openxmlformats.org/officeDocument/2006/relationships/oleObject" Target="../embeddings/oleObject106.bin"/><Relationship Id="rId2" Type="http://schemas.openxmlformats.org/officeDocument/2006/relationships/image" Target="../media/image116.emf"/><Relationship Id="rId13" Type="http://schemas.openxmlformats.org/officeDocument/2006/relationships/notesSlide" Target="../notesSlides/notesSlide26.xml"/><Relationship Id="rId12" Type="http://schemas.openxmlformats.org/officeDocument/2006/relationships/vmlDrawing" Target="../drawings/vmlDrawing20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96.png"/><Relationship Id="rId1" Type="http://schemas.openxmlformats.org/officeDocument/2006/relationships/oleObject" Target="../embeddings/oleObject105.bin"/></Relationships>
</file>

<file path=ppt/slides/_rels/slide3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24.wmf"/><Relationship Id="rId8" Type="http://schemas.openxmlformats.org/officeDocument/2006/relationships/oleObject" Target="../embeddings/oleObject110.bin"/><Relationship Id="rId7" Type="http://schemas.openxmlformats.org/officeDocument/2006/relationships/image" Target="../media/image123.wmf"/><Relationship Id="rId6" Type="http://schemas.openxmlformats.org/officeDocument/2006/relationships/oleObject" Target="../embeddings/oleObject109.bin"/><Relationship Id="rId5" Type="http://schemas.openxmlformats.org/officeDocument/2006/relationships/image" Target="../media/image122.wmf"/><Relationship Id="rId4" Type="http://schemas.openxmlformats.org/officeDocument/2006/relationships/oleObject" Target="../embeddings/oleObject108.bin"/><Relationship Id="rId3" Type="http://schemas.openxmlformats.org/officeDocument/2006/relationships/image" Target="../media/image121.emf"/><Relationship Id="rId23" Type="http://schemas.openxmlformats.org/officeDocument/2006/relationships/notesSlide" Target="../notesSlides/notesSlide27.xml"/><Relationship Id="rId22" Type="http://schemas.openxmlformats.org/officeDocument/2006/relationships/vmlDrawing" Target="../drawings/vmlDrawing21.vml"/><Relationship Id="rId21" Type="http://schemas.openxmlformats.org/officeDocument/2006/relationships/slideLayout" Target="../slideLayouts/slideLayout7.xml"/><Relationship Id="rId20" Type="http://schemas.openxmlformats.org/officeDocument/2006/relationships/image" Target="../media/image79.emf"/><Relationship Id="rId2" Type="http://schemas.openxmlformats.org/officeDocument/2006/relationships/oleObject" Target="../embeddings/oleObject107.bin"/><Relationship Id="rId19" Type="http://schemas.openxmlformats.org/officeDocument/2006/relationships/image" Target="../media/image130.wmf"/><Relationship Id="rId18" Type="http://schemas.openxmlformats.org/officeDocument/2006/relationships/oleObject" Target="../embeddings/oleObject114.bin"/><Relationship Id="rId17" Type="http://schemas.openxmlformats.org/officeDocument/2006/relationships/image" Target="../media/image129.wmf"/><Relationship Id="rId16" Type="http://schemas.openxmlformats.org/officeDocument/2006/relationships/oleObject" Target="../embeddings/oleObject113.bin"/><Relationship Id="rId15" Type="http://schemas.openxmlformats.org/officeDocument/2006/relationships/image" Target="../media/image128.wmf"/><Relationship Id="rId14" Type="http://schemas.openxmlformats.org/officeDocument/2006/relationships/oleObject" Target="../embeddings/oleObject112.bin"/><Relationship Id="rId13" Type="http://schemas.openxmlformats.org/officeDocument/2006/relationships/image" Target="../media/image127.emf"/><Relationship Id="rId12" Type="http://schemas.openxmlformats.org/officeDocument/2006/relationships/image" Target="../media/image126.emf"/><Relationship Id="rId11" Type="http://schemas.openxmlformats.org/officeDocument/2006/relationships/image" Target="../media/image125.wmf"/><Relationship Id="rId10" Type="http://schemas.openxmlformats.org/officeDocument/2006/relationships/oleObject" Target="../embeddings/oleObject111.bin"/><Relationship Id="rId1" Type="http://schemas.openxmlformats.org/officeDocument/2006/relationships/image" Target="../media/image19.png"/></Relationships>
</file>

<file path=ppt/slides/_rels/slide3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19.bin"/><Relationship Id="rId8" Type="http://schemas.openxmlformats.org/officeDocument/2006/relationships/image" Target="../media/image134.wmf"/><Relationship Id="rId7" Type="http://schemas.openxmlformats.org/officeDocument/2006/relationships/oleObject" Target="../embeddings/oleObject118.bin"/><Relationship Id="rId6" Type="http://schemas.openxmlformats.org/officeDocument/2006/relationships/image" Target="../media/image133.wmf"/><Relationship Id="rId5" Type="http://schemas.openxmlformats.org/officeDocument/2006/relationships/oleObject" Target="../embeddings/oleObject117.bin"/><Relationship Id="rId4" Type="http://schemas.openxmlformats.org/officeDocument/2006/relationships/image" Target="../media/image132.wmf"/><Relationship Id="rId3" Type="http://schemas.openxmlformats.org/officeDocument/2006/relationships/oleObject" Target="../embeddings/oleObject116.bin"/><Relationship Id="rId20" Type="http://schemas.openxmlformats.org/officeDocument/2006/relationships/notesSlide" Target="../notesSlides/notesSlide28.xml"/><Relationship Id="rId2" Type="http://schemas.openxmlformats.org/officeDocument/2006/relationships/image" Target="../media/image131.wmf"/><Relationship Id="rId19" Type="http://schemas.openxmlformats.org/officeDocument/2006/relationships/vmlDrawing" Target="../drawings/vmlDrawing22.vml"/><Relationship Id="rId18" Type="http://schemas.openxmlformats.org/officeDocument/2006/relationships/slideLayout" Target="../slideLayouts/slideLayout7.xml"/><Relationship Id="rId17" Type="http://schemas.openxmlformats.org/officeDocument/2006/relationships/image" Target="../media/image19.png"/><Relationship Id="rId16" Type="http://schemas.openxmlformats.org/officeDocument/2006/relationships/image" Target="../media/image138.wmf"/><Relationship Id="rId15" Type="http://schemas.openxmlformats.org/officeDocument/2006/relationships/oleObject" Target="../embeddings/oleObject122.bin"/><Relationship Id="rId14" Type="http://schemas.openxmlformats.org/officeDocument/2006/relationships/image" Target="../media/image137.wmf"/><Relationship Id="rId13" Type="http://schemas.openxmlformats.org/officeDocument/2006/relationships/oleObject" Target="../embeddings/oleObject121.bin"/><Relationship Id="rId12" Type="http://schemas.openxmlformats.org/officeDocument/2006/relationships/image" Target="../media/image136.wmf"/><Relationship Id="rId11" Type="http://schemas.openxmlformats.org/officeDocument/2006/relationships/oleObject" Target="../embeddings/oleObject120.bin"/><Relationship Id="rId10" Type="http://schemas.openxmlformats.org/officeDocument/2006/relationships/image" Target="../media/image135.wmf"/><Relationship Id="rId1" Type="http://schemas.openxmlformats.org/officeDocument/2006/relationships/oleObject" Target="../embeddings/oleObject115.bin"/></Relationships>
</file>

<file path=ppt/slides/_rels/slide3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27.bin"/><Relationship Id="rId8" Type="http://schemas.openxmlformats.org/officeDocument/2006/relationships/image" Target="../media/image142.wmf"/><Relationship Id="rId7" Type="http://schemas.openxmlformats.org/officeDocument/2006/relationships/oleObject" Target="../embeddings/oleObject126.bin"/><Relationship Id="rId6" Type="http://schemas.openxmlformats.org/officeDocument/2006/relationships/image" Target="../media/image141.wmf"/><Relationship Id="rId5" Type="http://schemas.openxmlformats.org/officeDocument/2006/relationships/oleObject" Target="../embeddings/oleObject125.bin"/><Relationship Id="rId4" Type="http://schemas.openxmlformats.org/officeDocument/2006/relationships/image" Target="../media/image140.wmf"/><Relationship Id="rId3" Type="http://schemas.openxmlformats.org/officeDocument/2006/relationships/oleObject" Target="../embeddings/oleObject124.bin"/><Relationship Id="rId2" Type="http://schemas.openxmlformats.org/officeDocument/2006/relationships/image" Target="../media/image139.wmf"/><Relationship Id="rId16" Type="http://schemas.openxmlformats.org/officeDocument/2006/relationships/notesSlide" Target="../notesSlides/notesSlide29.xml"/><Relationship Id="rId15" Type="http://schemas.openxmlformats.org/officeDocument/2006/relationships/vmlDrawing" Target="../drawings/vmlDrawing23.vml"/><Relationship Id="rId14" Type="http://schemas.openxmlformats.org/officeDocument/2006/relationships/slideLayout" Target="../slideLayouts/slideLayout7.xml"/><Relationship Id="rId13" Type="http://schemas.openxmlformats.org/officeDocument/2006/relationships/image" Target="../media/image19.png"/><Relationship Id="rId12" Type="http://schemas.openxmlformats.org/officeDocument/2006/relationships/image" Target="../media/image144.emf"/><Relationship Id="rId11" Type="http://schemas.openxmlformats.org/officeDocument/2006/relationships/oleObject" Target="../embeddings/oleObject128.bin"/><Relationship Id="rId10" Type="http://schemas.openxmlformats.org/officeDocument/2006/relationships/image" Target="../media/image143.emf"/><Relationship Id="rId1" Type="http://schemas.openxmlformats.org/officeDocument/2006/relationships/oleObject" Target="../embeddings/oleObject123.bin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24.vml"/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96.png"/><Relationship Id="rId6" Type="http://schemas.openxmlformats.org/officeDocument/2006/relationships/image" Target="../media/image19.png"/><Relationship Id="rId5" Type="http://schemas.openxmlformats.org/officeDocument/2006/relationships/image" Target="../media/image143.emf"/><Relationship Id="rId4" Type="http://schemas.openxmlformats.org/officeDocument/2006/relationships/oleObject" Target="../embeddings/oleObject130.bin"/><Relationship Id="rId3" Type="http://schemas.openxmlformats.org/officeDocument/2006/relationships/image" Target="../media/image145.wmf"/><Relationship Id="rId2" Type="http://schemas.openxmlformats.org/officeDocument/2006/relationships/oleObject" Target="../embeddings/oleObject129.bin"/><Relationship Id="rId10" Type="http://schemas.openxmlformats.org/officeDocument/2006/relationships/notesSlide" Target="../notesSlides/notesSlide30.xml"/><Relationship Id="rId1" Type="http://schemas.openxmlformats.org/officeDocument/2006/relationships/image" Target="../media/image2.png"/></Relationships>
</file>

<file path=ppt/slides/_rels/slide3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.png"/><Relationship Id="rId8" Type="http://schemas.openxmlformats.org/officeDocument/2006/relationships/image" Target="../media/image148.wmf"/><Relationship Id="rId7" Type="http://schemas.openxmlformats.org/officeDocument/2006/relationships/oleObject" Target="../embeddings/oleObject134.bin"/><Relationship Id="rId6" Type="http://schemas.openxmlformats.org/officeDocument/2006/relationships/image" Target="../media/image147.wmf"/><Relationship Id="rId5" Type="http://schemas.openxmlformats.org/officeDocument/2006/relationships/oleObject" Target="../embeddings/oleObject133.bin"/><Relationship Id="rId4" Type="http://schemas.openxmlformats.org/officeDocument/2006/relationships/image" Target="../media/image146.wmf"/><Relationship Id="rId3" Type="http://schemas.openxmlformats.org/officeDocument/2006/relationships/oleObject" Target="../embeddings/oleObject132.bin"/><Relationship Id="rId2" Type="http://schemas.openxmlformats.org/officeDocument/2006/relationships/image" Target="../media/image145.wmf"/><Relationship Id="rId12" Type="http://schemas.openxmlformats.org/officeDocument/2006/relationships/notesSlide" Target="../notesSlides/notesSlide31.xml"/><Relationship Id="rId11" Type="http://schemas.openxmlformats.org/officeDocument/2006/relationships/vmlDrawing" Target="../drawings/vmlDrawing25.vml"/><Relationship Id="rId10" Type="http://schemas.openxmlformats.org/officeDocument/2006/relationships/slideLayout" Target="../slideLayouts/slideLayout7.xml"/><Relationship Id="rId1" Type="http://schemas.openxmlformats.org/officeDocument/2006/relationships/oleObject" Target="../embeddings/oleObject131.bin"/></Relationships>
</file>

<file path=ppt/slides/_rels/slide3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38.bin"/><Relationship Id="rId8" Type="http://schemas.openxmlformats.org/officeDocument/2006/relationships/image" Target="../media/image152.wmf"/><Relationship Id="rId7" Type="http://schemas.openxmlformats.org/officeDocument/2006/relationships/oleObject" Target="../embeddings/oleObject137.bin"/><Relationship Id="rId6" Type="http://schemas.openxmlformats.org/officeDocument/2006/relationships/image" Target="../media/image151.emf"/><Relationship Id="rId5" Type="http://schemas.openxmlformats.org/officeDocument/2006/relationships/image" Target="../media/image150.wmf"/><Relationship Id="rId4" Type="http://schemas.openxmlformats.org/officeDocument/2006/relationships/oleObject" Target="../embeddings/oleObject136.bin"/><Relationship Id="rId3" Type="http://schemas.openxmlformats.org/officeDocument/2006/relationships/image" Target="../media/image149.emf"/><Relationship Id="rId2" Type="http://schemas.openxmlformats.org/officeDocument/2006/relationships/oleObject" Target="../embeddings/oleObject135.bin"/><Relationship Id="rId13" Type="http://schemas.openxmlformats.org/officeDocument/2006/relationships/notesSlide" Target="../notesSlides/notesSlide32.xml"/><Relationship Id="rId12" Type="http://schemas.openxmlformats.org/officeDocument/2006/relationships/vmlDrawing" Target="../drawings/vmlDrawing26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53.wmf"/><Relationship Id="rId1" Type="http://schemas.openxmlformats.org/officeDocument/2006/relationships/image" Target="../media/image19.png"/></Relationships>
</file>

<file path=ppt/slides/_rels/slide3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57.wmf"/><Relationship Id="rId8" Type="http://schemas.openxmlformats.org/officeDocument/2006/relationships/oleObject" Target="../embeddings/oleObject142.bin"/><Relationship Id="rId7" Type="http://schemas.openxmlformats.org/officeDocument/2006/relationships/image" Target="../media/image156.wmf"/><Relationship Id="rId6" Type="http://schemas.openxmlformats.org/officeDocument/2006/relationships/oleObject" Target="../embeddings/oleObject141.bin"/><Relationship Id="rId5" Type="http://schemas.openxmlformats.org/officeDocument/2006/relationships/image" Target="../media/image155.wmf"/><Relationship Id="rId4" Type="http://schemas.openxmlformats.org/officeDocument/2006/relationships/oleObject" Target="../embeddings/oleObject140.bin"/><Relationship Id="rId3" Type="http://schemas.openxmlformats.org/officeDocument/2006/relationships/image" Target="../media/image79.emf"/><Relationship Id="rId25" Type="http://schemas.openxmlformats.org/officeDocument/2006/relationships/notesSlide" Target="../notesSlides/notesSlide33.xml"/><Relationship Id="rId24" Type="http://schemas.openxmlformats.org/officeDocument/2006/relationships/vmlDrawing" Target="../drawings/vmlDrawing27.vml"/><Relationship Id="rId23" Type="http://schemas.openxmlformats.org/officeDocument/2006/relationships/slideLayout" Target="../slideLayouts/slideLayout7.xml"/><Relationship Id="rId22" Type="http://schemas.openxmlformats.org/officeDocument/2006/relationships/image" Target="../media/image19.png"/><Relationship Id="rId21" Type="http://schemas.openxmlformats.org/officeDocument/2006/relationships/image" Target="../media/image162.wmf"/><Relationship Id="rId20" Type="http://schemas.openxmlformats.org/officeDocument/2006/relationships/oleObject" Target="../embeddings/oleObject147.bin"/><Relationship Id="rId2" Type="http://schemas.openxmlformats.org/officeDocument/2006/relationships/image" Target="../media/image154.emf"/><Relationship Id="rId19" Type="http://schemas.openxmlformats.org/officeDocument/2006/relationships/image" Target="../media/image161.wmf"/><Relationship Id="rId18" Type="http://schemas.openxmlformats.org/officeDocument/2006/relationships/oleObject" Target="../embeddings/oleObject146.bin"/><Relationship Id="rId17" Type="http://schemas.openxmlformats.org/officeDocument/2006/relationships/image" Target="../media/image160.wmf"/><Relationship Id="rId16" Type="http://schemas.openxmlformats.org/officeDocument/2006/relationships/oleObject" Target="../embeddings/oleObject145.bin"/><Relationship Id="rId15" Type="http://schemas.openxmlformats.org/officeDocument/2006/relationships/image" Target="../media/image159.wmf"/><Relationship Id="rId14" Type="http://schemas.openxmlformats.org/officeDocument/2006/relationships/oleObject" Target="../embeddings/oleObject144.bin"/><Relationship Id="rId13" Type="http://schemas.openxmlformats.org/officeDocument/2006/relationships/image" Target="../media/image127.emf"/><Relationship Id="rId12" Type="http://schemas.openxmlformats.org/officeDocument/2006/relationships/image" Target="../media/image126.emf"/><Relationship Id="rId11" Type="http://schemas.openxmlformats.org/officeDocument/2006/relationships/image" Target="../media/image158.wmf"/><Relationship Id="rId10" Type="http://schemas.openxmlformats.org/officeDocument/2006/relationships/oleObject" Target="../embeddings/oleObject143.bin"/><Relationship Id="rId1" Type="http://schemas.openxmlformats.org/officeDocument/2006/relationships/oleObject" Target="../embeddings/oleObject139.bin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9.png"/></Relationships>
</file>

<file path=ppt/slides/_rels/slide39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35.xml"/><Relationship Id="rId6" Type="http://schemas.openxmlformats.org/officeDocument/2006/relationships/vmlDrawing" Target="../drawings/vmlDrawing28.v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164.jpeg"/><Relationship Id="rId3" Type="http://schemas.openxmlformats.org/officeDocument/2006/relationships/image" Target="../media/image96.png"/><Relationship Id="rId2" Type="http://schemas.openxmlformats.org/officeDocument/2006/relationships/image" Target="../media/image163.png"/><Relationship Id="rId1" Type="http://schemas.openxmlformats.org/officeDocument/2006/relationships/oleObject" Target="../embeddings/oleObject148.bin"/></Relationships>
</file>

<file path=ppt/slides/_rels/slide4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9.vml"/><Relationship Id="rId3" Type="http://schemas.openxmlformats.org/officeDocument/2006/relationships/slideLayout" Target="../slideLayouts/slideLayout6.xml"/><Relationship Id="rId2" Type="http://schemas.openxmlformats.org/officeDocument/2006/relationships/image" Target="../media/image165.emf"/><Relationship Id="rId1" Type="http://schemas.openxmlformats.org/officeDocument/2006/relationships/oleObject" Target="../embeddings/oleObject149.bin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9" Type="http://schemas.openxmlformats.org/officeDocument/2006/relationships/image" Target="../media/image32.emf"/><Relationship Id="rId8" Type="http://schemas.openxmlformats.org/officeDocument/2006/relationships/oleObject" Target="../embeddings/oleObject153.bin"/><Relationship Id="rId7" Type="http://schemas.openxmlformats.org/officeDocument/2006/relationships/image" Target="../media/image19.png"/><Relationship Id="rId6" Type="http://schemas.openxmlformats.org/officeDocument/2006/relationships/image" Target="../media/image168.wmf"/><Relationship Id="rId5" Type="http://schemas.openxmlformats.org/officeDocument/2006/relationships/oleObject" Target="../embeddings/oleObject152.bin"/><Relationship Id="rId4" Type="http://schemas.openxmlformats.org/officeDocument/2006/relationships/image" Target="../media/image167.wmf"/><Relationship Id="rId3" Type="http://schemas.openxmlformats.org/officeDocument/2006/relationships/oleObject" Target="../embeddings/oleObject151.bin"/><Relationship Id="rId2" Type="http://schemas.openxmlformats.org/officeDocument/2006/relationships/image" Target="../media/image166.wmf"/><Relationship Id="rId12" Type="http://schemas.openxmlformats.org/officeDocument/2006/relationships/notesSlide" Target="../notesSlides/notesSlide36.xml"/><Relationship Id="rId11" Type="http://schemas.openxmlformats.org/officeDocument/2006/relationships/vmlDrawing" Target="../drawings/vmlDrawing30.vml"/><Relationship Id="rId10" Type="http://schemas.openxmlformats.org/officeDocument/2006/relationships/slideLayout" Target="../slideLayouts/slideLayout7.xml"/><Relationship Id="rId1" Type="http://schemas.openxmlformats.org/officeDocument/2006/relationships/oleObject" Target="../embeddings/oleObject150.bin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7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1" Type="http://schemas.openxmlformats.org/officeDocument/2006/relationships/image" Target="../media/image19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8.xml"/><Relationship Id="rId7" Type="http://schemas.openxmlformats.org/officeDocument/2006/relationships/vmlDrawing" Target="../drawings/vmlDrawing31.v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9.png"/><Relationship Id="rId4" Type="http://schemas.openxmlformats.org/officeDocument/2006/relationships/image" Target="../media/image170.emf"/><Relationship Id="rId3" Type="http://schemas.openxmlformats.org/officeDocument/2006/relationships/oleObject" Target="../embeddings/oleObject155.bin"/><Relationship Id="rId2" Type="http://schemas.openxmlformats.org/officeDocument/2006/relationships/image" Target="../media/image169.emf"/><Relationship Id="rId1" Type="http://schemas.openxmlformats.org/officeDocument/2006/relationships/oleObject" Target="../embeddings/oleObject154.bin"/></Relationships>
</file>

<file path=ppt/slides/_rels/slide4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59.bin"/><Relationship Id="rId8" Type="http://schemas.openxmlformats.org/officeDocument/2006/relationships/image" Target="../media/image173.wmf"/><Relationship Id="rId7" Type="http://schemas.openxmlformats.org/officeDocument/2006/relationships/oleObject" Target="../embeddings/oleObject158.bin"/><Relationship Id="rId6" Type="http://schemas.openxmlformats.org/officeDocument/2006/relationships/image" Target="../media/image172.wmf"/><Relationship Id="rId5" Type="http://schemas.openxmlformats.org/officeDocument/2006/relationships/oleObject" Target="../embeddings/oleObject157.bin"/><Relationship Id="rId4" Type="http://schemas.openxmlformats.org/officeDocument/2006/relationships/image" Target="../media/image171.wmf"/><Relationship Id="rId3" Type="http://schemas.openxmlformats.org/officeDocument/2006/relationships/oleObject" Target="../embeddings/oleObject156.bin"/><Relationship Id="rId25" Type="http://schemas.openxmlformats.org/officeDocument/2006/relationships/notesSlide" Target="../notesSlides/notesSlide39.xml"/><Relationship Id="rId24" Type="http://schemas.openxmlformats.org/officeDocument/2006/relationships/vmlDrawing" Target="../drawings/vmlDrawing32.vml"/><Relationship Id="rId23" Type="http://schemas.openxmlformats.org/officeDocument/2006/relationships/slideLayout" Target="../slideLayouts/slideLayout7.xml"/><Relationship Id="rId22" Type="http://schemas.openxmlformats.org/officeDocument/2006/relationships/image" Target="../media/image170.emf"/><Relationship Id="rId21" Type="http://schemas.openxmlformats.org/officeDocument/2006/relationships/oleObject" Target="../embeddings/oleObject165.bin"/><Relationship Id="rId20" Type="http://schemas.openxmlformats.org/officeDocument/2006/relationships/image" Target="../media/image31.wmf"/><Relationship Id="rId2" Type="http://schemas.openxmlformats.org/officeDocument/2006/relationships/image" Target="../media/image2.png"/><Relationship Id="rId19" Type="http://schemas.openxmlformats.org/officeDocument/2006/relationships/oleObject" Target="../embeddings/oleObject164.bin"/><Relationship Id="rId18" Type="http://schemas.openxmlformats.org/officeDocument/2006/relationships/image" Target="../media/image30.wmf"/><Relationship Id="rId17" Type="http://schemas.openxmlformats.org/officeDocument/2006/relationships/oleObject" Target="../embeddings/oleObject163.bin"/><Relationship Id="rId16" Type="http://schemas.openxmlformats.org/officeDocument/2006/relationships/image" Target="../media/image29.wmf"/><Relationship Id="rId15" Type="http://schemas.openxmlformats.org/officeDocument/2006/relationships/oleObject" Target="../embeddings/oleObject162.bin"/><Relationship Id="rId14" Type="http://schemas.openxmlformats.org/officeDocument/2006/relationships/image" Target="../media/image28.wmf"/><Relationship Id="rId13" Type="http://schemas.openxmlformats.org/officeDocument/2006/relationships/oleObject" Target="../embeddings/oleObject161.bin"/><Relationship Id="rId12" Type="http://schemas.openxmlformats.org/officeDocument/2006/relationships/image" Target="../media/image27.wmf"/><Relationship Id="rId11" Type="http://schemas.openxmlformats.org/officeDocument/2006/relationships/oleObject" Target="../embeddings/oleObject160.bin"/><Relationship Id="rId10" Type="http://schemas.openxmlformats.org/officeDocument/2006/relationships/image" Target="../media/image26.wmf"/><Relationship Id="rId1" Type="http://schemas.openxmlformats.org/officeDocument/2006/relationships/image" Target="../media/image19.png"/></Relationships>
</file>

<file path=ppt/slides/_rels/slide4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6.wmf"/><Relationship Id="rId8" Type="http://schemas.openxmlformats.org/officeDocument/2006/relationships/oleObject" Target="../embeddings/oleObject169.bin"/><Relationship Id="rId7" Type="http://schemas.openxmlformats.org/officeDocument/2006/relationships/image" Target="../media/image175.emf"/><Relationship Id="rId6" Type="http://schemas.openxmlformats.org/officeDocument/2006/relationships/oleObject" Target="../embeddings/oleObject168.bin"/><Relationship Id="rId5" Type="http://schemas.openxmlformats.org/officeDocument/2006/relationships/image" Target="../media/image170.emf"/><Relationship Id="rId4" Type="http://schemas.openxmlformats.org/officeDocument/2006/relationships/oleObject" Target="../embeddings/oleObject167.bin"/><Relationship Id="rId3" Type="http://schemas.openxmlformats.org/officeDocument/2006/relationships/image" Target="../media/image174.wmf"/><Relationship Id="rId2" Type="http://schemas.openxmlformats.org/officeDocument/2006/relationships/oleObject" Target="../embeddings/oleObject166.bin"/><Relationship Id="rId13" Type="http://schemas.openxmlformats.org/officeDocument/2006/relationships/notesSlide" Target="../notesSlides/notesSlide40.xml"/><Relationship Id="rId12" Type="http://schemas.openxmlformats.org/officeDocument/2006/relationships/vmlDrawing" Target="../drawings/vmlDrawing33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96.png"/><Relationship Id="rId1" Type="http://schemas.openxmlformats.org/officeDocument/2006/relationships/image" Target="../media/image19.png"/></Relationships>
</file>

<file path=ppt/slides/_rels/slide4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96.png"/><Relationship Id="rId7" Type="http://schemas.openxmlformats.org/officeDocument/2006/relationships/image" Target="../media/image175.emf"/><Relationship Id="rId6" Type="http://schemas.openxmlformats.org/officeDocument/2006/relationships/oleObject" Target="../embeddings/oleObject172.bin"/><Relationship Id="rId5" Type="http://schemas.openxmlformats.org/officeDocument/2006/relationships/image" Target="../media/image170.emf"/><Relationship Id="rId4" Type="http://schemas.openxmlformats.org/officeDocument/2006/relationships/oleObject" Target="../embeddings/oleObject171.bin"/><Relationship Id="rId3" Type="http://schemas.openxmlformats.org/officeDocument/2006/relationships/image" Target="../media/image177.wmf"/><Relationship Id="rId2" Type="http://schemas.openxmlformats.org/officeDocument/2006/relationships/oleObject" Target="../embeddings/oleObject170.bin"/><Relationship Id="rId11" Type="http://schemas.openxmlformats.org/officeDocument/2006/relationships/notesSlide" Target="../notesSlides/notesSlide41.xml"/><Relationship Id="rId10" Type="http://schemas.openxmlformats.org/officeDocument/2006/relationships/vmlDrawing" Target="../drawings/vmlDrawing34.vml"/><Relationship Id="rId1" Type="http://schemas.openxmlformats.org/officeDocument/2006/relationships/image" Target="../media/image19.png"/></Relationships>
</file>

<file path=ppt/slides/_rels/slide4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96.png"/><Relationship Id="rId7" Type="http://schemas.openxmlformats.org/officeDocument/2006/relationships/image" Target="../media/image175.emf"/><Relationship Id="rId6" Type="http://schemas.openxmlformats.org/officeDocument/2006/relationships/oleObject" Target="../embeddings/oleObject175.bin"/><Relationship Id="rId5" Type="http://schemas.openxmlformats.org/officeDocument/2006/relationships/image" Target="../media/image179.emf"/><Relationship Id="rId4" Type="http://schemas.openxmlformats.org/officeDocument/2006/relationships/oleObject" Target="../embeddings/oleObject174.bin"/><Relationship Id="rId3" Type="http://schemas.openxmlformats.org/officeDocument/2006/relationships/image" Target="../media/image178.emf"/><Relationship Id="rId2" Type="http://schemas.openxmlformats.org/officeDocument/2006/relationships/oleObject" Target="../embeddings/oleObject173.bin"/><Relationship Id="rId11" Type="http://schemas.openxmlformats.org/officeDocument/2006/relationships/notesSlide" Target="../notesSlides/notesSlide42.xml"/><Relationship Id="rId10" Type="http://schemas.openxmlformats.org/officeDocument/2006/relationships/vmlDrawing" Target="../drawings/vmlDrawing35.vml"/><Relationship Id="rId1" Type="http://schemas.openxmlformats.org/officeDocument/2006/relationships/image" Target="../media/image19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43.xml"/><Relationship Id="rId7" Type="http://schemas.openxmlformats.org/officeDocument/2006/relationships/vmlDrawing" Target="../drawings/vmlDrawing36.v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80.emf"/><Relationship Id="rId4" Type="http://schemas.openxmlformats.org/officeDocument/2006/relationships/oleObject" Target="../embeddings/oleObject177.bin"/><Relationship Id="rId3" Type="http://schemas.openxmlformats.org/officeDocument/2006/relationships/image" Target="../media/image175.emf"/><Relationship Id="rId2" Type="http://schemas.openxmlformats.org/officeDocument/2006/relationships/oleObject" Target="../embeddings/oleObject176.bin"/><Relationship Id="rId1" Type="http://schemas.openxmlformats.org/officeDocument/2006/relationships/image" Target="../media/image19.png"/></Relationships>
</file>

<file path=ppt/slides/_rels/slide5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82.bin"/><Relationship Id="rId8" Type="http://schemas.openxmlformats.org/officeDocument/2006/relationships/image" Target="../media/image184.wmf"/><Relationship Id="rId7" Type="http://schemas.openxmlformats.org/officeDocument/2006/relationships/oleObject" Target="../embeddings/oleObject181.bin"/><Relationship Id="rId6" Type="http://schemas.openxmlformats.org/officeDocument/2006/relationships/image" Target="../media/image183.wmf"/><Relationship Id="rId5" Type="http://schemas.openxmlformats.org/officeDocument/2006/relationships/oleObject" Target="../embeddings/oleObject180.bin"/><Relationship Id="rId4" Type="http://schemas.openxmlformats.org/officeDocument/2006/relationships/image" Target="../media/image182.wmf"/><Relationship Id="rId3" Type="http://schemas.openxmlformats.org/officeDocument/2006/relationships/oleObject" Target="../embeddings/oleObject179.bin"/><Relationship Id="rId2" Type="http://schemas.openxmlformats.org/officeDocument/2006/relationships/image" Target="../media/image181.wmf"/><Relationship Id="rId19" Type="http://schemas.openxmlformats.org/officeDocument/2006/relationships/notesSlide" Target="../notesSlides/notesSlide44.xml"/><Relationship Id="rId18" Type="http://schemas.openxmlformats.org/officeDocument/2006/relationships/vmlDrawing" Target="../drawings/vmlDrawing37.vml"/><Relationship Id="rId17" Type="http://schemas.openxmlformats.org/officeDocument/2006/relationships/slideLayout" Target="../slideLayouts/slideLayout7.xml"/><Relationship Id="rId16" Type="http://schemas.openxmlformats.org/officeDocument/2006/relationships/image" Target="../media/image96.png"/><Relationship Id="rId15" Type="http://schemas.openxmlformats.org/officeDocument/2006/relationships/image" Target="../media/image175.emf"/><Relationship Id="rId14" Type="http://schemas.openxmlformats.org/officeDocument/2006/relationships/oleObject" Target="../embeddings/oleObject184.bin"/><Relationship Id="rId13" Type="http://schemas.openxmlformats.org/officeDocument/2006/relationships/image" Target="../media/image19.png"/><Relationship Id="rId12" Type="http://schemas.openxmlformats.org/officeDocument/2006/relationships/image" Target="../media/image186.wmf"/><Relationship Id="rId11" Type="http://schemas.openxmlformats.org/officeDocument/2006/relationships/oleObject" Target="../embeddings/oleObject183.bin"/><Relationship Id="rId10" Type="http://schemas.openxmlformats.org/officeDocument/2006/relationships/image" Target="../media/image185.wmf"/><Relationship Id="rId1" Type="http://schemas.openxmlformats.org/officeDocument/2006/relationships/oleObject" Target="../embeddings/oleObject178.bin"/></Relationships>
</file>

<file path=ppt/slides/_rels/slide5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85.wmf"/><Relationship Id="rId8" Type="http://schemas.openxmlformats.org/officeDocument/2006/relationships/oleObject" Target="../embeddings/oleObject188.bin"/><Relationship Id="rId7" Type="http://schemas.openxmlformats.org/officeDocument/2006/relationships/image" Target="../media/image184.wmf"/><Relationship Id="rId6" Type="http://schemas.openxmlformats.org/officeDocument/2006/relationships/oleObject" Target="../embeddings/oleObject187.bin"/><Relationship Id="rId5" Type="http://schemas.openxmlformats.org/officeDocument/2006/relationships/image" Target="../media/image175.emf"/><Relationship Id="rId4" Type="http://schemas.openxmlformats.org/officeDocument/2006/relationships/oleObject" Target="../embeddings/oleObject186.bin"/><Relationship Id="rId3" Type="http://schemas.openxmlformats.org/officeDocument/2006/relationships/image" Target="../media/image19.png"/><Relationship Id="rId2" Type="http://schemas.openxmlformats.org/officeDocument/2006/relationships/image" Target="../media/image187.wmf"/><Relationship Id="rId15" Type="http://schemas.openxmlformats.org/officeDocument/2006/relationships/notesSlide" Target="../notesSlides/notesSlide45.xml"/><Relationship Id="rId14" Type="http://schemas.openxmlformats.org/officeDocument/2006/relationships/vmlDrawing" Target="../drawings/vmlDrawing38.vml"/><Relationship Id="rId13" Type="http://schemas.openxmlformats.org/officeDocument/2006/relationships/slideLayout" Target="../slideLayouts/slideLayout7.xml"/><Relationship Id="rId12" Type="http://schemas.openxmlformats.org/officeDocument/2006/relationships/image" Target="../media/image96.png"/><Relationship Id="rId11" Type="http://schemas.openxmlformats.org/officeDocument/2006/relationships/image" Target="../media/image186.wmf"/><Relationship Id="rId10" Type="http://schemas.openxmlformats.org/officeDocument/2006/relationships/oleObject" Target="../embeddings/oleObject189.bin"/><Relationship Id="rId1" Type="http://schemas.openxmlformats.org/officeDocument/2006/relationships/oleObject" Target="../embeddings/oleObject185.bin"/></Relationships>
</file>

<file path=ppt/slides/_rels/slide53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39.vml"/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189.wmf"/><Relationship Id="rId6" Type="http://schemas.openxmlformats.org/officeDocument/2006/relationships/oleObject" Target="../embeddings/oleObject192.bin"/><Relationship Id="rId5" Type="http://schemas.openxmlformats.org/officeDocument/2006/relationships/image" Target="../media/image188.wmf"/><Relationship Id="rId4" Type="http://schemas.openxmlformats.org/officeDocument/2006/relationships/oleObject" Target="../embeddings/oleObject191.bin"/><Relationship Id="rId3" Type="http://schemas.openxmlformats.org/officeDocument/2006/relationships/image" Target="../media/image96.png"/><Relationship Id="rId2" Type="http://schemas.openxmlformats.org/officeDocument/2006/relationships/image" Target="../media/image163.png"/><Relationship Id="rId10" Type="http://schemas.openxmlformats.org/officeDocument/2006/relationships/notesSlide" Target="../notesSlides/notesSlide46.xml"/><Relationship Id="rId1" Type="http://schemas.openxmlformats.org/officeDocument/2006/relationships/oleObject" Target="../embeddings/oleObject190.bin"/></Relationships>
</file>

<file path=ppt/slides/_rels/slide5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3.wmf"/><Relationship Id="rId8" Type="http://schemas.openxmlformats.org/officeDocument/2006/relationships/oleObject" Target="../embeddings/oleObject196.bin"/><Relationship Id="rId7" Type="http://schemas.openxmlformats.org/officeDocument/2006/relationships/image" Target="../media/image192.emf"/><Relationship Id="rId6" Type="http://schemas.openxmlformats.org/officeDocument/2006/relationships/oleObject" Target="../embeddings/oleObject195.bin"/><Relationship Id="rId5" Type="http://schemas.openxmlformats.org/officeDocument/2006/relationships/image" Target="../media/image191.emf"/><Relationship Id="rId4" Type="http://schemas.openxmlformats.org/officeDocument/2006/relationships/oleObject" Target="../embeddings/oleObject194.bin"/><Relationship Id="rId3" Type="http://schemas.openxmlformats.org/officeDocument/2006/relationships/image" Target="../media/image190.emf"/><Relationship Id="rId2" Type="http://schemas.openxmlformats.org/officeDocument/2006/relationships/oleObject" Target="../embeddings/oleObject193.bin"/><Relationship Id="rId14" Type="http://schemas.openxmlformats.org/officeDocument/2006/relationships/notesSlide" Target="../notesSlides/notesSlide47.xml"/><Relationship Id="rId13" Type="http://schemas.openxmlformats.org/officeDocument/2006/relationships/vmlDrawing" Target="../drawings/vmlDrawing40.v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194.wmf"/><Relationship Id="rId10" Type="http://schemas.openxmlformats.org/officeDocument/2006/relationships/oleObject" Target="../embeddings/oleObject197.bin"/><Relationship Id="rId1" Type="http://schemas.openxmlformats.org/officeDocument/2006/relationships/image" Target="../media/image19.png"/></Relationships>
</file>

<file path=ppt/slides/_rels/slide5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8.emf"/><Relationship Id="rId8" Type="http://schemas.openxmlformats.org/officeDocument/2006/relationships/oleObject" Target="../embeddings/oleObject201.bin"/><Relationship Id="rId7" Type="http://schemas.openxmlformats.org/officeDocument/2006/relationships/image" Target="../media/image197.emf"/><Relationship Id="rId6" Type="http://schemas.openxmlformats.org/officeDocument/2006/relationships/oleObject" Target="../embeddings/oleObject200.bin"/><Relationship Id="rId5" Type="http://schemas.openxmlformats.org/officeDocument/2006/relationships/image" Target="../media/image196.wmf"/><Relationship Id="rId4" Type="http://schemas.openxmlformats.org/officeDocument/2006/relationships/oleObject" Target="../embeddings/oleObject199.bin"/><Relationship Id="rId3" Type="http://schemas.openxmlformats.org/officeDocument/2006/relationships/image" Target="../media/image195.emf"/><Relationship Id="rId2" Type="http://schemas.openxmlformats.org/officeDocument/2006/relationships/oleObject" Target="../embeddings/oleObject198.bin"/><Relationship Id="rId18" Type="http://schemas.openxmlformats.org/officeDocument/2006/relationships/notesSlide" Target="../notesSlides/notesSlide48.xml"/><Relationship Id="rId17" Type="http://schemas.openxmlformats.org/officeDocument/2006/relationships/vmlDrawing" Target="../drawings/vmlDrawing41.vml"/><Relationship Id="rId16" Type="http://schemas.openxmlformats.org/officeDocument/2006/relationships/slideLayout" Target="../slideLayouts/slideLayout7.xml"/><Relationship Id="rId15" Type="http://schemas.openxmlformats.org/officeDocument/2006/relationships/image" Target="../media/image112.wmf"/><Relationship Id="rId14" Type="http://schemas.openxmlformats.org/officeDocument/2006/relationships/oleObject" Target="../embeddings/oleObject204.bin"/><Relationship Id="rId13" Type="http://schemas.openxmlformats.org/officeDocument/2006/relationships/image" Target="../media/image200.wmf"/><Relationship Id="rId12" Type="http://schemas.openxmlformats.org/officeDocument/2006/relationships/oleObject" Target="../embeddings/oleObject203.bin"/><Relationship Id="rId11" Type="http://schemas.openxmlformats.org/officeDocument/2006/relationships/image" Target="../media/image199.wmf"/><Relationship Id="rId10" Type="http://schemas.openxmlformats.org/officeDocument/2006/relationships/oleObject" Target="../embeddings/oleObject202.bin"/><Relationship Id="rId1" Type="http://schemas.openxmlformats.org/officeDocument/2006/relationships/image" Target="../media/image19.png"/></Relationships>
</file>

<file path=ppt/slides/_rels/slide5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08.bin"/><Relationship Id="rId8" Type="http://schemas.openxmlformats.org/officeDocument/2006/relationships/image" Target="../media/image2.png"/><Relationship Id="rId7" Type="http://schemas.openxmlformats.org/officeDocument/2006/relationships/image" Target="../media/image203.emf"/><Relationship Id="rId6" Type="http://schemas.openxmlformats.org/officeDocument/2006/relationships/oleObject" Target="../embeddings/oleObject207.bin"/><Relationship Id="rId5" Type="http://schemas.openxmlformats.org/officeDocument/2006/relationships/image" Target="../media/image202.emf"/><Relationship Id="rId4" Type="http://schemas.openxmlformats.org/officeDocument/2006/relationships/oleObject" Target="../embeddings/oleObject206.bin"/><Relationship Id="rId3" Type="http://schemas.openxmlformats.org/officeDocument/2006/relationships/image" Target="../media/image201.wmf"/><Relationship Id="rId2" Type="http://schemas.openxmlformats.org/officeDocument/2006/relationships/oleObject" Target="../embeddings/oleObject205.bin"/><Relationship Id="rId13" Type="http://schemas.openxmlformats.org/officeDocument/2006/relationships/notesSlide" Target="../notesSlides/notesSlide49.xml"/><Relationship Id="rId12" Type="http://schemas.openxmlformats.org/officeDocument/2006/relationships/vmlDrawing" Target="../drawings/vmlDrawing42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204.wmf"/><Relationship Id="rId1" Type="http://schemas.openxmlformats.org/officeDocument/2006/relationships/image" Target="../media/image19.png"/></Relationships>
</file>

<file path=ppt/slides/_rels/slide5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13.bin"/><Relationship Id="rId8" Type="http://schemas.openxmlformats.org/officeDocument/2006/relationships/image" Target="../media/image208.wmf"/><Relationship Id="rId7" Type="http://schemas.openxmlformats.org/officeDocument/2006/relationships/oleObject" Target="../embeddings/oleObject212.bin"/><Relationship Id="rId6" Type="http://schemas.openxmlformats.org/officeDocument/2006/relationships/image" Target="../media/image207.wmf"/><Relationship Id="rId5" Type="http://schemas.openxmlformats.org/officeDocument/2006/relationships/oleObject" Target="../embeddings/oleObject211.bin"/><Relationship Id="rId4" Type="http://schemas.openxmlformats.org/officeDocument/2006/relationships/image" Target="../media/image206.wmf"/><Relationship Id="rId3" Type="http://schemas.openxmlformats.org/officeDocument/2006/relationships/oleObject" Target="../embeddings/oleObject210.bin"/><Relationship Id="rId2" Type="http://schemas.openxmlformats.org/officeDocument/2006/relationships/image" Target="../media/image205.emf"/><Relationship Id="rId17" Type="http://schemas.openxmlformats.org/officeDocument/2006/relationships/notesSlide" Target="../notesSlides/notesSlide50.xml"/><Relationship Id="rId16" Type="http://schemas.openxmlformats.org/officeDocument/2006/relationships/vmlDrawing" Target="../drawings/vmlDrawing43.vml"/><Relationship Id="rId15" Type="http://schemas.openxmlformats.org/officeDocument/2006/relationships/slideLayout" Target="../slideLayouts/slideLayout12.xml"/><Relationship Id="rId14" Type="http://schemas.openxmlformats.org/officeDocument/2006/relationships/image" Target="../media/image211.wmf"/><Relationship Id="rId13" Type="http://schemas.openxmlformats.org/officeDocument/2006/relationships/oleObject" Target="../embeddings/oleObject215.bin"/><Relationship Id="rId12" Type="http://schemas.openxmlformats.org/officeDocument/2006/relationships/image" Target="../media/image210.wmf"/><Relationship Id="rId11" Type="http://schemas.openxmlformats.org/officeDocument/2006/relationships/oleObject" Target="../embeddings/oleObject214.bin"/><Relationship Id="rId10" Type="http://schemas.openxmlformats.org/officeDocument/2006/relationships/image" Target="../media/image209.wmf"/><Relationship Id="rId1" Type="http://schemas.openxmlformats.org/officeDocument/2006/relationships/oleObject" Target="../embeddings/oleObject209.bin"/></Relationships>
</file>

<file path=ppt/slides/_rels/slide58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51.xml"/><Relationship Id="rId8" Type="http://schemas.openxmlformats.org/officeDocument/2006/relationships/vmlDrawing" Target="../drawings/vmlDrawing44.vml"/><Relationship Id="rId7" Type="http://schemas.openxmlformats.org/officeDocument/2006/relationships/slideLayout" Target="../slideLayouts/slideLayout12.xml"/><Relationship Id="rId6" Type="http://schemas.openxmlformats.org/officeDocument/2006/relationships/image" Target="../media/image205.emf"/><Relationship Id="rId5" Type="http://schemas.openxmlformats.org/officeDocument/2006/relationships/oleObject" Target="../embeddings/oleObject218.bin"/><Relationship Id="rId4" Type="http://schemas.openxmlformats.org/officeDocument/2006/relationships/image" Target="../media/image213.wmf"/><Relationship Id="rId3" Type="http://schemas.openxmlformats.org/officeDocument/2006/relationships/oleObject" Target="../embeddings/oleObject217.bin"/><Relationship Id="rId2" Type="http://schemas.openxmlformats.org/officeDocument/2006/relationships/image" Target="../media/image212.wmf"/><Relationship Id="rId1" Type="http://schemas.openxmlformats.org/officeDocument/2006/relationships/oleObject" Target="../embeddings/oleObject216.bin"/></Relationships>
</file>

<file path=ppt/slides/_rels/slide5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23.bin"/><Relationship Id="rId8" Type="http://schemas.openxmlformats.org/officeDocument/2006/relationships/image" Target="../media/image217.wmf"/><Relationship Id="rId7" Type="http://schemas.openxmlformats.org/officeDocument/2006/relationships/oleObject" Target="../embeddings/oleObject222.bin"/><Relationship Id="rId6" Type="http://schemas.openxmlformats.org/officeDocument/2006/relationships/image" Target="../media/image216.wmf"/><Relationship Id="rId5" Type="http://schemas.openxmlformats.org/officeDocument/2006/relationships/oleObject" Target="../embeddings/oleObject221.bin"/><Relationship Id="rId4" Type="http://schemas.openxmlformats.org/officeDocument/2006/relationships/image" Target="../media/image215.wmf"/><Relationship Id="rId3" Type="http://schemas.openxmlformats.org/officeDocument/2006/relationships/oleObject" Target="../embeddings/oleObject220.bin"/><Relationship Id="rId2" Type="http://schemas.openxmlformats.org/officeDocument/2006/relationships/image" Target="../media/image214.wmf"/><Relationship Id="rId17" Type="http://schemas.openxmlformats.org/officeDocument/2006/relationships/notesSlide" Target="../notesSlides/notesSlide52.xml"/><Relationship Id="rId16" Type="http://schemas.openxmlformats.org/officeDocument/2006/relationships/vmlDrawing" Target="../drawings/vmlDrawing45.vml"/><Relationship Id="rId15" Type="http://schemas.openxmlformats.org/officeDocument/2006/relationships/slideLayout" Target="../slideLayouts/slideLayout12.xml"/><Relationship Id="rId14" Type="http://schemas.openxmlformats.org/officeDocument/2006/relationships/image" Target="../media/image219.emf"/><Relationship Id="rId13" Type="http://schemas.openxmlformats.org/officeDocument/2006/relationships/oleObject" Target="../embeddings/oleObject225.bin"/><Relationship Id="rId12" Type="http://schemas.openxmlformats.org/officeDocument/2006/relationships/image" Target="../media/image218.wmf"/><Relationship Id="rId11" Type="http://schemas.openxmlformats.org/officeDocument/2006/relationships/oleObject" Target="../embeddings/oleObject224.bin"/><Relationship Id="rId10" Type="http://schemas.openxmlformats.org/officeDocument/2006/relationships/image" Target="../media/image205.emf"/><Relationship Id="rId1" Type="http://schemas.openxmlformats.org/officeDocument/2006/relationships/oleObject" Target="../embeddings/oleObject219.bin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3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9.png"/></Relationships>
</file>

<file path=ppt/slides/_rels/slide6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30.bin"/><Relationship Id="rId8" Type="http://schemas.openxmlformats.org/officeDocument/2006/relationships/image" Target="../media/image223.emf"/><Relationship Id="rId7" Type="http://schemas.openxmlformats.org/officeDocument/2006/relationships/oleObject" Target="../embeddings/oleObject229.bin"/><Relationship Id="rId6" Type="http://schemas.openxmlformats.org/officeDocument/2006/relationships/image" Target="../media/image222.wmf"/><Relationship Id="rId5" Type="http://schemas.openxmlformats.org/officeDocument/2006/relationships/oleObject" Target="../embeddings/oleObject228.bin"/><Relationship Id="rId4" Type="http://schemas.openxmlformats.org/officeDocument/2006/relationships/image" Target="../media/image221.wmf"/><Relationship Id="rId3" Type="http://schemas.openxmlformats.org/officeDocument/2006/relationships/oleObject" Target="../embeddings/oleObject227.bin"/><Relationship Id="rId2" Type="http://schemas.openxmlformats.org/officeDocument/2006/relationships/image" Target="../media/image220.wmf"/><Relationship Id="rId13" Type="http://schemas.openxmlformats.org/officeDocument/2006/relationships/vmlDrawing" Target="../drawings/vmlDrawing46.vml"/><Relationship Id="rId12" Type="http://schemas.openxmlformats.org/officeDocument/2006/relationships/slideLayout" Target="../slideLayouts/slideLayout15.xml"/><Relationship Id="rId11" Type="http://schemas.openxmlformats.org/officeDocument/2006/relationships/image" Target="../media/image225.emf"/><Relationship Id="rId10" Type="http://schemas.openxmlformats.org/officeDocument/2006/relationships/image" Target="../media/image224.emf"/><Relationship Id="rId1" Type="http://schemas.openxmlformats.org/officeDocument/2006/relationships/oleObject" Target="../embeddings/oleObject226.bin"/></Relationships>
</file>

<file path=ppt/slides/_rels/slide62.xml.rels><?xml version="1.0" encoding="UTF-8" standalone="yes"?>
<Relationships xmlns="http://schemas.openxmlformats.org/package/2006/relationships"><Relationship Id="rId9" Type="http://schemas.openxmlformats.org/officeDocument/2006/relationships/image" Target="../media/image229.wmf"/><Relationship Id="rId8" Type="http://schemas.openxmlformats.org/officeDocument/2006/relationships/oleObject" Target="../embeddings/oleObject234.bin"/><Relationship Id="rId7" Type="http://schemas.openxmlformats.org/officeDocument/2006/relationships/image" Target="../media/image228.wmf"/><Relationship Id="rId6" Type="http://schemas.openxmlformats.org/officeDocument/2006/relationships/oleObject" Target="../embeddings/oleObject233.bin"/><Relationship Id="rId5" Type="http://schemas.openxmlformats.org/officeDocument/2006/relationships/image" Target="../media/image227.wmf"/><Relationship Id="rId4" Type="http://schemas.openxmlformats.org/officeDocument/2006/relationships/oleObject" Target="../embeddings/oleObject232.bin"/><Relationship Id="rId3" Type="http://schemas.openxmlformats.org/officeDocument/2006/relationships/image" Target="../media/image226.emf"/><Relationship Id="rId2" Type="http://schemas.openxmlformats.org/officeDocument/2006/relationships/oleObject" Target="../embeddings/oleObject231.bin"/><Relationship Id="rId15" Type="http://schemas.openxmlformats.org/officeDocument/2006/relationships/vmlDrawing" Target="../drawings/vmlDrawing47.vml"/><Relationship Id="rId14" Type="http://schemas.openxmlformats.org/officeDocument/2006/relationships/slideLayout" Target="../slideLayouts/slideLayout4.xml"/><Relationship Id="rId13" Type="http://schemas.openxmlformats.org/officeDocument/2006/relationships/image" Target="../media/image231.wmf"/><Relationship Id="rId12" Type="http://schemas.openxmlformats.org/officeDocument/2006/relationships/oleObject" Target="../embeddings/oleObject236.bin"/><Relationship Id="rId11" Type="http://schemas.openxmlformats.org/officeDocument/2006/relationships/image" Target="../media/image230.emf"/><Relationship Id="rId10" Type="http://schemas.openxmlformats.org/officeDocument/2006/relationships/oleObject" Target="../embeddings/oleObject235.bin"/><Relationship Id="rId1" Type="http://schemas.openxmlformats.org/officeDocument/2006/relationships/image" Target="../media/image2.png"/></Relationships>
</file>

<file path=ppt/slides/_rels/slide63.xml.rels><?xml version="1.0" encoding="UTF-8" standalone="yes"?>
<Relationships xmlns="http://schemas.openxmlformats.org/package/2006/relationships"><Relationship Id="rId9" Type="http://schemas.openxmlformats.org/officeDocument/2006/relationships/image" Target="../media/image234.emf"/><Relationship Id="rId8" Type="http://schemas.openxmlformats.org/officeDocument/2006/relationships/oleObject" Target="../embeddings/oleObject240.bin"/><Relationship Id="rId7" Type="http://schemas.openxmlformats.org/officeDocument/2006/relationships/image" Target="../media/image223.emf"/><Relationship Id="rId6" Type="http://schemas.openxmlformats.org/officeDocument/2006/relationships/oleObject" Target="../embeddings/oleObject239.bin"/><Relationship Id="rId5" Type="http://schemas.openxmlformats.org/officeDocument/2006/relationships/image" Target="../media/image233.wmf"/><Relationship Id="rId4" Type="http://schemas.openxmlformats.org/officeDocument/2006/relationships/oleObject" Target="../embeddings/oleObject238.bin"/><Relationship Id="rId3" Type="http://schemas.openxmlformats.org/officeDocument/2006/relationships/image" Target="../media/image232.wmf"/><Relationship Id="rId2" Type="http://schemas.openxmlformats.org/officeDocument/2006/relationships/oleObject" Target="../embeddings/oleObject237.bin"/><Relationship Id="rId15" Type="http://schemas.openxmlformats.org/officeDocument/2006/relationships/vmlDrawing" Target="../drawings/vmlDrawing48.vml"/><Relationship Id="rId14" Type="http://schemas.openxmlformats.org/officeDocument/2006/relationships/slideLayout" Target="../slideLayouts/slideLayout4.xml"/><Relationship Id="rId13" Type="http://schemas.openxmlformats.org/officeDocument/2006/relationships/image" Target="../media/image230.emf"/><Relationship Id="rId12" Type="http://schemas.openxmlformats.org/officeDocument/2006/relationships/oleObject" Target="../embeddings/oleObject242.bin"/><Relationship Id="rId11" Type="http://schemas.openxmlformats.org/officeDocument/2006/relationships/image" Target="../media/image235.wmf"/><Relationship Id="rId10" Type="http://schemas.openxmlformats.org/officeDocument/2006/relationships/oleObject" Target="../embeddings/oleObject241.bin"/><Relationship Id="rId1" Type="http://schemas.openxmlformats.org/officeDocument/2006/relationships/image" Target="../media/image2.png"/></Relationships>
</file>

<file path=ppt/slides/_rels/slide64.xml.rels><?xml version="1.0" encoding="UTF-8" standalone="yes"?>
<Relationships xmlns="http://schemas.openxmlformats.org/package/2006/relationships"><Relationship Id="rId9" Type="http://schemas.openxmlformats.org/officeDocument/2006/relationships/image" Target="../media/image236.wmf"/><Relationship Id="rId8" Type="http://schemas.openxmlformats.org/officeDocument/2006/relationships/oleObject" Target="../embeddings/oleObject246.bin"/><Relationship Id="rId7" Type="http://schemas.openxmlformats.org/officeDocument/2006/relationships/image" Target="../media/image230.emf"/><Relationship Id="rId6" Type="http://schemas.openxmlformats.org/officeDocument/2006/relationships/oleObject" Target="../embeddings/oleObject245.bin"/><Relationship Id="rId5" Type="http://schemas.openxmlformats.org/officeDocument/2006/relationships/image" Target="../media/image234.emf"/><Relationship Id="rId4" Type="http://schemas.openxmlformats.org/officeDocument/2006/relationships/oleObject" Target="../embeddings/oleObject244.bin"/><Relationship Id="rId3" Type="http://schemas.openxmlformats.org/officeDocument/2006/relationships/image" Target="../media/image223.emf"/><Relationship Id="rId2" Type="http://schemas.openxmlformats.org/officeDocument/2006/relationships/oleObject" Target="../embeddings/oleObject243.bin"/><Relationship Id="rId15" Type="http://schemas.openxmlformats.org/officeDocument/2006/relationships/vmlDrawing" Target="../drawings/vmlDrawing49.vml"/><Relationship Id="rId14" Type="http://schemas.openxmlformats.org/officeDocument/2006/relationships/slideLayout" Target="../slideLayouts/slideLayout4.xml"/><Relationship Id="rId13" Type="http://schemas.openxmlformats.org/officeDocument/2006/relationships/image" Target="../media/image238.wmf"/><Relationship Id="rId12" Type="http://schemas.openxmlformats.org/officeDocument/2006/relationships/oleObject" Target="../embeddings/oleObject248.bin"/><Relationship Id="rId11" Type="http://schemas.openxmlformats.org/officeDocument/2006/relationships/image" Target="../media/image237.wmf"/><Relationship Id="rId10" Type="http://schemas.openxmlformats.org/officeDocument/2006/relationships/oleObject" Target="../embeddings/oleObject247.bin"/><Relationship Id="rId1" Type="http://schemas.openxmlformats.org/officeDocument/2006/relationships/image" Target="../media/image2.png"/></Relationships>
</file>

<file path=ppt/slides/_rels/slide6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53.bin"/><Relationship Id="rId8" Type="http://schemas.openxmlformats.org/officeDocument/2006/relationships/image" Target="../media/image242.wmf"/><Relationship Id="rId7" Type="http://schemas.openxmlformats.org/officeDocument/2006/relationships/oleObject" Target="../embeddings/oleObject252.bin"/><Relationship Id="rId6" Type="http://schemas.openxmlformats.org/officeDocument/2006/relationships/image" Target="../media/image241.wmf"/><Relationship Id="rId5" Type="http://schemas.openxmlformats.org/officeDocument/2006/relationships/oleObject" Target="../embeddings/oleObject251.bin"/><Relationship Id="rId4" Type="http://schemas.openxmlformats.org/officeDocument/2006/relationships/image" Target="../media/image240.wmf"/><Relationship Id="rId37" Type="http://schemas.openxmlformats.org/officeDocument/2006/relationships/vmlDrawing" Target="../drawings/vmlDrawing50.vml"/><Relationship Id="rId36" Type="http://schemas.openxmlformats.org/officeDocument/2006/relationships/slideLayout" Target="../slideLayouts/slideLayout12.xml"/><Relationship Id="rId35" Type="http://schemas.openxmlformats.org/officeDocument/2006/relationships/oleObject" Target="../embeddings/oleObject268.bin"/><Relationship Id="rId34" Type="http://schemas.openxmlformats.org/officeDocument/2006/relationships/oleObject" Target="../embeddings/oleObject267.bin"/><Relationship Id="rId33" Type="http://schemas.openxmlformats.org/officeDocument/2006/relationships/oleObject" Target="../embeddings/oleObject266.bin"/><Relationship Id="rId32" Type="http://schemas.openxmlformats.org/officeDocument/2006/relationships/image" Target="../media/image252.wmf"/><Relationship Id="rId31" Type="http://schemas.openxmlformats.org/officeDocument/2006/relationships/oleObject" Target="../embeddings/oleObject265.bin"/><Relationship Id="rId30" Type="http://schemas.openxmlformats.org/officeDocument/2006/relationships/image" Target="../media/image251.wmf"/><Relationship Id="rId3" Type="http://schemas.openxmlformats.org/officeDocument/2006/relationships/oleObject" Target="../embeddings/oleObject250.bin"/><Relationship Id="rId29" Type="http://schemas.openxmlformats.org/officeDocument/2006/relationships/oleObject" Target="../embeddings/oleObject264.bin"/><Relationship Id="rId28" Type="http://schemas.openxmlformats.org/officeDocument/2006/relationships/image" Target="../media/image250.wmf"/><Relationship Id="rId27" Type="http://schemas.openxmlformats.org/officeDocument/2006/relationships/oleObject" Target="../embeddings/oleObject263.bin"/><Relationship Id="rId26" Type="http://schemas.openxmlformats.org/officeDocument/2006/relationships/image" Target="../media/image2.png"/><Relationship Id="rId25" Type="http://schemas.openxmlformats.org/officeDocument/2006/relationships/image" Target="../media/image249.wmf"/><Relationship Id="rId24" Type="http://schemas.openxmlformats.org/officeDocument/2006/relationships/oleObject" Target="../embeddings/oleObject262.bin"/><Relationship Id="rId23" Type="http://schemas.openxmlformats.org/officeDocument/2006/relationships/image" Target="../media/image248.wmf"/><Relationship Id="rId22" Type="http://schemas.openxmlformats.org/officeDocument/2006/relationships/oleObject" Target="../embeddings/oleObject261.bin"/><Relationship Id="rId21" Type="http://schemas.openxmlformats.org/officeDocument/2006/relationships/image" Target="../media/image247.wmf"/><Relationship Id="rId20" Type="http://schemas.openxmlformats.org/officeDocument/2006/relationships/oleObject" Target="../embeddings/oleObject260.bin"/><Relationship Id="rId2" Type="http://schemas.openxmlformats.org/officeDocument/2006/relationships/image" Target="../media/image239.wmf"/><Relationship Id="rId19" Type="http://schemas.openxmlformats.org/officeDocument/2006/relationships/image" Target="../media/image246.wmf"/><Relationship Id="rId18" Type="http://schemas.openxmlformats.org/officeDocument/2006/relationships/oleObject" Target="../embeddings/oleObject259.bin"/><Relationship Id="rId17" Type="http://schemas.openxmlformats.org/officeDocument/2006/relationships/image" Target="../media/image245.wmf"/><Relationship Id="rId16" Type="http://schemas.openxmlformats.org/officeDocument/2006/relationships/oleObject" Target="../embeddings/oleObject258.bin"/><Relationship Id="rId15" Type="http://schemas.openxmlformats.org/officeDocument/2006/relationships/image" Target="../media/image244.wmf"/><Relationship Id="rId14" Type="http://schemas.openxmlformats.org/officeDocument/2006/relationships/oleObject" Target="../embeddings/oleObject257.bin"/><Relationship Id="rId13" Type="http://schemas.openxmlformats.org/officeDocument/2006/relationships/image" Target="../media/image243.wmf"/><Relationship Id="rId12" Type="http://schemas.openxmlformats.org/officeDocument/2006/relationships/oleObject" Target="../embeddings/oleObject256.bin"/><Relationship Id="rId11" Type="http://schemas.openxmlformats.org/officeDocument/2006/relationships/oleObject" Target="../embeddings/oleObject255.bin"/><Relationship Id="rId10" Type="http://schemas.openxmlformats.org/officeDocument/2006/relationships/oleObject" Target="../embeddings/oleObject254.bin"/><Relationship Id="rId1" Type="http://schemas.openxmlformats.org/officeDocument/2006/relationships/oleObject" Target="../embeddings/oleObject249.bin"/></Relationships>
</file>

<file path=ppt/slides/_rels/slide6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73.bin"/><Relationship Id="rId8" Type="http://schemas.openxmlformats.org/officeDocument/2006/relationships/image" Target="../media/image242.wmf"/><Relationship Id="rId7" Type="http://schemas.openxmlformats.org/officeDocument/2006/relationships/oleObject" Target="../embeddings/oleObject272.bin"/><Relationship Id="rId6" Type="http://schemas.openxmlformats.org/officeDocument/2006/relationships/image" Target="../media/image252.wmf"/><Relationship Id="rId5" Type="http://schemas.openxmlformats.org/officeDocument/2006/relationships/oleObject" Target="../embeddings/oleObject271.bin"/><Relationship Id="rId42" Type="http://schemas.openxmlformats.org/officeDocument/2006/relationships/vmlDrawing" Target="../drawings/vmlDrawing51.vml"/><Relationship Id="rId41" Type="http://schemas.openxmlformats.org/officeDocument/2006/relationships/slideLayout" Target="../slideLayouts/slideLayout12.xml"/><Relationship Id="rId40" Type="http://schemas.openxmlformats.org/officeDocument/2006/relationships/oleObject" Target="../embeddings/oleObject289.bin"/><Relationship Id="rId4" Type="http://schemas.openxmlformats.org/officeDocument/2006/relationships/image" Target="../media/image251.wmf"/><Relationship Id="rId39" Type="http://schemas.openxmlformats.org/officeDocument/2006/relationships/image" Target="../media/image264.wmf"/><Relationship Id="rId38" Type="http://schemas.openxmlformats.org/officeDocument/2006/relationships/oleObject" Target="../embeddings/oleObject288.bin"/><Relationship Id="rId37" Type="http://schemas.openxmlformats.org/officeDocument/2006/relationships/image" Target="../media/image263.wmf"/><Relationship Id="rId36" Type="http://schemas.openxmlformats.org/officeDocument/2006/relationships/oleObject" Target="../embeddings/oleObject287.bin"/><Relationship Id="rId35" Type="http://schemas.openxmlformats.org/officeDocument/2006/relationships/image" Target="../media/image262.wmf"/><Relationship Id="rId34" Type="http://schemas.openxmlformats.org/officeDocument/2006/relationships/oleObject" Target="../embeddings/oleObject286.bin"/><Relationship Id="rId33" Type="http://schemas.openxmlformats.org/officeDocument/2006/relationships/image" Target="../media/image261.wmf"/><Relationship Id="rId32" Type="http://schemas.openxmlformats.org/officeDocument/2006/relationships/oleObject" Target="../embeddings/oleObject285.bin"/><Relationship Id="rId31" Type="http://schemas.openxmlformats.org/officeDocument/2006/relationships/image" Target="../media/image138.wmf"/><Relationship Id="rId30" Type="http://schemas.openxmlformats.org/officeDocument/2006/relationships/oleObject" Target="../embeddings/oleObject284.bin"/><Relationship Id="rId3" Type="http://schemas.openxmlformats.org/officeDocument/2006/relationships/oleObject" Target="../embeddings/oleObject270.bin"/><Relationship Id="rId29" Type="http://schemas.openxmlformats.org/officeDocument/2006/relationships/image" Target="../media/image260.wmf"/><Relationship Id="rId28" Type="http://schemas.openxmlformats.org/officeDocument/2006/relationships/oleObject" Target="../embeddings/oleObject283.bin"/><Relationship Id="rId27" Type="http://schemas.openxmlformats.org/officeDocument/2006/relationships/image" Target="../media/image259.wmf"/><Relationship Id="rId26" Type="http://schemas.openxmlformats.org/officeDocument/2006/relationships/oleObject" Target="../embeddings/oleObject282.bin"/><Relationship Id="rId25" Type="http://schemas.openxmlformats.org/officeDocument/2006/relationships/image" Target="../media/image258.wmf"/><Relationship Id="rId24" Type="http://schemas.openxmlformats.org/officeDocument/2006/relationships/oleObject" Target="../embeddings/oleObject281.bin"/><Relationship Id="rId23" Type="http://schemas.openxmlformats.org/officeDocument/2006/relationships/image" Target="../media/image257.wmf"/><Relationship Id="rId22" Type="http://schemas.openxmlformats.org/officeDocument/2006/relationships/oleObject" Target="../embeddings/oleObject280.bin"/><Relationship Id="rId21" Type="http://schemas.openxmlformats.org/officeDocument/2006/relationships/image" Target="../media/image256.wmf"/><Relationship Id="rId20" Type="http://schemas.openxmlformats.org/officeDocument/2006/relationships/oleObject" Target="../embeddings/oleObject279.bin"/><Relationship Id="rId2" Type="http://schemas.openxmlformats.org/officeDocument/2006/relationships/image" Target="../media/image250.wmf"/><Relationship Id="rId19" Type="http://schemas.openxmlformats.org/officeDocument/2006/relationships/image" Target="../media/image2.png"/><Relationship Id="rId18" Type="http://schemas.openxmlformats.org/officeDocument/2006/relationships/image" Target="../media/image243.wmf"/><Relationship Id="rId17" Type="http://schemas.openxmlformats.org/officeDocument/2006/relationships/oleObject" Target="../embeddings/oleObject278.bin"/><Relationship Id="rId16" Type="http://schemas.openxmlformats.org/officeDocument/2006/relationships/image" Target="../media/image255.wmf"/><Relationship Id="rId15" Type="http://schemas.openxmlformats.org/officeDocument/2006/relationships/oleObject" Target="../embeddings/oleObject277.bin"/><Relationship Id="rId14" Type="http://schemas.openxmlformats.org/officeDocument/2006/relationships/image" Target="../media/image254.wmf"/><Relationship Id="rId13" Type="http://schemas.openxmlformats.org/officeDocument/2006/relationships/oleObject" Target="../embeddings/oleObject276.bin"/><Relationship Id="rId12" Type="http://schemas.openxmlformats.org/officeDocument/2006/relationships/image" Target="../media/image253.wmf"/><Relationship Id="rId11" Type="http://schemas.openxmlformats.org/officeDocument/2006/relationships/oleObject" Target="../embeddings/oleObject275.bin"/><Relationship Id="rId10" Type="http://schemas.openxmlformats.org/officeDocument/2006/relationships/oleObject" Target="../embeddings/oleObject274.bin"/><Relationship Id="rId1" Type="http://schemas.openxmlformats.org/officeDocument/2006/relationships/oleObject" Target="../embeddings/oleObject269.bin"/></Relationships>
</file>

<file path=ppt/slides/_rels/slide67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52.v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65.emf"/><Relationship Id="rId1" Type="http://schemas.openxmlformats.org/officeDocument/2006/relationships/oleObject" Target="../embeddings/oleObject290.bin"/></Relationships>
</file>

<file path=ppt/slides/_rels/slide6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95.bin"/><Relationship Id="rId8" Type="http://schemas.openxmlformats.org/officeDocument/2006/relationships/image" Target="../media/image269.wmf"/><Relationship Id="rId7" Type="http://schemas.openxmlformats.org/officeDocument/2006/relationships/oleObject" Target="../embeddings/oleObject294.bin"/><Relationship Id="rId6" Type="http://schemas.openxmlformats.org/officeDocument/2006/relationships/image" Target="../media/image268.wmf"/><Relationship Id="rId5" Type="http://schemas.openxmlformats.org/officeDocument/2006/relationships/oleObject" Target="../embeddings/oleObject293.bin"/><Relationship Id="rId4" Type="http://schemas.openxmlformats.org/officeDocument/2006/relationships/image" Target="../media/image267.wmf"/><Relationship Id="rId36" Type="http://schemas.openxmlformats.org/officeDocument/2006/relationships/notesSlide" Target="../notesSlides/notesSlide54.xml"/><Relationship Id="rId35" Type="http://schemas.openxmlformats.org/officeDocument/2006/relationships/vmlDrawing" Target="../drawings/vmlDrawing53.vml"/><Relationship Id="rId34" Type="http://schemas.openxmlformats.org/officeDocument/2006/relationships/slideLayout" Target="../slideLayouts/slideLayout12.xml"/><Relationship Id="rId33" Type="http://schemas.openxmlformats.org/officeDocument/2006/relationships/image" Target="../media/image281.wmf"/><Relationship Id="rId32" Type="http://schemas.openxmlformats.org/officeDocument/2006/relationships/oleObject" Target="../embeddings/oleObject307.bin"/><Relationship Id="rId31" Type="http://schemas.openxmlformats.org/officeDocument/2006/relationships/image" Target="../media/image280.wmf"/><Relationship Id="rId30" Type="http://schemas.openxmlformats.org/officeDocument/2006/relationships/oleObject" Target="../embeddings/oleObject306.bin"/><Relationship Id="rId3" Type="http://schemas.openxmlformats.org/officeDocument/2006/relationships/oleObject" Target="../embeddings/oleObject292.bin"/><Relationship Id="rId29" Type="http://schemas.openxmlformats.org/officeDocument/2006/relationships/image" Target="../media/image279.wmf"/><Relationship Id="rId28" Type="http://schemas.openxmlformats.org/officeDocument/2006/relationships/oleObject" Target="../embeddings/oleObject305.bin"/><Relationship Id="rId27" Type="http://schemas.openxmlformats.org/officeDocument/2006/relationships/image" Target="../media/image278.wmf"/><Relationship Id="rId26" Type="http://schemas.openxmlformats.org/officeDocument/2006/relationships/oleObject" Target="../embeddings/oleObject304.bin"/><Relationship Id="rId25" Type="http://schemas.openxmlformats.org/officeDocument/2006/relationships/image" Target="../media/image277.wmf"/><Relationship Id="rId24" Type="http://schemas.openxmlformats.org/officeDocument/2006/relationships/oleObject" Target="../embeddings/oleObject303.bin"/><Relationship Id="rId23" Type="http://schemas.openxmlformats.org/officeDocument/2006/relationships/image" Target="../media/image276.wmf"/><Relationship Id="rId22" Type="http://schemas.openxmlformats.org/officeDocument/2006/relationships/oleObject" Target="../embeddings/oleObject302.bin"/><Relationship Id="rId21" Type="http://schemas.openxmlformats.org/officeDocument/2006/relationships/oleObject" Target="../embeddings/oleObject301.bin"/><Relationship Id="rId20" Type="http://schemas.openxmlformats.org/officeDocument/2006/relationships/image" Target="../media/image275.wmf"/><Relationship Id="rId2" Type="http://schemas.openxmlformats.org/officeDocument/2006/relationships/image" Target="../media/image266.emf"/><Relationship Id="rId19" Type="http://schemas.openxmlformats.org/officeDocument/2006/relationships/oleObject" Target="../embeddings/oleObject300.bin"/><Relationship Id="rId18" Type="http://schemas.openxmlformats.org/officeDocument/2006/relationships/image" Target="../media/image274.wmf"/><Relationship Id="rId17" Type="http://schemas.openxmlformats.org/officeDocument/2006/relationships/oleObject" Target="../embeddings/oleObject299.bin"/><Relationship Id="rId16" Type="http://schemas.openxmlformats.org/officeDocument/2006/relationships/image" Target="../media/image273.wmf"/><Relationship Id="rId15" Type="http://schemas.openxmlformats.org/officeDocument/2006/relationships/oleObject" Target="../embeddings/oleObject298.bin"/><Relationship Id="rId14" Type="http://schemas.openxmlformats.org/officeDocument/2006/relationships/image" Target="../media/image272.wmf"/><Relationship Id="rId13" Type="http://schemas.openxmlformats.org/officeDocument/2006/relationships/oleObject" Target="../embeddings/oleObject297.bin"/><Relationship Id="rId12" Type="http://schemas.openxmlformats.org/officeDocument/2006/relationships/image" Target="../media/image271.wmf"/><Relationship Id="rId11" Type="http://schemas.openxmlformats.org/officeDocument/2006/relationships/oleObject" Target="../embeddings/oleObject296.bin"/><Relationship Id="rId10" Type="http://schemas.openxmlformats.org/officeDocument/2006/relationships/image" Target="../media/image270.wmf"/><Relationship Id="rId1" Type="http://schemas.openxmlformats.org/officeDocument/2006/relationships/oleObject" Target="../embeddings/oleObject291.bin"/></Relationships>
</file>

<file path=ppt/slides/_rels/slide6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12.bin"/><Relationship Id="rId8" Type="http://schemas.openxmlformats.org/officeDocument/2006/relationships/image" Target="../media/image285.wmf"/><Relationship Id="rId7" Type="http://schemas.openxmlformats.org/officeDocument/2006/relationships/oleObject" Target="../embeddings/oleObject311.bin"/><Relationship Id="rId6" Type="http://schemas.openxmlformats.org/officeDocument/2006/relationships/image" Target="../media/image284.wmf"/><Relationship Id="rId5" Type="http://schemas.openxmlformats.org/officeDocument/2006/relationships/oleObject" Target="../embeddings/oleObject310.bin"/><Relationship Id="rId4" Type="http://schemas.openxmlformats.org/officeDocument/2006/relationships/image" Target="../media/image283.wmf"/><Relationship Id="rId3" Type="http://schemas.openxmlformats.org/officeDocument/2006/relationships/oleObject" Target="../embeddings/oleObject309.bin"/><Relationship Id="rId2" Type="http://schemas.openxmlformats.org/officeDocument/2006/relationships/image" Target="../media/image282.emf"/><Relationship Id="rId13" Type="http://schemas.openxmlformats.org/officeDocument/2006/relationships/notesSlide" Target="../notesSlides/notesSlide55.xml"/><Relationship Id="rId12" Type="http://schemas.openxmlformats.org/officeDocument/2006/relationships/vmlDrawing" Target="../drawings/vmlDrawing54.vml"/><Relationship Id="rId11" Type="http://schemas.openxmlformats.org/officeDocument/2006/relationships/slideLayout" Target="../slideLayouts/slideLayout13.xml"/><Relationship Id="rId10" Type="http://schemas.openxmlformats.org/officeDocument/2006/relationships/image" Target="../media/image286.wmf"/><Relationship Id="rId1" Type="http://schemas.openxmlformats.org/officeDocument/2006/relationships/oleObject" Target="../embeddings/oleObject308.bin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6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9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7.xml"/><Relationship Id="rId7" Type="http://schemas.openxmlformats.org/officeDocument/2006/relationships/vmlDrawing" Target="../drawings/vmlDrawing55.v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9.png"/><Relationship Id="rId4" Type="http://schemas.openxmlformats.org/officeDocument/2006/relationships/image" Target="../media/image288.wmf"/><Relationship Id="rId3" Type="http://schemas.openxmlformats.org/officeDocument/2006/relationships/oleObject" Target="../embeddings/oleObject314.bin"/><Relationship Id="rId2" Type="http://schemas.openxmlformats.org/officeDocument/2006/relationships/image" Target="../media/image287.emf"/><Relationship Id="rId1" Type="http://schemas.openxmlformats.org/officeDocument/2006/relationships/oleObject" Target="../embeddings/oleObject313.bin"/></Relationships>
</file>

<file path=ppt/slides/_rels/slide72.xml.rels><?xml version="1.0" encoding="UTF-8" standalone="yes"?>
<Relationships xmlns="http://schemas.openxmlformats.org/package/2006/relationships"><Relationship Id="rId9" Type="http://schemas.openxmlformats.org/officeDocument/2006/relationships/image" Target="../media/image292.wmf"/><Relationship Id="rId8" Type="http://schemas.openxmlformats.org/officeDocument/2006/relationships/oleObject" Target="../embeddings/oleObject318.bin"/><Relationship Id="rId7" Type="http://schemas.openxmlformats.org/officeDocument/2006/relationships/image" Target="../media/image291.wmf"/><Relationship Id="rId6" Type="http://schemas.openxmlformats.org/officeDocument/2006/relationships/oleObject" Target="../embeddings/oleObject317.bin"/><Relationship Id="rId5" Type="http://schemas.openxmlformats.org/officeDocument/2006/relationships/image" Target="../media/image2.png"/><Relationship Id="rId4" Type="http://schemas.openxmlformats.org/officeDocument/2006/relationships/image" Target="../media/image290.emf"/><Relationship Id="rId3" Type="http://schemas.openxmlformats.org/officeDocument/2006/relationships/oleObject" Target="../embeddings/oleObject316.bin"/><Relationship Id="rId2" Type="http://schemas.openxmlformats.org/officeDocument/2006/relationships/image" Target="../media/image289.wmf"/><Relationship Id="rId17" Type="http://schemas.openxmlformats.org/officeDocument/2006/relationships/notesSlide" Target="../notesSlides/notesSlide58.xml"/><Relationship Id="rId16" Type="http://schemas.openxmlformats.org/officeDocument/2006/relationships/vmlDrawing" Target="../drawings/vmlDrawing56.vml"/><Relationship Id="rId15" Type="http://schemas.openxmlformats.org/officeDocument/2006/relationships/slideLayout" Target="../slideLayouts/slideLayout7.xml"/><Relationship Id="rId14" Type="http://schemas.openxmlformats.org/officeDocument/2006/relationships/image" Target="../media/image294.emf"/><Relationship Id="rId13" Type="http://schemas.openxmlformats.org/officeDocument/2006/relationships/oleObject" Target="../embeddings/oleObject320.bin"/><Relationship Id="rId12" Type="http://schemas.openxmlformats.org/officeDocument/2006/relationships/image" Target="../media/image293.wmf"/><Relationship Id="rId11" Type="http://schemas.openxmlformats.org/officeDocument/2006/relationships/oleObject" Target="../embeddings/oleObject319.bin"/><Relationship Id="rId10" Type="http://schemas.openxmlformats.org/officeDocument/2006/relationships/image" Target="../media/image19.png"/><Relationship Id="rId1" Type="http://schemas.openxmlformats.org/officeDocument/2006/relationships/oleObject" Target="../embeddings/oleObject315.bin"/></Relationships>
</file>

<file path=ppt/slides/_rels/slide7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.png"/><Relationship Id="rId8" Type="http://schemas.openxmlformats.org/officeDocument/2006/relationships/image" Target="../media/image290.emf"/><Relationship Id="rId7" Type="http://schemas.openxmlformats.org/officeDocument/2006/relationships/oleObject" Target="../embeddings/oleObject324.bin"/><Relationship Id="rId6" Type="http://schemas.openxmlformats.org/officeDocument/2006/relationships/image" Target="../media/image294.emf"/><Relationship Id="rId5" Type="http://schemas.openxmlformats.org/officeDocument/2006/relationships/oleObject" Target="../embeddings/oleObject323.bin"/><Relationship Id="rId4" Type="http://schemas.openxmlformats.org/officeDocument/2006/relationships/image" Target="../media/image296.wmf"/><Relationship Id="rId3" Type="http://schemas.openxmlformats.org/officeDocument/2006/relationships/oleObject" Target="../embeddings/oleObject322.bin"/><Relationship Id="rId2" Type="http://schemas.openxmlformats.org/officeDocument/2006/relationships/image" Target="../media/image295.emf"/><Relationship Id="rId12" Type="http://schemas.openxmlformats.org/officeDocument/2006/relationships/notesSlide" Target="../notesSlides/notesSlide59.xml"/><Relationship Id="rId11" Type="http://schemas.openxmlformats.org/officeDocument/2006/relationships/vmlDrawing" Target="../drawings/vmlDrawing57.vml"/><Relationship Id="rId10" Type="http://schemas.openxmlformats.org/officeDocument/2006/relationships/slideLayout" Target="../slideLayouts/slideLayout7.xml"/><Relationship Id="rId1" Type="http://schemas.openxmlformats.org/officeDocument/2006/relationships/oleObject" Target="../embeddings/oleObject321.bin"/></Relationships>
</file>

<file path=ppt/slides/_rels/slide7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299.wmf"/><Relationship Id="rId7" Type="http://schemas.openxmlformats.org/officeDocument/2006/relationships/oleObject" Target="../embeddings/oleObject327.bin"/><Relationship Id="rId6" Type="http://schemas.openxmlformats.org/officeDocument/2006/relationships/image" Target="../media/image298.emf"/><Relationship Id="rId5" Type="http://schemas.openxmlformats.org/officeDocument/2006/relationships/oleObject" Target="../embeddings/oleObject326.bin"/><Relationship Id="rId4" Type="http://schemas.openxmlformats.org/officeDocument/2006/relationships/image" Target="../media/image19.png"/><Relationship Id="rId3" Type="http://schemas.openxmlformats.org/officeDocument/2006/relationships/image" Target="../media/image297.wmf"/><Relationship Id="rId2" Type="http://schemas.openxmlformats.org/officeDocument/2006/relationships/oleObject" Target="../embeddings/oleObject325.bin"/><Relationship Id="rId11" Type="http://schemas.openxmlformats.org/officeDocument/2006/relationships/notesSlide" Target="../notesSlides/notesSlide60.xml"/><Relationship Id="rId10" Type="http://schemas.openxmlformats.org/officeDocument/2006/relationships/vmlDrawing" Target="../drawings/vmlDrawing58.vml"/><Relationship Id="rId1" Type="http://schemas.openxmlformats.org/officeDocument/2006/relationships/image" Target="../media/image2.png"/></Relationships>
</file>

<file path=ppt/slides/_rels/slide7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31.bin"/><Relationship Id="rId8" Type="http://schemas.openxmlformats.org/officeDocument/2006/relationships/image" Target="../media/image19.png"/><Relationship Id="rId7" Type="http://schemas.openxmlformats.org/officeDocument/2006/relationships/image" Target="../media/image293.wmf"/><Relationship Id="rId6" Type="http://schemas.openxmlformats.org/officeDocument/2006/relationships/oleObject" Target="../embeddings/oleObject330.bin"/><Relationship Id="rId5" Type="http://schemas.openxmlformats.org/officeDocument/2006/relationships/image" Target="../media/image301.wmf"/><Relationship Id="rId4" Type="http://schemas.openxmlformats.org/officeDocument/2006/relationships/oleObject" Target="../embeddings/oleObject329.bin"/><Relationship Id="rId3" Type="http://schemas.openxmlformats.org/officeDocument/2006/relationships/image" Target="../media/image300.wmf"/><Relationship Id="rId2" Type="http://schemas.openxmlformats.org/officeDocument/2006/relationships/oleObject" Target="../embeddings/oleObject328.bin"/><Relationship Id="rId15" Type="http://schemas.openxmlformats.org/officeDocument/2006/relationships/notesSlide" Target="../notesSlides/notesSlide61.xml"/><Relationship Id="rId14" Type="http://schemas.openxmlformats.org/officeDocument/2006/relationships/vmlDrawing" Target="../drawings/vmlDrawing59.vml"/><Relationship Id="rId13" Type="http://schemas.openxmlformats.org/officeDocument/2006/relationships/slideLayout" Target="../slideLayouts/slideLayout7.xml"/><Relationship Id="rId12" Type="http://schemas.openxmlformats.org/officeDocument/2006/relationships/image" Target="../media/image294.emf"/><Relationship Id="rId11" Type="http://schemas.openxmlformats.org/officeDocument/2006/relationships/oleObject" Target="../embeddings/oleObject332.bin"/><Relationship Id="rId10" Type="http://schemas.openxmlformats.org/officeDocument/2006/relationships/image" Target="../media/image298.emf"/><Relationship Id="rId1" Type="http://schemas.openxmlformats.org/officeDocument/2006/relationships/image" Target="../media/image2.png"/></Relationships>
</file>

<file path=ppt/slides/_rels/slide7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298.emf"/><Relationship Id="rId7" Type="http://schemas.openxmlformats.org/officeDocument/2006/relationships/oleObject" Target="../embeddings/oleObject335.bin"/><Relationship Id="rId6" Type="http://schemas.openxmlformats.org/officeDocument/2006/relationships/image" Target="../media/image19.png"/><Relationship Id="rId5" Type="http://schemas.openxmlformats.org/officeDocument/2006/relationships/image" Target="../media/image301.wmf"/><Relationship Id="rId4" Type="http://schemas.openxmlformats.org/officeDocument/2006/relationships/oleObject" Target="../embeddings/oleObject334.bin"/><Relationship Id="rId3" Type="http://schemas.openxmlformats.org/officeDocument/2006/relationships/image" Target="../media/image300.wmf"/><Relationship Id="rId2" Type="http://schemas.openxmlformats.org/officeDocument/2006/relationships/oleObject" Target="../embeddings/oleObject333.bin"/><Relationship Id="rId11" Type="http://schemas.openxmlformats.org/officeDocument/2006/relationships/notesSlide" Target="../notesSlides/notesSlide62.xml"/><Relationship Id="rId10" Type="http://schemas.openxmlformats.org/officeDocument/2006/relationships/vmlDrawing" Target="../drawings/vmlDrawing60.vml"/><Relationship Id="rId1" Type="http://schemas.openxmlformats.org/officeDocument/2006/relationships/image" Target="../media/image2.png"/></Relationships>
</file>

<file path=ppt/slides/_rels/slide7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40.bin"/><Relationship Id="rId8" Type="http://schemas.openxmlformats.org/officeDocument/2006/relationships/image" Target="../media/image305.wmf"/><Relationship Id="rId7" Type="http://schemas.openxmlformats.org/officeDocument/2006/relationships/oleObject" Target="../embeddings/oleObject339.bin"/><Relationship Id="rId6" Type="http://schemas.openxmlformats.org/officeDocument/2006/relationships/image" Target="../media/image304.wmf"/><Relationship Id="rId5" Type="http://schemas.openxmlformats.org/officeDocument/2006/relationships/oleObject" Target="../embeddings/oleObject338.bin"/><Relationship Id="rId4" Type="http://schemas.openxmlformats.org/officeDocument/2006/relationships/image" Target="../media/image303.wmf"/><Relationship Id="rId3" Type="http://schemas.openxmlformats.org/officeDocument/2006/relationships/oleObject" Target="../embeddings/oleObject337.bin"/><Relationship Id="rId2" Type="http://schemas.openxmlformats.org/officeDocument/2006/relationships/image" Target="../media/image302.emf"/><Relationship Id="rId18" Type="http://schemas.openxmlformats.org/officeDocument/2006/relationships/vmlDrawing" Target="../drawings/vmlDrawing61.vml"/><Relationship Id="rId17" Type="http://schemas.openxmlformats.org/officeDocument/2006/relationships/slideLayout" Target="../slideLayouts/slideLayout1.xml"/><Relationship Id="rId16" Type="http://schemas.openxmlformats.org/officeDocument/2006/relationships/image" Target="../media/image309.wmf"/><Relationship Id="rId15" Type="http://schemas.openxmlformats.org/officeDocument/2006/relationships/oleObject" Target="../embeddings/oleObject343.bin"/><Relationship Id="rId14" Type="http://schemas.openxmlformats.org/officeDocument/2006/relationships/image" Target="../media/image308.wmf"/><Relationship Id="rId13" Type="http://schemas.openxmlformats.org/officeDocument/2006/relationships/oleObject" Target="../embeddings/oleObject342.bin"/><Relationship Id="rId12" Type="http://schemas.openxmlformats.org/officeDocument/2006/relationships/image" Target="../media/image307.wmf"/><Relationship Id="rId11" Type="http://schemas.openxmlformats.org/officeDocument/2006/relationships/oleObject" Target="../embeddings/oleObject341.bin"/><Relationship Id="rId10" Type="http://schemas.openxmlformats.org/officeDocument/2006/relationships/image" Target="../media/image306.wmf"/><Relationship Id="rId1" Type="http://schemas.openxmlformats.org/officeDocument/2006/relationships/oleObject" Target="../embeddings/oleObject336.bin"/></Relationships>
</file>

<file path=ppt/slides/_rels/slide7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48.bin"/><Relationship Id="rId8" Type="http://schemas.openxmlformats.org/officeDocument/2006/relationships/image" Target="../media/image304.wmf"/><Relationship Id="rId7" Type="http://schemas.openxmlformats.org/officeDocument/2006/relationships/oleObject" Target="../embeddings/oleObject347.bin"/><Relationship Id="rId6" Type="http://schemas.openxmlformats.org/officeDocument/2006/relationships/image" Target="../media/image303.wmf"/><Relationship Id="rId5" Type="http://schemas.openxmlformats.org/officeDocument/2006/relationships/oleObject" Target="../embeddings/oleObject346.bin"/><Relationship Id="rId4" Type="http://schemas.openxmlformats.org/officeDocument/2006/relationships/image" Target="../media/image302.emf"/><Relationship Id="rId3" Type="http://schemas.openxmlformats.org/officeDocument/2006/relationships/oleObject" Target="../embeddings/oleObject345.bin"/><Relationship Id="rId26" Type="http://schemas.openxmlformats.org/officeDocument/2006/relationships/vmlDrawing" Target="../drawings/vmlDrawing62.vml"/><Relationship Id="rId25" Type="http://schemas.openxmlformats.org/officeDocument/2006/relationships/slideLayout" Target="../slideLayouts/slideLayout7.xml"/><Relationship Id="rId24" Type="http://schemas.openxmlformats.org/officeDocument/2006/relationships/image" Target="../media/image309.wmf"/><Relationship Id="rId23" Type="http://schemas.openxmlformats.org/officeDocument/2006/relationships/oleObject" Target="../embeddings/oleObject355.bin"/><Relationship Id="rId22" Type="http://schemas.openxmlformats.org/officeDocument/2006/relationships/image" Target="../media/image313.wmf"/><Relationship Id="rId21" Type="http://schemas.openxmlformats.org/officeDocument/2006/relationships/oleObject" Target="../embeddings/oleObject354.bin"/><Relationship Id="rId20" Type="http://schemas.openxmlformats.org/officeDocument/2006/relationships/image" Target="../media/image312.wmf"/><Relationship Id="rId2" Type="http://schemas.openxmlformats.org/officeDocument/2006/relationships/image" Target="../media/image310.wmf"/><Relationship Id="rId19" Type="http://schemas.openxmlformats.org/officeDocument/2006/relationships/oleObject" Target="../embeddings/oleObject353.bin"/><Relationship Id="rId18" Type="http://schemas.openxmlformats.org/officeDocument/2006/relationships/image" Target="../media/image311.wmf"/><Relationship Id="rId17" Type="http://schemas.openxmlformats.org/officeDocument/2006/relationships/oleObject" Target="../embeddings/oleObject352.bin"/><Relationship Id="rId16" Type="http://schemas.openxmlformats.org/officeDocument/2006/relationships/image" Target="../media/image308.wmf"/><Relationship Id="rId15" Type="http://schemas.openxmlformats.org/officeDocument/2006/relationships/oleObject" Target="../embeddings/oleObject351.bin"/><Relationship Id="rId14" Type="http://schemas.openxmlformats.org/officeDocument/2006/relationships/image" Target="../media/image307.wmf"/><Relationship Id="rId13" Type="http://schemas.openxmlformats.org/officeDocument/2006/relationships/oleObject" Target="../embeddings/oleObject350.bin"/><Relationship Id="rId12" Type="http://schemas.openxmlformats.org/officeDocument/2006/relationships/image" Target="../media/image306.wmf"/><Relationship Id="rId11" Type="http://schemas.openxmlformats.org/officeDocument/2006/relationships/oleObject" Target="../embeddings/oleObject349.bin"/><Relationship Id="rId10" Type="http://schemas.openxmlformats.org/officeDocument/2006/relationships/image" Target="../media/image305.wmf"/><Relationship Id="rId1" Type="http://schemas.openxmlformats.org/officeDocument/2006/relationships/oleObject" Target="../embeddings/oleObject344.bin"/></Relationships>
</file>

<file path=ppt/slides/_rels/slide79.xml.rels><?xml version="1.0" encoding="UTF-8" standalone="yes"?>
<Relationships xmlns="http://schemas.openxmlformats.org/package/2006/relationships"><Relationship Id="rId9" Type="http://schemas.openxmlformats.org/officeDocument/2006/relationships/image" Target="../media/image302.emf"/><Relationship Id="rId8" Type="http://schemas.openxmlformats.org/officeDocument/2006/relationships/oleObject" Target="../embeddings/oleObject359.bin"/><Relationship Id="rId7" Type="http://schemas.openxmlformats.org/officeDocument/2006/relationships/image" Target="../media/image96.png"/><Relationship Id="rId6" Type="http://schemas.openxmlformats.org/officeDocument/2006/relationships/image" Target="../media/image309.wmf"/><Relationship Id="rId5" Type="http://schemas.openxmlformats.org/officeDocument/2006/relationships/oleObject" Target="../embeddings/oleObject358.bin"/><Relationship Id="rId4" Type="http://schemas.openxmlformats.org/officeDocument/2006/relationships/image" Target="../media/image315.wmf"/><Relationship Id="rId3" Type="http://schemas.openxmlformats.org/officeDocument/2006/relationships/oleObject" Target="../embeddings/oleObject357.bin"/><Relationship Id="rId23" Type="http://schemas.openxmlformats.org/officeDocument/2006/relationships/vmlDrawing" Target="../drawings/vmlDrawing63.vml"/><Relationship Id="rId22" Type="http://schemas.openxmlformats.org/officeDocument/2006/relationships/slideLayout" Target="../slideLayouts/slideLayout7.xml"/><Relationship Id="rId21" Type="http://schemas.openxmlformats.org/officeDocument/2006/relationships/image" Target="../media/image308.wmf"/><Relationship Id="rId20" Type="http://schemas.openxmlformats.org/officeDocument/2006/relationships/oleObject" Target="../embeddings/oleObject365.bin"/><Relationship Id="rId2" Type="http://schemas.openxmlformats.org/officeDocument/2006/relationships/image" Target="../media/image314.wmf"/><Relationship Id="rId19" Type="http://schemas.openxmlformats.org/officeDocument/2006/relationships/image" Target="../media/image307.wmf"/><Relationship Id="rId18" Type="http://schemas.openxmlformats.org/officeDocument/2006/relationships/oleObject" Target="../embeddings/oleObject364.bin"/><Relationship Id="rId17" Type="http://schemas.openxmlformats.org/officeDocument/2006/relationships/image" Target="../media/image306.wmf"/><Relationship Id="rId16" Type="http://schemas.openxmlformats.org/officeDocument/2006/relationships/oleObject" Target="../embeddings/oleObject363.bin"/><Relationship Id="rId15" Type="http://schemas.openxmlformats.org/officeDocument/2006/relationships/image" Target="../media/image305.wmf"/><Relationship Id="rId14" Type="http://schemas.openxmlformats.org/officeDocument/2006/relationships/oleObject" Target="../embeddings/oleObject362.bin"/><Relationship Id="rId13" Type="http://schemas.openxmlformats.org/officeDocument/2006/relationships/image" Target="../media/image304.wmf"/><Relationship Id="rId12" Type="http://schemas.openxmlformats.org/officeDocument/2006/relationships/oleObject" Target="../embeddings/oleObject361.bin"/><Relationship Id="rId11" Type="http://schemas.openxmlformats.org/officeDocument/2006/relationships/image" Target="../media/image303.wmf"/><Relationship Id="rId10" Type="http://schemas.openxmlformats.org/officeDocument/2006/relationships/oleObject" Target="../embeddings/oleObject360.bin"/><Relationship Id="rId1" Type="http://schemas.openxmlformats.org/officeDocument/2006/relationships/oleObject" Target="../embeddings/oleObject356.bin"/></Relationships>
</file>

<file path=ppt/slides/_rels/slide8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70.bin"/><Relationship Id="rId8" Type="http://schemas.openxmlformats.org/officeDocument/2006/relationships/image" Target="../media/image302.emf"/><Relationship Id="rId7" Type="http://schemas.openxmlformats.org/officeDocument/2006/relationships/oleObject" Target="../embeddings/oleObject369.bin"/><Relationship Id="rId6" Type="http://schemas.openxmlformats.org/officeDocument/2006/relationships/image" Target="../media/image309.wmf"/><Relationship Id="rId5" Type="http://schemas.openxmlformats.org/officeDocument/2006/relationships/oleObject" Target="../embeddings/oleObject368.bin"/><Relationship Id="rId4" Type="http://schemas.openxmlformats.org/officeDocument/2006/relationships/image" Target="../media/image315.wmf"/><Relationship Id="rId3" Type="http://schemas.openxmlformats.org/officeDocument/2006/relationships/oleObject" Target="../embeddings/oleObject367.bin"/><Relationship Id="rId26" Type="http://schemas.openxmlformats.org/officeDocument/2006/relationships/vmlDrawing" Target="../drawings/vmlDrawing64.vml"/><Relationship Id="rId25" Type="http://schemas.openxmlformats.org/officeDocument/2006/relationships/slideLayout" Target="../slideLayouts/slideLayout7.xml"/><Relationship Id="rId24" Type="http://schemas.openxmlformats.org/officeDocument/2006/relationships/image" Target="../media/image317.wmf"/><Relationship Id="rId23" Type="http://schemas.openxmlformats.org/officeDocument/2006/relationships/oleObject" Target="../embeddings/oleObject377.bin"/><Relationship Id="rId22" Type="http://schemas.openxmlformats.org/officeDocument/2006/relationships/image" Target="../media/image316.wmf"/><Relationship Id="rId21" Type="http://schemas.openxmlformats.org/officeDocument/2006/relationships/oleObject" Target="../embeddings/oleObject376.bin"/><Relationship Id="rId20" Type="http://schemas.openxmlformats.org/officeDocument/2006/relationships/image" Target="../media/image308.wmf"/><Relationship Id="rId2" Type="http://schemas.openxmlformats.org/officeDocument/2006/relationships/image" Target="../media/image314.wmf"/><Relationship Id="rId19" Type="http://schemas.openxmlformats.org/officeDocument/2006/relationships/oleObject" Target="../embeddings/oleObject375.bin"/><Relationship Id="rId18" Type="http://schemas.openxmlformats.org/officeDocument/2006/relationships/image" Target="../media/image307.wmf"/><Relationship Id="rId17" Type="http://schemas.openxmlformats.org/officeDocument/2006/relationships/oleObject" Target="../embeddings/oleObject374.bin"/><Relationship Id="rId16" Type="http://schemas.openxmlformats.org/officeDocument/2006/relationships/image" Target="../media/image306.wmf"/><Relationship Id="rId15" Type="http://schemas.openxmlformats.org/officeDocument/2006/relationships/oleObject" Target="../embeddings/oleObject373.bin"/><Relationship Id="rId14" Type="http://schemas.openxmlformats.org/officeDocument/2006/relationships/image" Target="../media/image305.wmf"/><Relationship Id="rId13" Type="http://schemas.openxmlformats.org/officeDocument/2006/relationships/oleObject" Target="../embeddings/oleObject372.bin"/><Relationship Id="rId12" Type="http://schemas.openxmlformats.org/officeDocument/2006/relationships/image" Target="../media/image304.wmf"/><Relationship Id="rId11" Type="http://schemas.openxmlformats.org/officeDocument/2006/relationships/oleObject" Target="../embeddings/oleObject371.bin"/><Relationship Id="rId10" Type="http://schemas.openxmlformats.org/officeDocument/2006/relationships/image" Target="../media/image303.wmf"/><Relationship Id="rId1" Type="http://schemas.openxmlformats.org/officeDocument/2006/relationships/oleObject" Target="../embeddings/oleObject366.bin"/></Relationships>
</file>

<file path=ppt/slides/_rels/slide8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82.bin"/><Relationship Id="rId8" Type="http://schemas.openxmlformats.org/officeDocument/2006/relationships/image" Target="../media/image303.wmf"/><Relationship Id="rId7" Type="http://schemas.openxmlformats.org/officeDocument/2006/relationships/oleObject" Target="../embeddings/oleObject381.bin"/><Relationship Id="rId6" Type="http://schemas.openxmlformats.org/officeDocument/2006/relationships/image" Target="../media/image302.emf"/><Relationship Id="rId5" Type="http://schemas.openxmlformats.org/officeDocument/2006/relationships/oleObject" Target="../embeddings/oleObject380.bin"/><Relationship Id="rId4" Type="http://schemas.openxmlformats.org/officeDocument/2006/relationships/image" Target="../media/image309.wmf"/><Relationship Id="rId3" Type="http://schemas.openxmlformats.org/officeDocument/2006/relationships/oleObject" Target="../embeddings/oleObject379.bin"/><Relationship Id="rId25" Type="http://schemas.openxmlformats.org/officeDocument/2006/relationships/vmlDrawing" Target="../drawings/vmlDrawing65.vml"/><Relationship Id="rId24" Type="http://schemas.openxmlformats.org/officeDocument/2006/relationships/slideLayout" Target="../slideLayouts/slideLayout7.xml"/><Relationship Id="rId23" Type="http://schemas.openxmlformats.org/officeDocument/2006/relationships/image" Target="../media/image317.wmf"/><Relationship Id="rId22" Type="http://schemas.openxmlformats.org/officeDocument/2006/relationships/oleObject" Target="../embeddings/oleObject388.bin"/><Relationship Id="rId21" Type="http://schemas.openxmlformats.org/officeDocument/2006/relationships/image" Target="../media/image316.wmf"/><Relationship Id="rId20" Type="http://schemas.openxmlformats.org/officeDocument/2006/relationships/oleObject" Target="../embeddings/oleObject387.bin"/><Relationship Id="rId2" Type="http://schemas.openxmlformats.org/officeDocument/2006/relationships/image" Target="../media/image315.wmf"/><Relationship Id="rId19" Type="http://schemas.openxmlformats.org/officeDocument/2006/relationships/image" Target="../media/image96.png"/><Relationship Id="rId18" Type="http://schemas.openxmlformats.org/officeDocument/2006/relationships/image" Target="../media/image308.wmf"/><Relationship Id="rId17" Type="http://schemas.openxmlformats.org/officeDocument/2006/relationships/oleObject" Target="../embeddings/oleObject386.bin"/><Relationship Id="rId16" Type="http://schemas.openxmlformats.org/officeDocument/2006/relationships/image" Target="../media/image307.wmf"/><Relationship Id="rId15" Type="http://schemas.openxmlformats.org/officeDocument/2006/relationships/oleObject" Target="../embeddings/oleObject385.bin"/><Relationship Id="rId14" Type="http://schemas.openxmlformats.org/officeDocument/2006/relationships/image" Target="../media/image306.wmf"/><Relationship Id="rId13" Type="http://schemas.openxmlformats.org/officeDocument/2006/relationships/oleObject" Target="../embeddings/oleObject384.bin"/><Relationship Id="rId12" Type="http://schemas.openxmlformats.org/officeDocument/2006/relationships/image" Target="../media/image305.wmf"/><Relationship Id="rId11" Type="http://schemas.openxmlformats.org/officeDocument/2006/relationships/oleObject" Target="../embeddings/oleObject383.bin"/><Relationship Id="rId10" Type="http://schemas.openxmlformats.org/officeDocument/2006/relationships/image" Target="../media/image304.wmf"/><Relationship Id="rId1" Type="http://schemas.openxmlformats.org/officeDocument/2006/relationships/oleObject" Target="../embeddings/oleObject378.bin"/></Relationships>
</file>

<file path=ppt/slides/_rels/slide82.xml.rels><?xml version="1.0" encoding="UTF-8" standalone="yes"?>
<Relationships xmlns="http://schemas.openxmlformats.org/package/2006/relationships"><Relationship Id="rId9" Type="http://schemas.openxmlformats.org/officeDocument/2006/relationships/image" Target="../media/image319.wmf"/><Relationship Id="rId8" Type="http://schemas.openxmlformats.org/officeDocument/2006/relationships/oleObject" Target="../embeddings/oleObject392.bin"/><Relationship Id="rId7" Type="http://schemas.openxmlformats.org/officeDocument/2006/relationships/image" Target="../media/image96.png"/><Relationship Id="rId6" Type="http://schemas.openxmlformats.org/officeDocument/2006/relationships/image" Target="../media/image318.wmf"/><Relationship Id="rId5" Type="http://schemas.openxmlformats.org/officeDocument/2006/relationships/oleObject" Target="../embeddings/oleObject391.bin"/><Relationship Id="rId4" Type="http://schemas.openxmlformats.org/officeDocument/2006/relationships/image" Target="../media/image309.wmf"/><Relationship Id="rId3" Type="http://schemas.openxmlformats.org/officeDocument/2006/relationships/oleObject" Target="../embeddings/oleObject390.bin"/><Relationship Id="rId25" Type="http://schemas.openxmlformats.org/officeDocument/2006/relationships/vmlDrawing" Target="../drawings/vmlDrawing66.vml"/><Relationship Id="rId24" Type="http://schemas.openxmlformats.org/officeDocument/2006/relationships/slideLayout" Target="../slideLayouts/slideLayout7.xml"/><Relationship Id="rId23" Type="http://schemas.openxmlformats.org/officeDocument/2006/relationships/image" Target="../media/image308.wmf"/><Relationship Id="rId22" Type="http://schemas.openxmlformats.org/officeDocument/2006/relationships/oleObject" Target="../embeddings/oleObject399.bin"/><Relationship Id="rId21" Type="http://schemas.openxmlformats.org/officeDocument/2006/relationships/image" Target="../media/image307.wmf"/><Relationship Id="rId20" Type="http://schemas.openxmlformats.org/officeDocument/2006/relationships/oleObject" Target="../embeddings/oleObject398.bin"/><Relationship Id="rId2" Type="http://schemas.openxmlformats.org/officeDocument/2006/relationships/image" Target="../media/image315.wmf"/><Relationship Id="rId19" Type="http://schemas.openxmlformats.org/officeDocument/2006/relationships/image" Target="../media/image306.wmf"/><Relationship Id="rId18" Type="http://schemas.openxmlformats.org/officeDocument/2006/relationships/oleObject" Target="../embeddings/oleObject397.bin"/><Relationship Id="rId17" Type="http://schemas.openxmlformats.org/officeDocument/2006/relationships/image" Target="../media/image305.wmf"/><Relationship Id="rId16" Type="http://schemas.openxmlformats.org/officeDocument/2006/relationships/oleObject" Target="../embeddings/oleObject396.bin"/><Relationship Id="rId15" Type="http://schemas.openxmlformats.org/officeDocument/2006/relationships/image" Target="../media/image304.wmf"/><Relationship Id="rId14" Type="http://schemas.openxmlformats.org/officeDocument/2006/relationships/oleObject" Target="../embeddings/oleObject395.bin"/><Relationship Id="rId13" Type="http://schemas.openxmlformats.org/officeDocument/2006/relationships/image" Target="../media/image303.wmf"/><Relationship Id="rId12" Type="http://schemas.openxmlformats.org/officeDocument/2006/relationships/oleObject" Target="../embeddings/oleObject394.bin"/><Relationship Id="rId11" Type="http://schemas.openxmlformats.org/officeDocument/2006/relationships/image" Target="../media/image302.emf"/><Relationship Id="rId10" Type="http://schemas.openxmlformats.org/officeDocument/2006/relationships/oleObject" Target="../embeddings/oleObject393.bin"/><Relationship Id="rId1" Type="http://schemas.openxmlformats.org/officeDocument/2006/relationships/oleObject" Target="../embeddings/oleObject389.bin"/></Relationships>
</file>

<file path=ppt/slides/_rels/slide83.xml.rels><?xml version="1.0" encoding="UTF-8" standalone="yes"?>
<Relationships xmlns="http://schemas.openxmlformats.org/package/2006/relationships"><Relationship Id="rId9" Type="http://schemas.openxmlformats.org/officeDocument/2006/relationships/image" Target="../media/image303.wmf"/><Relationship Id="rId8" Type="http://schemas.openxmlformats.org/officeDocument/2006/relationships/oleObject" Target="../embeddings/oleObject403.bin"/><Relationship Id="rId7" Type="http://schemas.openxmlformats.org/officeDocument/2006/relationships/image" Target="../media/image96.png"/><Relationship Id="rId6" Type="http://schemas.openxmlformats.org/officeDocument/2006/relationships/image" Target="../media/image318.wmf"/><Relationship Id="rId5" Type="http://schemas.openxmlformats.org/officeDocument/2006/relationships/oleObject" Target="../embeddings/oleObject402.bin"/><Relationship Id="rId4" Type="http://schemas.openxmlformats.org/officeDocument/2006/relationships/image" Target="../media/image309.wmf"/><Relationship Id="rId3" Type="http://schemas.openxmlformats.org/officeDocument/2006/relationships/oleObject" Target="../embeddings/oleObject401.bin"/><Relationship Id="rId23" Type="http://schemas.openxmlformats.org/officeDocument/2006/relationships/vmlDrawing" Target="../drawings/vmlDrawing67.vml"/><Relationship Id="rId22" Type="http://schemas.openxmlformats.org/officeDocument/2006/relationships/slideLayout" Target="../slideLayouts/slideLayout7.xml"/><Relationship Id="rId21" Type="http://schemas.openxmlformats.org/officeDocument/2006/relationships/image" Target="../media/image320.wmf"/><Relationship Id="rId20" Type="http://schemas.openxmlformats.org/officeDocument/2006/relationships/oleObject" Target="../embeddings/oleObject409.bin"/><Relationship Id="rId2" Type="http://schemas.openxmlformats.org/officeDocument/2006/relationships/image" Target="../media/image315.wmf"/><Relationship Id="rId19" Type="http://schemas.openxmlformats.org/officeDocument/2006/relationships/image" Target="../media/image308.wmf"/><Relationship Id="rId18" Type="http://schemas.openxmlformats.org/officeDocument/2006/relationships/oleObject" Target="../embeddings/oleObject408.bin"/><Relationship Id="rId17" Type="http://schemas.openxmlformats.org/officeDocument/2006/relationships/image" Target="../media/image307.wmf"/><Relationship Id="rId16" Type="http://schemas.openxmlformats.org/officeDocument/2006/relationships/oleObject" Target="../embeddings/oleObject407.bin"/><Relationship Id="rId15" Type="http://schemas.openxmlformats.org/officeDocument/2006/relationships/image" Target="../media/image306.wmf"/><Relationship Id="rId14" Type="http://schemas.openxmlformats.org/officeDocument/2006/relationships/oleObject" Target="../embeddings/oleObject406.bin"/><Relationship Id="rId13" Type="http://schemas.openxmlformats.org/officeDocument/2006/relationships/image" Target="../media/image305.wmf"/><Relationship Id="rId12" Type="http://schemas.openxmlformats.org/officeDocument/2006/relationships/oleObject" Target="../embeddings/oleObject405.bin"/><Relationship Id="rId11" Type="http://schemas.openxmlformats.org/officeDocument/2006/relationships/image" Target="../media/image304.wmf"/><Relationship Id="rId10" Type="http://schemas.openxmlformats.org/officeDocument/2006/relationships/oleObject" Target="../embeddings/oleObject404.bin"/><Relationship Id="rId1" Type="http://schemas.openxmlformats.org/officeDocument/2006/relationships/oleObject" Target="../embeddings/oleObject400.bin"/></Relationships>
</file>

<file path=ppt/slides/_rels/slide8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14.bin"/><Relationship Id="rId8" Type="http://schemas.openxmlformats.org/officeDocument/2006/relationships/image" Target="../media/image304.wmf"/><Relationship Id="rId7" Type="http://schemas.openxmlformats.org/officeDocument/2006/relationships/oleObject" Target="../embeddings/oleObject413.bin"/><Relationship Id="rId6" Type="http://schemas.openxmlformats.org/officeDocument/2006/relationships/image" Target="../media/image303.wmf"/><Relationship Id="rId5" Type="http://schemas.openxmlformats.org/officeDocument/2006/relationships/oleObject" Target="../embeddings/oleObject412.bin"/><Relationship Id="rId4" Type="http://schemas.openxmlformats.org/officeDocument/2006/relationships/image" Target="../media/image302.emf"/><Relationship Id="rId3" Type="http://schemas.openxmlformats.org/officeDocument/2006/relationships/oleObject" Target="../embeddings/oleObject411.bin"/><Relationship Id="rId20" Type="http://schemas.openxmlformats.org/officeDocument/2006/relationships/vmlDrawing" Target="../drawings/vmlDrawing68.vml"/><Relationship Id="rId2" Type="http://schemas.openxmlformats.org/officeDocument/2006/relationships/image" Target="../media/image309.wmf"/><Relationship Id="rId19" Type="http://schemas.openxmlformats.org/officeDocument/2006/relationships/slideLayout" Target="../slideLayouts/slideLayout7.xml"/><Relationship Id="rId18" Type="http://schemas.openxmlformats.org/officeDocument/2006/relationships/image" Target="../media/image321.wmf"/><Relationship Id="rId17" Type="http://schemas.openxmlformats.org/officeDocument/2006/relationships/oleObject" Target="../embeddings/oleObject418.bin"/><Relationship Id="rId16" Type="http://schemas.openxmlformats.org/officeDocument/2006/relationships/image" Target="../media/image308.wmf"/><Relationship Id="rId15" Type="http://schemas.openxmlformats.org/officeDocument/2006/relationships/oleObject" Target="../embeddings/oleObject417.bin"/><Relationship Id="rId14" Type="http://schemas.openxmlformats.org/officeDocument/2006/relationships/image" Target="../media/image307.wmf"/><Relationship Id="rId13" Type="http://schemas.openxmlformats.org/officeDocument/2006/relationships/oleObject" Target="../embeddings/oleObject416.bin"/><Relationship Id="rId12" Type="http://schemas.openxmlformats.org/officeDocument/2006/relationships/image" Target="../media/image306.wmf"/><Relationship Id="rId11" Type="http://schemas.openxmlformats.org/officeDocument/2006/relationships/oleObject" Target="../embeddings/oleObject415.bin"/><Relationship Id="rId10" Type="http://schemas.openxmlformats.org/officeDocument/2006/relationships/image" Target="../media/image305.wmf"/><Relationship Id="rId1" Type="http://schemas.openxmlformats.org/officeDocument/2006/relationships/oleObject" Target="../embeddings/oleObject410.bin"/></Relationships>
</file>

<file path=ppt/slides/_rels/slide8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23.bin"/><Relationship Id="rId8" Type="http://schemas.openxmlformats.org/officeDocument/2006/relationships/image" Target="../media/image304.wmf"/><Relationship Id="rId7" Type="http://schemas.openxmlformats.org/officeDocument/2006/relationships/oleObject" Target="../embeddings/oleObject422.bin"/><Relationship Id="rId6" Type="http://schemas.openxmlformats.org/officeDocument/2006/relationships/image" Target="../media/image303.wmf"/><Relationship Id="rId5" Type="http://schemas.openxmlformats.org/officeDocument/2006/relationships/oleObject" Target="../embeddings/oleObject421.bin"/><Relationship Id="rId4" Type="http://schemas.openxmlformats.org/officeDocument/2006/relationships/image" Target="../media/image302.emf"/><Relationship Id="rId3" Type="http://schemas.openxmlformats.org/officeDocument/2006/relationships/oleObject" Target="../embeddings/oleObject420.bin"/><Relationship Id="rId26" Type="http://schemas.openxmlformats.org/officeDocument/2006/relationships/vmlDrawing" Target="../drawings/vmlDrawing69.vml"/><Relationship Id="rId25" Type="http://schemas.openxmlformats.org/officeDocument/2006/relationships/slideLayout" Target="../slideLayouts/slideLayout7.xml"/><Relationship Id="rId24" Type="http://schemas.openxmlformats.org/officeDocument/2006/relationships/image" Target="../media/image324.wmf"/><Relationship Id="rId23" Type="http://schemas.openxmlformats.org/officeDocument/2006/relationships/oleObject" Target="../embeddings/oleObject430.bin"/><Relationship Id="rId22" Type="http://schemas.openxmlformats.org/officeDocument/2006/relationships/image" Target="../media/image323.wmf"/><Relationship Id="rId21" Type="http://schemas.openxmlformats.org/officeDocument/2006/relationships/oleObject" Target="../embeddings/oleObject429.bin"/><Relationship Id="rId20" Type="http://schemas.openxmlformats.org/officeDocument/2006/relationships/image" Target="../media/image322.wmf"/><Relationship Id="rId2" Type="http://schemas.openxmlformats.org/officeDocument/2006/relationships/image" Target="../media/image309.wmf"/><Relationship Id="rId19" Type="http://schemas.openxmlformats.org/officeDocument/2006/relationships/oleObject" Target="../embeddings/oleObject428.bin"/><Relationship Id="rId18" Type="http://schemas.openxmlformats.org/officeDocument/2006/relationships/image" Target="../media/image321.wmf"/><Relationship Id="rId17" Type="http://schemas.openxmlformats.org/officeDocument/2006/relationships/oleObject" Target="../embeddings/oleObject427.bin"/><Relationship Id="rId16" Type="http://schemas.openxmlformats.org/officeDocument/2006/relationships/image" Target="../media/image308.wmf"/><Relationship Id="rId15" Type="http://schemas.openxmlformats.org/officeDocument/2006/relationships/oleObject" Target="../embeddings/oleObject426.bin"/><Relationship Id="rId14" Type="http://schemas.openxmlformats.org/officeDocument/2006/relationships/image" Target="../media/image307.wmf"/><Relationship Id="rId13" Type="http://schemas.openxmlformats.org/officeDocument/2006/relationships/oleObject" Target="../embeddings/oleObject425.bin"/><Relationship Id="rId12" Type="http://schemas.openxmlformats.org/officeDocument/2006/relationships/image" Target="../media/image306.wmf"/><Relationship Id="rId11" Type="http://schemas.openxmlformats.org/officeDocument/2006/relationships/oleObject" Target="../embeddings/oleObject424.bin"/><Relationship Id="rId10" Type="http://schemas.openxmlformats.org/officeDocument/2006/relationships/image" Target="../media/image305.wmf"/><Relationship Id="rId1" Type="http://schemas.openxmlformats.org/officeDocument/2006/relationships/oleObject" Target="../embeddings/oleObject419.bin"/></Relationships>
</file>

<file path=ppt/slides/_rels/slide8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35.bin"/><Relationship Id="rId8" Type="http://schemas.openxmlformats.org/officeDocument/2006/relationships/image" Target="../media/image304.wmf"/><Relationship Id="rId7" Type="http://schemas.openxmlformats.org/officeDocument/2006/relationships/oleObject" Target="../embeddings/oleObject434.bin"/><Relationship Id="rId6" Type="http://schemas.openxmlformats.org/officeDocument/2006/relationships/image" Target="../media/image303.wmf"/><Relationship Id="rId5" Type="http://schemas.openxmlformats.org/officeDocument/2006/relationships/oleObject" Target="../embeddings/oleObject433.bin"/><Relationship Id="rId4" Type="http://schemas.openxmlformats.org/officeDocument/2006/relationships/image" Target="../media/image302.emf"/><Relationship Id="rId3" Type="http://schemas.openxmlformats.org/officeDocument/2006/relationships/oleObject" Target="../embeddings/oleObject432.bin"/><Relationship Id="rId22" Type="http://schemas.openxmlformats.org/officeDocument/2006/relationships/vmlDrawing" Target="../drawings/vmlDrawing70.vml"/><Relationship Id="rId21" Type="http://schemas.openxmlformats.org/officeDocument/2006/relationships/slideLayout" Target="../slideLayouts/slideLayout7.xml"/><Relationship Id="rId20" Type="http://schemas.openxmlformats.org/officeDocument/2006/relationships/image" Target="../media/image325.wmf"/><Relationship Id="rId2" Type="http://schemas.openxmlformats.org/officeDocument/2006/relationships/image" Target="../media/image309.wmf"/><Relationship Id="rId19" Type="http://schemas.openxmlformats.org/officeDocument/2006/relationships/oleObject" Target="../embeddings/oleObject440.bin"/><Relationship Id="rId18" Type="http://schemas.openxmlformats.org/officeDocument/2006/relationships/image" Target="../media/image321.wmf"/><Relationship Id="rId17" Type="http://schemas.openxmlformats.org/officeDocument/2006/relationships/oleObject" Target="../embeddings/oleObject439.bin"/><Relationship Id="rId16" Type="http://schemas.openxmlformats.org/officeDocument/2006/relationships/image" Target="../media/image308.wmf"/><Relationship Id="rId15" Type="http://schemas.openxmlformats.org/officeDocument/2006/relationships/oleObject" Target="../embeddings/oleObject438.bin"/><Relationship Id="rId14" Type="http://schemas.openxmlformats.org/officeDocument/2006/relationships/image" Target="../media/image307.wmf"/><Relationship Id="rId13" Type="http://schemas.openxmlformats.org/officeDocument/2006/relationships/oleObject" Target="../embeddings/oleObject437.bin"/><Relationship Id="rId12" Type="http://schemas.openxmlformats.org/officeDocument/2006/relationships/image" Target="../media/image306.wmf"/><Relationship Id="rId11" Type="http://schemas.openxmlformats.org/officeDocument/2006/relationships/oleObject" Target="../embeddings/oleObject436.bin"/><Relationship Id="rId10" Type="http://schemas.openxmlformats.org/officeDocument/2006/relationships/image" Target="../media/image305.wmf"/><Relationship Id="rId1" Type="http://schemas.openxmlformats.org/officeDocument/2006/relationships/oleObject" Target="../embeddings/oleObject431.bin"/></Relationships>
</file>

<file path=ppt/slides/_rels/slide8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45.bin"/><Relationship Id="rId8" Type="http://schemas.openxmlformats.org/officeDocument/2006/relationships/image" Target="../media/image304.wmf"/><Relationship Id="rId7" Type="http://schemas.openxmlformats.org/officeDocument/2006/relationships/oleObject" Target="../embeddings/oleObject444.bin"/><Relationship Id="rId6" Type="http://schemas.openxmlformats.org/officeDocument/2006/relationships/image" Target="../media/image303.wmf"/><Relationship Id="rId5" Type="http://schemas.openxmlformats.org/officeDocument/2006/relationships/oleObject" Target="../embeddings/oleObject443.bin"/><Relationship Id="rId4" Type="http://schemas.openxmlformats.org/officeDocument/2006/relationships/image" Target="../media/image302.emf"/><Relationship Id="rId3" Type="http://schemas.openxmlformats.org/officeDocument/2006/relationships/oleObject" Target="../embeddings/oleObject442.bin"/><Relationship Id="rId21" Type="http://schemas.openxmlformats.org/officeDocument/2006/relationships/vmlDrawing" Target="../drawings/vmlDrawing71.vml"/><Relationship Id="rId20" Type="http://schemas.openxmlformats.org/officeDocument/2006/relationships/slideLayout" Target="../slideLayouts/slideLayout7.xml"/><Relationship Id="rId2" Type="http://schemas.openxmlformats.org/officeDocument/2006/relationships/image" Target="../media/image309.wmf"/><Relationship Id="rId19" Type="http://schemas.openxmlformats.org/officeDocument/2006/relationships/image" Target="../media/image96.png"/><Relationship Id="rId18" Type="http://schemas.openxmlformats.org/officeDocument/2006/relationships/image" Target="../media/image321.wmf"/><Relationship Id="rId17" Type="http://schemas.openxmlformats.org/officeDocument/2006/relationships/oleObject" Target="../embeddings/oleObject449.bin"/><Relationship Id="rId16" Type="http://schemas.openxmlformats.org/officeDocument/2006/relationships/image" Target="../media/image308.wmf"/><Relationship Id="rId15" Type="http://schemas.openxmlformats.org/officeDocument/2006/relationships/oleObject" Target="../embeddings/oleObject448.bin"/><Relationship Id="rId14" Type="http://schemas.openxmlformats.org/officeDocument/2006/relationships/image" Target="../media/image307.wmf"/><Relationship Id="rId13" Type="http://schemas.openxmlformats.org/officeDocument/2006/relationships/oleObject" Target="../embeddings/oleObject447.bin"/><Relationship Id="rId12" Type="http://schemas.openxmlformats.org/officeDocument/2006/relationships/image" Target="../media/image306.wmf"/><Relationship Id="rId11" Type="http://schemas.openxmlformats.org/officeDocument/2006/relationships/oleObject" Target="../embeddings/oleObject446.bin"/><Relationship Id="rId10" Type="http://schemas.openxmlformats.org/officeDocument/2006/relationships/image" Target="../media/image305.wmf"/><Relationship Id="rId1" Type="http://schemas.openxmlformats.org/officeDocument/2006/relationships/oleObject" Target="../embeddings/oleObject441.bin"/></Relationships>
</file>

<file path=ppt/slides/_rels/slide8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54.bin"/><Relationship Id="rId8" Type="http://schemas.openxmlformats.org/officeDocument/2006/relationships/image" Target="../media/image305.wmf"/><Relationship Id="rId7" Type="http://schemas.openxmlformats.org/officeDocument/2006/relationships/oleObject" Target="../embeddings/oleObject453.bin"/><Relationship Id="rId6" Type="http://schemas.openxmlformats.org/officeDocument/2006/relationships/image" Target="../media/image304.wmf"/><Relationship Id="rId5" Type="http://schemas.openxmlformats.org/officeDocument/2006/relationships/oleObject" Target="../embeddings/oleObject452.bin"/><Relationship Id="rId4" Type="http://schemas.openxmlformats.org/officeDocument/2006/relationships/image" Target="../media/image303.wmf"/><Relationship Id="rId3" Type="http://schemas.openxmlformats.org/officeDocument/2006/relationships/oleObject" Target="../embeddings/oleObject451.bin"/><Relationship Id="rId22" Type="http://schemas.openxmlformats.org/officeDocument/2006/relationships/vmlDrawing" Target="../drawings/vmlDrawing72.vml"/><Relationship Id="rId21" Type="http://schemas.openxmlformats.org/officeDocument/2006/relationships/slideLayout" Target="../slideLayouts/slideLayout7.xml"/><Relationship Id="rId20" Type="http://schemas.openxmlformats.org/officeDocument/2006/relationships/image" Target="../media/image309.wmf"/><Relationship Id="rId2" Type="http://schemas.openxmlformats.org/officeDocument/2006/relationships/image" Target="../media/image326.wmf"/><Relationship Id="rId19" Type="http://schemas.openxmlformats.org/officeDocument/2006/relationships/oleObject" Target="../embeddings/oleObject459.bin"/><Relationship Id="rId18" Type="http://schemas.openxmlformats.org/officeDocument/2006/relationships/image" Target="../media/image327.wmf"/><Relationship Id="rId17" Type="http://schemas.openxmlformats.org/officeDocument/2006/relationships/oleObject" Target="../embeddings/oleObject458.bin"/><Relationship Id="rId16" Type="http://schemas.openxmlformats.org/officeDocument/2006/relationships/image" Target="../media/image302.emf"/><Relationship Id="rId15" Type="http://schemas.openxmlformats.org/officeDocument/2006/relationships/oleObject" Target="../embeddings/oleObject457.bin"/><Relationship Id="rId14" Type="http://schemas.openxmlformats.org/officeDocument/2006/relationships/image" Target="../media/image308.wmf"/><Relationship Id="rId13" Type="http://schemas.openxmlformats.org/officeDocument/2006/relationships/oleObject" Target="../embeddings/oleObject456.bin"/><Relationship Id="rId12" Type="http://schemas.openxmlformats.org/officeDocument/2006/relationships/image" Target="../media/image307.wmf"/><Relationship Id="rId11" Type="http://schemas.openxmlformats.org/officeDocument/2006/relationships/oleObject" Target="../embeddings/oleObject455.bin"/><Relationship Id="rId10" Type="http://schemas.openxmlformats.org/officeDocument/2006/relationships/image" Target="../media/image306.wmf"/><Relationship Id="rId1" Type="http://schemas.openxmlformats.org/officeDocument/2006/relationships/oleObject" Target="../embeddings/oleObject450.bin"/></Relationships>
</file>

<file path=ppt/slides/_rels/slide8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64.bin"/><Relationship Id="rId8" Type="http://schemas.openxmlformats.org/officeDocument/2006/relationships/image" Target="../media/image306.wmf"/><Relationship Id="rId7" Type="http://schemas.openxmlformats.org/officeDocument/2006/relationships/oleObject" Target="../embeddings/oleObject463.bin"/><Relationship Id="rId6" Type="http://schemas.openxmlformats.org/officeDocument/2006/relationships/image" Target="../media/image305.wmf"/><Relationship Id="rId5" Type="http://schemas.openxmlformats.org/officeDocument/2006/relationships/oleObject" Target="../embeddings/oleObject462.bin"/><Relationship Id="rId4" Type="http://schemas.openxmlformats.org/officeDocument/2006/relationships/image" Target="../media/image304.wmf"/><Relationship Id="rId3" Type="http://schemas.openxmlformats.org/officeDocument/2006/relationships/oleObject" Target="../embeddings/oleObject461.bin"/><Relationship Id="rId26" Type="http://schemas.openxmlformats.org/officeDocument/2006/relationships/vmlDrawing" Target="../drawings/vmlDrawing73.vml"/><Relationship Id="rId25" Type="http://schemas.openxmlformats.org/officeDocument/2006/relationships/slideLayout" Target="../slideLayouts/slideLayout7.xml"/><Relationship Id="rId24" Type="http://schemas.openxmlformats.org/officeDocument/2006/relationships/image" Target="../media/image330.wmf"/><Relationship Id="rId23" Type="http://schemas.openxmlformats.org/officeDocument/2006/relationships/oleObject" Target="../embeddings/oleObject471.bin"/><Relationship Id="rId22" Type="http://schemas.openxmlformats.org/officeDocument/2006/relationships/image" Target="../media/image329.wmf"/><Relationship Id="rId21" Type="http://schemas.openxmlformats.org/officeDocument/2006/relationships/oleObject" Target="../embeddings/oleObject470.bin"/><Relationship Id="rId20" Type="http://schemas.openxmlformats.org/officeDocument/2006/relationships/image" Target="../media/image328.wmf"/><Relationship Id="rId2" Type="http://schemas.openxmlformats.org/officeDocument/2006/relationships/image" Target="../media/image303.wmf"/><Relationship Id="rId19" Type="http://schemas.openxmlformats.org/officeDocument/2006/relationships/oleObject" Target="../embeddings/oleObject469.bin"/><Relationship Id="rId18" Type="http://schemas.openxmlformats.org/officeDocument/2006/relationships/image" Target="../media/image309.wmf"/><Relationship Id="rId17" Type="http://schemas.openxmlformats.org/officeDocument/2006/relationships/oleObject" Target="../embeddings/oleObject468.bin"/><Relationship Id="rId16" Type="http://schemas.openxmlformats.org/officeDocument/2006/relationships/image" Target="../media/image327.wmf"/><Relationship Id="rId15" Type="http://schemas.openxmlformats.org/officeDocument/2006/relationships/oleObject" Target="../embeddings/oleObject467.bin"/><Relationship Id="rId14" Type="http://schemas.openxmlformats.org/officeDocument/2006/relationships/image" Target="../media/image302.emf"/><Relationship Id="rId13" Type="http://schemas.openxmlformats.org/officeDocument/2006/relationships/oleObject" Target="../embeddings/oleObject466.bin"/><Relationship Id="rId12" Type="http://schemas.openxmlformats.org/officeDocument/2006/relationships/image" Target="../media/image308.wmf"/><Relationship Id="rId11" Type="http://schemas.openxmlformats.org/officeDocument/2006/relationships/oleObject" Target="../embeddings/oleObject465.bin"/><Relationship Id="rId10" Type="http://schemas.openxmlformats.org/officeDocument/2006/relationships/image" Target="../media/image307.wmf"/><Relationship Id="rId1" Type="http://schemas.openxmlformats.org/officeDocument/2006/relationships/oleObject" Target="../embeddings/oleObject460.bin"/></Relationships>
</file>

<file path=ppt/slides/_rels/slide9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76.bin"/><Relationship Id="rId8" Type="http://schemas.openxmlformats.org/officeDocument/2006/relationships/image" Target="../media/image306.wmf"/><Relationship Id="rId7" Type="http://schemas.openxmlformats.org/officeDocument/2006/relationships/oleObject" Target="../embeddings/oleObject475.bin"/><Relationship Id="rId6" Type="http://schemas.openxmlformats.org/officeDocument/2006/relationships/image" Target="../media/image305.wmf"/><Relationship Id="rId5" Type="http://schemas.openxmlformats.org/officeDocument/2006/relationships/oleObject" Target="../embeddings/oleObject474.bin"/><Relationship Id="rId4" Type="http://schemas.openxmlformats.org/officeDocument/2006/relationships/image" Target="../media/image304.wmf"/><Relationship Id="rId3" Type="http://schemas.openxmlformats.org/officeDocument/2006/relationships/oleObject" Target="../embeddings/oleObject473.bin"/><Relationship Id="rId26" Type="http://schemas.openxmlformats.org/officeDocument/2006/relationships/vmlDrawing" Target="../drawings/vmlDrawing74.vml"/><Relationship Id="rId25" Type="http://schemas.openxmlformats.org/officeDocument/2006/relationships/slideLayout" Target="../slideLayouts/slideLayout7.xml"/><Relationship Id="rId24" Type="http://schemas.openxmlformats.org/officeDocument/2006/relationships/image" Target="../media/image333.wmf"/><Relationship Id="rId23" Type="http://schemas.openxmlformats.org/officeDocument/2006/relationships/oleObject" Target="../embeddings/oleObject483.bin"/><Relationship Id="rId22" Type="http://schemas.openxmlformats.org/officeDocument/2006/relationships/image" Target="../media/image332.wmf"/><Relationship Id="rId21" Type="http://schemas.openxmlformats.org/officeDocument/2006/relationships/oleObject" Target="../embeddings/oleObject482.bin"/><Relationship Id="rId20" Type="http://schemas.openxmlformats.org/officeDocument/2006/relationships/image" Target="../media/image331.wmf"/><Relationship Id="rId2" Type="http://schemas.openxmlformats.org/officeDocument/2006/relationships/image" Target="../media/image303.wmf"/><Relationship Id="rId19" Type="http://schemas.openxmlformats.org/officeDocument/2006/relationships/oleObject" Target="../embeddings/oleObject481.bin"/><Relationship Id="rId18" Type="http://schemas.openxmlformats.org/officeDocument/2006/relationships/image" Target="../media/image309.wmf"/><Relationship Id="rId17" Type="http://schemas.openxmlformats.org/officeDocument/2006/relationships/oleObject" Target="../embeddings/oleObject480.bin"/><Relationship Id="rId16" Type="http://schemas.openxmlformats.org/officeDocument/2006/relationships/image" Target="../media/image327.wmf"/><Relationship Id="rId15" Type="http://schemas.openxmlformats.org/officeDocument/2006/relationships/oleObject" Target="../embeddings/oleObject479.bin"/><Relationship Id="rId14" Type="http://schemas.openxmlformats.org/officeDocument/2006/relationships/image" Target="../media/image302.emf"/><Relationship Id="rId13" Type="http://schemas.openxmlformats.org/officeDocument/2006/relationships/oleObject" Target="../embeddings/oleObject478.bin"/><Relationship Id="rId12" Type="http://schemas.openxmlformats.org/officeDocument/2006/relationships/image" Target="../media/image308.wmf"/><Relationship Id="rId11" Type="http://schemas.openxmlformats.org/officeDocument/2006/relationships/oleObject" Target="../embeddings/oleObject477.bin"/><Relationship Id="rId10" Type="http://schemas.openxmlformats.org/officeDocument/2006/relationships/image" Target="../media/image307.wmf"/><Relationship Id="rId1" Type="http://schemas.openxmlformats.org/officeDocument/2006/relationships/oleObject" Target="../embeddings/oleObject472.bin"/></Relationships>
</file>

<file path=ppt/slides/_rels/slide9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88.bin"/><Relationship Id="rId8" Type="http://schemas.openxmlformats.org/officeDocument/2006/relationships/image" Target="../media/image306.wmf"/><Relationship Id="rId7" Type="http://schemas.openxmlformats.org/officeDocument/2006/relationships/oleObject" Target="../embeddings/oleObject487.bin"/><Relationship Id="rId6" Type="http://schemas.openxmlformats.org/officeDocument/2006/relationships/image" Target="../media/image305.wmf"/><Relationship Id="rId5" Type="http://schemas.openxmlformats.org/officeDocument/2006/relationships/oleObject" Target="../embeddings/oleObject486.bin"/><Relationship Id="rId4" Type="http://schemas.openxmlformats.org/officeDocument/2006/relationships/image" Target="../media/image304.wmf"/><Relationship Id="rId3" Type="http://schemas.openxmlformats.org/officeDocument/2006/relationships/oleObject" Target="../embeddings/oleObject485.bin"/><Relationship Id="rId24" Type="http://schemas.openxmlformats.org/officeDocument/2006/relationships/vmlDrawing" Target="../drawings/vmlDrawing75.vml"/><Relationship Id="rId23" Type="http://schemas.openxmlformats.org/officeDocument/2006/relationships/slideLayout" Target="../slideLayouts/slideLayout7.xml"/><Relationship Id="rId22" Type="http://schemas.openxmlformats.org/officeDocument/2006/relationships/image" Target="../media/image335.wmf"/><Relationship Id="rId21" Type="http://schemas.openxmlformats.org/officeDocument/2006/relationships/oleObject" Target="../embeddings/oleObject494.bin"/><Relationship Id="rId20" Type="http://schemas.openxmlformats.org/officeDocument/2006/relationships/image" Target="../media/image334.wmf"/><Relationship Id="rId2" Type="http://schemas.openxmlformats.org/officeDocument/2006/relationships/image" Target="../media/image303.wmf"/><Relationship Id="rId19" Type="http://schemas.openxmlformats.org/officeDocument/2006/relationships/oleObject" Target="../embeddings/oleObject493.bin"/><Relationship Id="rId18" Type="http://schemas.openxmlformats.org/officeDocument/2006/relationships/image" Target="../media/image309.wmf"/><Relationship Id="rId17" Type="http://schemas.openxmlformats.org/officeDocument/2006/relationships/oleObject" Target="../embeddings/oleObject492.bin"/><Relationship Id="rId16" Type="http://schemas.openxmlformats.org/officeDocument/2006/relationships/image" Target="../media/image327.wmf"/><Relationship Id="rId15" Type="http://schemas.openxmlformats.org/officeDocument/2006/relationships/oleObject" Target="../embeddings/oleObject491.bin"/><Relationship Id="rId14" Type="http://schemas.openxmlformats.org/officeDocument/2006/relationships/image" Target="../media/image302.emf"/><Relationship Id="rId13" Type="http://schemas.openxmlformats.org/officeDocument/2006/relationships/oleObject" Target="../embeddings/oleObject490.bin"/><Relationship Id="rId12" Type="http://schemas.openxmlformats.org/officeDocument/2006/relationships/image" Target="../media/image308.wmf"/><Relationship Id="rId11" Type="http://schemas.openxmlformats.org/officeDocument/2006/relationships/oleObject" Target="../embeddings/oleObject489.bin"/><Relationship Id="rId10" Type="http://schemas.openxmlformats.org/officeDocument/2006/relationships/image" Target="../media/image307.wmf"/><Relationship Id="rId1" Type="http://schemas.openxmlformats.org/officeDocument/2006/relationships/oleObject" Target="../embeddings/oleObject484.bin"/></Relationships>
</file>

<file path=ppt/slides/_rels/slide9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99.bin"/><Relationship Id="rId8" Type="http://schemas.openxmlformats.org/officeDocument/2006/relationships/image" Target="../media/image306.wmf"/><Relationship Id="rId7" Type="http://schemas.openxmlformats.org/officeDocument/2006/relationships/oleObject" Target="../embeddings/oleObject498.bin"/><Relationship Id="rId6" Type="http://schemas.openxmlformats.org/officeDocument/2006/relationships/image" Target="../media/image305.wmf"/><Relationship Id="rId5" Type="http://schemas.openxmlformats.org/officeDocument/2006/relationships/oleObject" Target="../embeddings/oleObject497.bin"/><Relationship Id="rId4" Type="http://schemas.openxmlformats.org/officeDocument/2006/relationships/image" Target="../media/image304.wmf"/><Relationship Id="rId3" Type="http://schemas.openxmlformats.org/officeDocument/2006/relationships/oleObject" Target="../embeddings/oleObject496.bin"/><Relationship Id="rId23" Type="http://schemas.openxmlformats.org/officeDocument/2006/relationships/vmlDrawing" Target="../drawings/vmlDrawing76.vml"/><Relationship Id="rId22" Type="http://schemas.openxmlformats.org/officeDocument/2006/relationships/slideLayout" Target="../slideLayouts/slideLayout7.xml"/><Relationship Id="rId21" Type="http://schemas.openxmlformats.org/officeDocument/2006/relationships/image" Target="../media/image96.png"/><Relationship Id="rId20" Type="http://schemas.openxmlformats.org/officeDocument/2006/relationships/image" Target="../media/image336.wmf"/><Relationship Id="rId2" Type="http://schemas.openxmlformats.org/officeDocument/2006/relationships/image" Target="../media/image303.wmf"/><Relationship Id="rId19" Type="http://schemas.openxmlformats.org/officeDocument/2006/relationships/oleObject" Target="../embeddings/oleObject504.bin"/><Relationship Id="rId18" Type="http://schemas.openxmlformats.org/officeDocument/2006/relationships/image" Target="../media/image309.wmf"/><Relationship Id="rId17" Type="http://schemas.openxmlformats.org/officeDocument/2006/relationships/oleObject" Target="../embeddings/oleObject503.bin"/><Relationship Id="rId16" Type="http://schemas.openxmlformats.org/officeDocument/2006/relationships/image" Target="../media/image327.wmf"/><Relationship Id="rId15" Type="http://schemas.openxmlformats.org/officeDocument/2006/relationships/oleObject" Target="../embeddings/oleObject502.bin"/><Relationship Id="rId14" Type="http://schemas.openxmlformats.org/officeDocument/2006/relationships/image" Target="../media/image302.emf"/><Relationship Id="rId13" Type="http://schemas.openxmlformats.org/officeDocument/2006/relationships/oleObject" Target="../embeddings/oleObject501.bin"/><Relationship Id="rId12" Type="http://schemas.openxmlformats.org/officeDocument/2006/relationships/image" Target="../media/image308.wmf"/><Relationship Id="rId11" Type="http://schemas.openxmlformats.org/officeDocument/2006/relationships/oleObject" Target="../embeddings/oleObject500.bin"/><Relationship Id="rId10" Type="http://schemas.openxmlformats.org/officeDocument/2006/relationships/image" Target="../media/image307.wmf"/><Relationship Id="rId1" Type="http://schemas.openxmlformats.org/officeDocument/2006/relationships/oleObject" Target="../embeddings/oleObject495.bin"/></Relationships>
</file>

<file path=ppt/slides/_rels/slide9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09.bin"/><Relationship Id="rId8" Type="http://schemas.openxmlformats.org/officeDocument/2006/relationships/image" Target="../media/image306.wmf"/><Relationship Id="rId7" Type="http://schemas.openxmlformats.org/officeDocument/2006/relationships/oleObject" Target="../embeddings/oleObject508.bin"/><Relationship Id="rId6" Type="http://schemas.openxmlformats.org/officeDocument/2006/relationships/image" Target="../media/image305.wmf"/><Relationship Id="rId5" Type="http://schemas.openxmlformats.org/officeDocument/2006/relationships/oleObject" Target="../embeddings/oleObject507.bin"/><Relationship Id="rId4" Type="http://schemas.openxmlformats.org/officeDocument/2006/relationships/image" Target="../media/image304.wmf"/><Relationship Id="rId3" Type="http://schemas.openxmlformats.org/officeDocument/2006/relationships/oleObject" Target="../embeddings/oleObject506.bin"/><Relationship Id="rId21" Type="http://schemas.openxmlformats.org/officeDocument/2006/relationships/vmlDrawing" Target="../drawings/vmlDrawing77.vml"/><Relationship Id="rId20" Type="http://schemas.openxmlformats.org/officeDocument/2006/relationships/slideLayout" Target="../slideLayouts/slideLayout7.xml"/><Relationship Id="rId2" Type="http://schemas.openxmlformats.org/officeDocument/2006/relationships/image" Target="../media/image303.wmf"/><Relationship Id="rId19" Type="http://schemas.openxmlformats.org/officeDocument/2006/relationships/image" Target="../media/image338.wmf"/><Relationship Id="rId18" Type="http://schemas.openxmlformats.org/officeDocument/2006/relationships/oleObject" Target="../embeddings/oleObject513.bin"/><Relationship Id="rId17" Type="http://schemas.openxmlformats.org/officeDocument/2006/relationships/image" Target="../media/image337.wmf"/><Relationship Id="rId16" Type="http://schemas.openxmlformats.org/officeDocument/2006/relationships/oleObject" Target="../embeddings/oleObject512.bin"/><Relationship Id="rId15" Type="http://schemas.openxmlformats.org/officeDocument/2006/relationships/image" Target="../media/image96.png"/><Relationship Id="rId14" Type="http://schemas.openxmlformats.org/officeDocument/2006/relationships/image" Target="../media/image309.wmf"/><Relationship Id="rId13" Type="http://schemas.openxmlformats.org/officeDocument/2006/relationships/oleObject" Target="../embeddings/oleObject511.bin"/><Relationship Id="rId12" Type="http://schemas.openxmlformats.org/officeDocument/2006/relationships/image" Target="../media/image308.wmf"/><Relationship Id="rId11" Type="http://schemas.openxmlformats.org/officeDocument/2006/relationships/oleObject" Target="../embeddings/oleObject510.bin"/><Relationship Id="rId10" Type="http://schemas.openxmlformats.org/officeDocument/2006/relationships/image" Target="../media/image307.wmf"/><Relationship Id="rId1" Type="http://schemas.openxmlformats.org/officeDocument/2006/relationships/oleObject" Target="../embeddings/oleObject505.bin"/></Relationships>
</file>

<file path=ppt/slides/_rels/slide94.xml.rels><?xml version="1.0" encoding="UTF-8" standalone="yes"?>
<Relationships xmlns="http://schemas.openxmlformats.org/package/2006/relationships"><Relationship Id="rId9" Type="http://schemas.openxmlformats.org/officeDocument/2006/relationships/image" Target="../media/image341.wmf"/><Relationship Id="rId8" Type="http://schemas.openxmlformats.org/officeDocument/2006/relationships/oleObject" Target="../embeddings/oleObject517.bin"/><Relationship Id="rId7" Type="http://schemas.openxmlformats.org/officeDocument/2006/relationships/image" Target="../media/image340.wmf"/><Relationship Id="rId6" Type="http://schemas.openxmlformats.org/officeDocument/2006/relationships/oleObject" Target="../embeddings/oleObject516.bin"/><Relationship Id="rId5" Type="http://schemas.openxmlformats.org/officeDocument/2006/relationships/image" Target="../media/image339.wmf"/><Relationship Id="rId4" Type="http://schemas.openxmlformats.org/officeDocument/2006/relationships/oleObject" Target="../embeddings/oleObject515.bin"/><Relationship Id="rId3" Type="http://schemas.openxmlformats.org/officeDocument/2006/relationships/image" Target="../media/image96.png"/><Relationship Id="rId2" Type="http://schemas.openxmlformats.org/officeDocument/2006/relationships/image" Target="../media/image163.png"/><Relationship Id="rId18" Type="http://schemas.openxmlformats.org/officeDocument/2006/relationships/notesSlide" Target="../notesSlides/notesSlide63.xml"/><Relationship Id="rId17" Type="http://schemas.openxmlformats.org/officeDocument/2006/relationships/vmlDrawing" Target="../drawings/vmlDrawing78.vml"/><Relationship Id="rId16" Type="http://schemas.openxmlformats.org/officeDocument/2006/relationships/slideLayout" Target="../slideLayouts/slideLayout7.xml"/><Relationship Id="rId15" Type="http://schemas.openxmlformats.org/officeDocument/2006/relationships/image" Target="../media/image344.wmf"/><Relationship Id="rId14" Type="http://schemas.openxmlformats.org/officeDocument/2006/relationships/oleObject" Target="../embeddings/oleObject520.bin"/><Relationship Id="rId13" Type="http://schemas.openxmlformats.org/officeDocument/2006/relationships/image" Target="../media/image343.wmf"/><Relationship Id="rId12" Type="http://schemas.openxmlformats.org/officeDocument/2006/relationships/oleObject" Target="../embeddings/oleObject519.bin"/><Relationship Id="rId11" Type="http://schemas.openxmlformats.org/officeDocument/2006/relationships/image" Target="../media/image342.wmf"/><Relationship Id="rId10" Type="http://schemas.openxmlformats.org/officeDocument/2006/relationships/oleObject" Target="../embeddings/oleObject518.bin"/><Relationship Id="rId1" Type="http://schemas.openxmlformats.org/officeDocument/2006/relationships/oleObject" Target="../embeddings/oleObject514.bin"/></Relationships>
</file>

<file path=ppt/slides/_rels/slide95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64.xml"/><Relationship Id="rId8" Type="http://schemas.openxmlformats.org/officeDocument/2006/relationships/vmlDrawing" Target="../drawings/vmlDrawing79.v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347.wmf"/><Relationship Id="rId5" Type="http://schemas.openxmlformats.org/officeDocument/2006/relationships/oleObject" Target="../embeddings/oleObject523.bin"/><Relationship Id="rId4" Type="http://schemas.openxmlformats.org/officeDocument/2006/relationships/image" Target="../media/image346.wmf"/><Relationship Id="rId3" Type="http://schemas.openxmlformats.org/officeDocument/2006/relationships/oleObject" Target="../embeddings/oleObject522.bin"/><Relationship Id="rId2" Type="http://schemas.openxmlformats.org/officeDocument/2006/relationships/image" Target="../media/image345.wmf"/><Relationship Id="rId1" Type="http://schemas.openxmlformats.org/officeDocument/2006/relationships/oleObject" Target="../embeddings/oleObject521.bin"/></Relationships>
</file>

<file path=ppt/slides/_rels/slide9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28.bin"/><Relationship Id="rId8" Type="http://schemas.openxmlformats.org/officeDocument/2006/relationships/image" Target="../media/image351.emf"/><Relationship Id="rId7" Type="http://schemas.openxmlformats.org/officeDocument/2006/relationships/oleObject" Target="../embeddings/oleObject527.bin"/><Relationship Id="rId6" Type="http://schemas.openxmlformats.org/officeDocument/2006/relationships/image" Target="../media/image350.emf"/><Relationship Id="rId5" Type="http://schemas.openxmlformats.org/officeDocument/2006/relationships/oleObject" Target="../embeddings/oleObject526.bin"/><Relationship Id="rId4" Type="http://schemas.openxmlformats.org/officeDocument/2006/relationships/image" Target="../media/image349.wmf"/><Relationship Id="rId3" Type="http://schemas.openxmlformats.org/officeDocument/2006/relationships/oleObject" Target="../embeddings/oleObject525.bin"/><Relationship Id="rId2" Type="http://schemas.openxmlformats.org/officeDocument/2006/relationships/image" Target="../media/image348.wmf"/><Relationship Id="rId17" Type="http://schemas.openxmlformats.org/officeDocument/2006/relationships/notesSlide" Target="../notesSlides/notesSlide65.xml"/><Relationship Id="rId16" Type="http://schemas.openxmlformats.org/officeDocument/2006/relationships/vmlDrawing" Target="../drawings/vmlDrawing80.vml"/><Relationship Id="rId15" Type="http://schemas.openxmlformats.org/officeDocument/2006/relationships/slideLayout" Target="../slideLayouts/slideLayout12.xml"/><Relationship Id="rId14" Type="http://schemas.openxmlformats.org/officeDocument/2006/relationships/image" Target="../media/image354.emf"/><Relationship Id="rId13" Type="http://schemas.openxmlformats.org/officeDocument/2006/relationships/oleObject" Target="../embeddings/oleObject530.bin"/><Relationship Id="rId12" Type="http://schemas.openxmlformats.org/officeDocument/2006/relationships/image" Target="../media/image353.wmf"/><Relationship Id="rId11" Type="http://schemas.openxmlformats.org/officeDocument/2006/relationships/oleObject" Target="../embeddings/oleObject529.bin"/><Relationship Id="rId10" Type="http://schemas.openxmlformats.org/officeDocument/2006/relationships/image" Target="../media/image352.wmf"/><Relationship Id="rId1" Type="http://schemas.openxmlformats.org/officeDocument/2006/relationships/oleObject" Target="../embeddings/oleObject524.bin"/></Relationships>
</file>

<file path=ppt/slides/_rels/slide9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.xml"/><Relationship Id="rId8" Type="http://schemas.openxmlformats.org/officeDocument/2006/relationships/image" Target="../media/image351.emf"/><Relationship Id="rId7" Type="http://schemas.openxmlformats.org/officeDocument/2006/relationships/oleObject" Target="../embeddings/oleObject534.bin"/><Relationship Id="rId6" Type="http://schemas.openxmlformats.org/officeDocument/2006/relationships/image" Target="../media/image350.emf"/><Relationship Id="rId5" Type="http://schemas.openxmlformats.org/officeDocument/2006/relationships/oleObject" Target="../embeddings/oleObject533.bin"/><Relationship Id="rId4" Type="http://schemas.openxmlformats.org/officeDocument/2006/relationships/image" Target="../media/image355.wmf"/><Relationship Id="rId3" Type="http://schemas.openxmlformats.org/officeDocument/2006/relationships/oleObject" Target="../embeddings/oleObject532.bin"/><Relationship Id="rId2" Type="http://schemas.openxmlformats.org/officeDocument/2006/relationships/image" Target="../media/image348.wmf"/><Relationship Id="rId11" Type="http://schemas.openxmlformats.org/officeDocument/2006/relationships/notesSlide" Target="../notesSlides/notesSlide66.xml"/><Relationship Id="rId10" Type="http://schemas.openxmlformats.org/officeDocument/2006/relationships/vmlDrawing" Target="../drawings/vmlDrawing81.vml"/><Relationship Id="rId1" Type="http://schemas.openxmlformats.org/officeDocument/2006/relationships/oleObject" Target="../embeddings/oleObject531.bin"/></Relationships>
</file>

<file path=ppt/slides/_rels/slide9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39.bin"/><Relationship Id="rId8" Type="http://schemas.openxmlformats.org/officeDocument/2006/relationships/image" Target="../media/image350.emf"/><Relationship Id="rId7" Type="http://schemas.openxmlformats.org/officeDocument/2006/relationships/oleObject" Target="../embeddings/oleObject538.bin"/><Relationship Id="rId6" Type="http://schemas.openxmlformats.org/officeDocument/2006/relationships/image" Target="../media/image358.wmf"/><Relationship Id="rId5" Type="http://schemas.openxmlformats.org/officeDocument/2006/relationships/oleObject" Target="../embeddings/oleObject537.bin"/><Relationship Id="rId4" Type="http://schemas.openxmlformats.org/officeDocument/2006/relationships/image" Target="../media/image357.wmf"/><Relationship Id="rId3" Type="http://schemas.openxmlformats.org/officeDocument/2006/relationships/oleObject" Target="../embeddings/oleObject536.bin"/><Relationship Id="rId2" Type="http://schemas.openxmlformats.org/officeDocument/2006/relationships/image" Target="../media/image356.wmf"/><Relationship Id="rId13" Type="http://schemas.openxmlformats.org/officeDocument/2006/relationships/notesSlide" Target="../notesSlides/notesSlide67.xml"/><Relationship Id="rId12" Type="http://schemas.openxmlformats.org/officeDocument/2006/relationships/vmlDrawing" Target="../drawings/vmlDrawing82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351.emf"/><Relationship Id="rId1" Type="http://schemas.openxmlformats.org/officeDocument/2006/relationships/oleObject" Target="../embeddings/oleObject535.bin"/></Relationships>
</file>

<file path=ppt/slides/_rels/slide9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44.bin"/><Relationship Id="rId8" Type="http://schemas.openxmlformats.org/officeDocument/2006/relationships/image" Target="../media/image360.wmf"/><Relationship Id="rId7" Type="http://schemas.openxmlformats.org/officeDocument/2006/relationships/oleObject" Target="../embeddings/oleObject543.bin"/><Relationship Id="rId6" Type="http://schemas.openxmlformats.org/officeDocument/2006/relationships/image" Target="../media/image351.emf"/><Relationship Id="rId5" Type="http://schemas.openxmlformats.org/officeDocument/2006/relationships/oleObject" Target="../embeddings/oleObject542.bin"/><Relationship Id="rId4" Type="http://schemas.openxmlformats.org/officeDocument/2006/relationships/image" Target="../media/image350.emf"/><Relationship Id="rId3" Type="http://schemas.openxmlformats.org/officeDocument/2006/relationships/oleObject" Target="../embeddings/oleObject541.bin"/><Relationship Id="rId2" Type="http://schemas.openxmlformats.org/officeDocument/2006/relationships/image" Target="../media/image359.wmf"/><Relationship Id="rId13" Type="http://schemas.openxmlformats.org/officeDocument/2006/relationships/notesSlide" Target="../notesSlides/notesSlide68.xml"/><Relationship Id="rId12" Type="http://schemas.openxmlformats.org/officeDocument/2006/relationships/vmlDrawing" Target="../drawings/vmlDrawing83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361.wmf"/><Relationship Id="rId1" Type="http://schemas.openxmlformats.org/officeDocument/2006/relationships/oleObject" Target="../embeddings/oleObject540.bin"/></Relationships>
</file>

<file path=ppt/slides/_rels/slide100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69.xml"/><Relationship Id="rId8" Type="http://schemas.openxmlformats.org/officeDocument/2006/relationships/vmlDrawing" Target="../drawings/vmlDrawing84.vml"/><Relationship Id="rId7" Type="http://schemas.openxmlformats.org/officeDocument/2006/relationships/slideLayout" Target="../slideLayouts/slideLayout12.xml"/><Relationship Id="rId6" Type="http://schemas.openxmlformats.org/officeDocument/2006/relationships/image" Target="../media/image351.emf"/><Relationship Id="rId5" Type="http://schemas.openxmlformats.org/officeDocument/2006/relationships/oleObject" Target="../embeddings/oleObject547.bin"/><Relationship Id="rId4" Type="http://schemas.openxmlformats.org/officeDocument/2006/relationships/image" Target="../media/image350.emf"/><Relationship Id="rId3" Type="http://schemas.openxmlformats.org/officeDocument/2006/relationships/oleObject" Target="../embeddings/oleObject546.bin"/><Relationship Id="rId2" Type="http://schemas.openxmlformats.org/officeDocument/2006/relationships/image" Target="../media/image362.wmf"/><Relationship Id="rId1" Type="http://schemas.openxmlformats.org/officeDocument/2006/relationships/oleObject" Target="../embeddings/oleObject545.bin"/></Relationships>
</file>

<file path=ppt/slides/_rels/slide10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52.bin"/><Relationship Id="rId8" Type="http://schemas.openxmlformats.org/officeDocument/2006/relationships/image" Target="../media/image350.emf"/><Relationship Id="rId7" Type="http://schemas.openxmlformats.org/officeDocument/2006/relationships/oleObject" Target="../embeddings/oleObject551.bin"/><Relationship Id="rId6" Type="http://schemas.openxmlformats.org/officeDocument/2006/relationships/image" Target="../media/image365.wmf"/><Relationship Id="rId5" Type="http://schemas.openxmlformats.org/officeDocument/2006/relationships/oleObject" Target="../embeddings/oleObject550.bin"/><Relationship Id="rId4" Type="http://schemas.openxmlformats.org/officeDocument/2006/relationships/image" Target="../media/image364.wmf"/><Relationship Id="rId3" Type="http://schemas.openxmlformats.org/officeDocument/2006/relationships/oleObject" Target="../embeddings/oleObject549.bin"/><Relationship Id="rId2" Type="http://schemas.openxmlformats.org/officeDocument/2006/relationships/image" Target="../media/image363.wmf"/><Relationship Id="rId13" Type="http://schemas.openxmlformats.org/officeDocument/2006/relationships/notesSlide" Target="../notesSlides/notesSlide70.xml"/><Relationship Id="rId12" Type="http://schemas.openxmlformats.org/officeDocument/2006/relationships/vmlDrawing" Target="../drawings/vmlDrawing85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351.emf"/><Relationship Id="rId1" Type="http://schemas.openxmlformats.org/officeDocument/2006/relationships/oleObject" Target="../embeddings/oleObject548.bin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69.emf"/><Relationship Id="rId7" Type="http://schemas.openxmlformats.org/officeDocument/2006/relationships/oleObject" Target="../embeddings/oleObject556.bin"/><Relationship Id="rId6" Type="http://schemas.openxmlformats.org/officeDocument/2006/relationships/image" Target="../media/image368.emf"/><Relationship Id="rId5" Type="http://schemas.openxmlformats.org/officeDocument/2006/relationships/oleObject" Target="../embeddings/oleObject555.bin"/><Relationship Id="rId4" Type="http://schemas.openxmlformats.org/officeDocument/2006/relationships/image" Target="../media/image367.emf"/><Relationship Id="rId3" Type="http://schemas.openxmlformats.org/officeDocument/2006/relationships/oleObject" Target="../embeddings/oleObject554.bin"/><Relationship Id="rId2" Type="http://schemas.openxmlformats.org/officeDocument/2006/relationships/image" Target="../media/image366.wmf"/><Relationship Id="rId11" Type="http://schemas.openxmlformats.org/officeDocument/2006/relationships/notesSlide" Target="../notesSlides/notesSlide72.xml"/><Relationship Id="rId10" Type="http://schemas.openxmlformats.org/officeDocument/2006/relationships/vmlDrawing" Target="../drawings/vmlDrawing86.vml"/><Relationship Id="rId1" Type="http://schemas.openxmlformats.org/officeDocument/2006/relationships/oleObject" Target="../embeddings/oleObject553.bin"/></Relationships>
</file>

<file path=ppt/slides/_rels/slide104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73.xml"/><Relationship Id="rId8" Type="http://schemas.openxmlformats.org/officeDocument/2006/relationships/vmlDrawing" Target="../drawings/vmlDrawing87.v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372.wmf"/><Relationship Id="rId5" Type="http://schemas.openxmlformats.org/officeDocument/2006/relationships/oleObject" Target="../embeddings/oleObject559.bin"/><Relationship Id="rId4" Type="http://schemas.openxmlformats.org/officeDocument/2006/relationships/image" Target="../media/image371.wmf"/><Relationship Id="rId3" Type="http://schemas.openxmlformats.org/officeDocument/2006/relationships/oleObject" Target="../embeddings/oleObject558.bin"/><Relationship Id="rId2" Type="http://schemas.openxmlformats.org/officeDocument/2006/relationships/image" Target="../media/image370.wmf"/><Relationship Id="rId1" Type="http://schemas.openxmlformats.org/officeDocument/2006/relationships/oleObject" Target="../embeddings/oleObject557.bin"/></Relationships>
</file>

<file path=ppt/slides/_rels/slide105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74.xml"/><Relationship Id="rId5" Type="http://schemas.openxmlformats.org/officeDocument/2006/relationships/vmlDrawing" Target="../drawings/vmlDrawing88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96.png"/><Relationship Id="rId2" Type="http://schemas.openxmlformats.org/officeDocument/2006/relationships/image" Target="../media/image163.png"/><Relationship Id="rId1" Type="http://schemas.openxmlformats.org/officeDocument/2006/relationships/oleObject" Target="../embeddings/oleObject560.bin"/></Relationships>
</file>

<file path=ppt/slides/_rels/slide10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75.xml"/><Relationship Id="rId6" Type="http://schemas.openxmlformats.org/officeDocument/2006/relationships/vmlDrawing" Target="../drawings/vmlDrawing89.v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373.emf"/><Relationship Id="rId3" Type="http://schemas.openxmlformats.org/officeDocument/2006/relationships/oleObject" Target="../embeddings/oleObject561.bin"/><Relationship Id="rId2" Type="http://schemas.openxmlformats.org/officeDocument/2006/relationships/image" Target="../media/image2.png"/><Relationship Id="rId1" Type="http://schemas.openxmlformats.org/officeDocument/2006/relationships/image" Target="../media/image19.png"/></Relationships>
</file>

<file path=ppt/slides/_rels/slide107.xml.rels><?xml version="1.0" encoding="UTF-8" standalone="yes"?>
<Relationships xmlns="http://schemas.openxmlformats.org/package/2006/relationships"><Relationship Id="rId9" Type="http://schemas.openxmlformats.org/officeDocument/2006/relationships/image" Target="../media/image377.emf"/><Relationship Id="rId8" Type="http://schemas.openxmlformats.org/officeDocument/2006/relationships/oleObject" Target="../embeddings/oleObject565.bin"/><Relationship Id="rId7" Type="http://schemas.openxmlformats.org/officeDocument/2006/relationships/image" Target="../media/image376.wmf"/><Relationship Id="rId6" Type="http://schemas.openxmlformats.org/officeDocument/2006/relationships/oleObject" Target="../embeddings/oleObject564.bin"/><Relationship Id="rId5" Type="http://schemas.openxmlformats.org/officeDocument/2006/relationships/image" Target="../media/image375.wmf"/><Relationship Id="rId4" Type="http://schemas.openxmlformats.org/officeDocument/2006/relationships/oleObject" Target="../embeddings/oleObject563.bin"/><Relationship Id="rId3" Type="http://schemas.openxmlformats.org/officeDocument/2006/relationships/image" Target="../media/image374.emf"/><Relationship Id="rId2" Type="http://schemas.openxmlformats.org/officeDocument/2006/relationships/oleObject" Target="../embeddings/oleObject562.bin"/><Relationship Id="rId17" Type="http://schemas.openxmlformats.org/officeDocument/2006/relationships/notesSlide" Target="../notesSlides/notesSlide76.xml"/><Relationship Id="rId16" Type="http://schemas.openxmlformats.org/officeDocument/2006/relationships/vmlDrawing" Target="../drawings/vmlDrawing90.vml"/><Relationship Id="rId15" Type="http://schemas.openxmlformats.org/officeDocument/2006/relationships/slideLayout" Target="../slideLayouts/slideLayout7.xml"/><Relationship Id="rId14" Type="http://schemas.openxmlformats.org/officeDocument/2006/relationships/image" Target="../media/image379.wmf"/><Relationship Id="rId13" Type="http://schemas.openxmlformats.org/officeDocument/2006/relationships/oleObject" Target="../embeddings/oleObject567.bin"/><Relationship Id="rId12" Type="http://schemas.openxmlformats.org/officeDocument/2006/relationships/image" Target="../media/image2.png"/><Relationship Id="rId11" Type="http://schemas.openxmlformats.org/officeDocument/2006/relationships/image" Target="../media/image378.emf"/><Relationship Id="rId10" Type="http://schemas.openxmlformats.org/officeDocument/2006/relationships/oleObject" Target="../embeddings/oleObject566.bin"/><Relationship Id="rId1" Type="http://schemas.openxmlformats.org/officeDocument/2006/relationships/image" Target="../media/image19.png"/></Relationships>
</file>

<file path=ppt/slides/_rels/slide10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71.bin"/><Relationship Id="rId8" Type="http://schemas.openxmlformats.org/officeDocument/2006/relationships/image" Target="../media/image382.wmf"/><Relationship Id="rId7" Type="http://schemas.openxmlformats.org/officeDocument/2006/relationships/oleObject" Target="../embeddings/oleObject570.bin"/><Relationship Id="rId6" Type="http://schemas.openxmlformats.org/officeDocument/2006/relationships/image" Target="../media/image381.wmf"/><Relationship Id="rId5" Type="http://schemas.openxmlformats.org/officeDocument/2006/relationships/oleObject" Target="../embeddings/oleObject569.bin"/><Relationship Id="rId4" Type="http://schemas.openxmlformats.org/officeDocument/2006/relationships/image" Target="../media/image2.png"/><Relationship Id="rId37" Type="http://schemas.openxmlformats.org/officeDocument/2006/relationships/notesSlide" Target="../notesSlides/notesSlide77.xml"/><Relationship Id="rId36" Type="http://schemas.openxmlformats.org/officeDocument/2006/relationships/vmlDrawing" Target="../drawings/vmlDrawing91.vml"/><Relationship Id="rId35" Type="http://schemas.openxmlformats.org/officeDocument/2006/relationships/slideLayout" Target="../slideLayouts/slideLayout7.xml"/><Relationship Id="rId34" Type="http://schemas.openxmlformats.org/officeDocument/2006/relationships/image" Target="../media/image395.emf"/><Relationship Id="rId33" Type="http://schemas.openxmlformats.org/officeDocument/2006/relationships/oleObject" Target="../embeddings/oleObject583.bin"/><Relationship Id="rId32" Type="http://schemas.openxmlformats.org/officeDocument/2006/relationships/image" Target="../media/image394.emf"/><Relationship Id="rId31" Type="http://schemas.openxmlformats.org/officeDocument/2006/relationships/oleObject" Target="../embeddings/oleObject582.bin"/><Relationship Id="rId30" Type="http://schemas.openxmlformats.org/officeDocument/2006/relationships/image" Target="../media/image393.wmf"/><Relationship Id="rId3" Type="http://schemas.openxmlformats.org/officeDocument/2006/relationships/image" Target="../media/image380.wmf"/><Relationship Id="rId29" Type="http://schemas.openxmlformats.org/officeDocument/2006/relationships/oleObject" Target="../embeddings/oleObject581.bin"/><Relationship Id="rId28" Type="http://schemas.openxmlformats.org/officeDocument/2006/relationships/image" Target="../media/image392.wmf"/><Relationship Id="rId27" Type="http://schemas.openxmlformats.org/officeDocument/2006/relationships/oleObject" Target="../embeddings/oleObject580.bin"/><Relationship Id="rId26" Type="http://schemas.openxmlformats.org/officeDocument/2006/relationships/image" Target="../media/image391.wmf"/><Relationship Id="rId25" Type="http://schemas.openxmlformats.org/officeDocument/2006/relationships/oleObject" Target="../embeddings/oleObject579.bin"/><Relationship Id="rId24" Type="http://schemas.openxmlformats.org/officeDocument/2006/relationships/image" Target="../media/image390.wmf"/><Relationship Id="rId23" Type="http://schemas.openxmlformats.org/officeDocument/2006/relationships/oleObject" Target="../embeddings/oleObject578.bin"/><Relationship Id="rId22" Type="http://schemas.openxmlformats.org/officeDocument/2006/relationships/image" Target="../media/image389.wmf"/><Relationship Id="rId21" Type="http://schemas.openxmlformats.org/officeDocument/2006/relationships/oleObject" Target="../embeddings/oleObject577.bin"/><Relationship Id="rId20" Type="http://schemas.openxmlformats.org/officeDocument/2006/relationships/image" Target="../media/image388.wmf"/><Relationship Id="rId2" Type="http://schemas.openxmlformats.org/officeDocument/2006/relationships/oleObject" Target="../embeddings/oleObject568.bin"/><Relationship Id="rId19" Type="http://schemas.openxmlformats.org/officeDocument/2006/relationships/oleObject" Target="../embeddings/oleObject576.bin"/><Relationship Id="rId18" Type="http://schemas.openxmlformats.org/officeDocument/2006/relationships/image" Target="../media/image387.wmf"/><Relationship Id="rId17" Type="http://schemas.openxmlformats.org/officeDocument/2006/relationships/oleObject" Target="../embeddings/oleObject575.bin"/><Relationship Id="rId16" Type="http://schemas.openxmlformats.org/officeDocument/2006/relationships/image" Target="../media/image386.wmf"/><Relationship Id="rId15" Type="http://schemas.openxmlformats.org/officeDocument/2006/relationships/oleObject" Target="../embeddings/oleObject574.bin"/><Relationship Id="rId14" Type="http://schemas.openxmlformats.org/officeDocument/2006/relationships/image" Target="../media/image385.wmf"/><Relationship Id="rId13" Type="http://schemas.openxmlformats.org/officeDocument/2006/relationships/oleObject" Target="../embeddings/oleObject573.bin"/><Relationship Id="rId12" Type="http://schemas.openxmlformats.org/officeDocument/2006/relationships/image" Target="../media/image384.wmf"/><Relationship Id="rId11" Type="http://schemas.openxmlformats.org/officeDocument/2006/relationships/oleObject" Target="../embeddings/oleObject572.bin"/><Relationship Id="rId10" Type="http://schemas.openxmlformats.org/officeDocument/2006/relationships/image" Target="../media/image383.wmf"/><Relationship Id="rId1" Type="http://schemas.openxmlformats.org/officeDocument/2006/relationships/image" Target="../media/image19.png"/></Relationships>
</file>

<file path=ppt/slides/_rels/slide10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87.bin"/><Relationship Id="rId8" Type="http://schemas.openxmlformats.org/officeDocument/2006/relationships/image" Target="../media/image398.emf"/><Relationship Id="rId7" Type="http://schemas.openxmlformats.org/officeDocument/2006/relationships/oleObject" Target="../embeddings/oleObject586.bin"/><Relationship Id="rId6" Type="http://schemas.openxmlformats.org/officeDocument/2006/relationships/image" Target="../media/image397.wmf"/><Relationship Id="rId5" Type="http://schemas.openxmlformats.org/officeDocument/2006/relationships/oleObject" Target="../embeddings/oleObject585.bin"/><Relationship Id="rId4" Type="http://schemas.openxmlformats.org/officeDocument/2006/relationships/image" Target="../media/image396.wmf"/><Relationship Id="rId38" Type="http://schemas.openxmlformats.org/officeDocument/2006/relationships/notesSlide" Target="../notesSlides/notesSlide78.xml"/><Relationship Id="rId37" Type="http://schemas.openxmlformats.org/officeDocument/2006/relationships/vmlDrawing" Target="../drawings/vmlDrawing92.vml"/><Relationship Id="rId36" Type="http://schemas.openxmlformats.org/officeDocument/2006/relationships/slideLayout" Target="../slideLayouts/slideLayout7.xml"/><Relationship Id="rId35" Type="http://schemas.openxmlformats.org/officeDocument/2006/relationships/oleObject" Target="../embeddings/oleObject600.bin"/><Relationship Id="rId34" Type="http://schemas.openxmlformats.org/officeDocument/2006/relationships/image" Target="../media/image411.wmf"/><Relationship Id="rId33" Type="http://schemas.openxmlformats.org/officeDocument/2006/relationships/oleObject" Target="../embeddings/oleObject599.bin"/><Relationship Id="rId32" Type="http://schemas.openxmlformats.org/officeDocument/2006/relationships/image" Target="../media/image410.wmf"/><Relationship Id="rId31" Type="http://schemas.openxmlformats.org/officeDocument/2006/relationships/oleObject" Target="../embeddings/oleObject598.bin"/><Relationship Id="rId30" Type="http://schemas.openxmlformats.org/officeDocument/2006/relationships/image" Target="../media/image409.emf"/><Relationship Id="rId3" Type="http://schemas.openxmlformats.org/officeDocument/2006/relationships/oleObject" Target="../embeddings/oleObject584.bin"/><Relationship Id="rId29" Type="http://schemas.openxmlformats.org/officeDocument/2006/relationships/oleObject" Target="../embeddings/oleObject597.bin"/><Relationship Id="rId28" Type="http://schemas.openxmlformats.org/officeDocument/2006/relationships/image" Target="../media/image408.wmf"/><Relationship Id="rId27" Type="http://schemas.openxmlformats.org/officeDocument/2006/relationships/oleObject" Target="../embeddings/oleObject596.bin"/><Relationship Id="rId26" Type="http://schemas.openxmlformats.org/officeDocument/2006/relationships/image" Target="../media/image407.wmf"/><Relationship Id="rId25" Type="http://schemas.openxmlformats.org/officeDocument/2006/relationships/oleObject" Target="../embeddings/oleObject595.bin"/><Relationship Id="rId24" Type="http://schemas.openxmlformats.org/officeDocument/2006/relationships/image" Target="../media/image406.wmf"/><Relationship Id="rId23" Type="http://schemas.openxmlformats.org/officeDocument/2006/relationships/oleObject" Target="../embeddings/oleObject594.bin"/><Relationship Id="rId22" Type="http://schemas.openxmlformats.org/officeDocument/2006/relationships/image" Target="../media/image405.wmf"/><Relationship Id="rId21" Type="http://schemas.openxmlformats.org/officeDocument/2006/relationships/oleObject" Target="../embeddings/oleObject593.bin"/><Relationship Id="rId20" Type="http://schemas.openxmlformats.org/officeDocument/2006/relationships/image" Target="../media/image404.wmf"/><Relationship Id="rId2" Type="http://schemas.openxmlformats.org/officeDocument/2006/relationships/image" Target="../media/image2.png"/><Relationship Id="rId19" Type="http://schemas.openxmlformats.org/officeDocument/2006/relationships/oleObject" Target="../embeddings/oleObject592.bin"/><Relationship Id="rId18" Type="http://schemas.openxmlformats.org/officeDocument/2006/relationships/image" Target="../media/image403.wmf"/><Relationship Id="rId17" Type="http://schemas.openxmlformats.org/officeDocument/2006/relationships/oleObject" Target="../embeddings/oleObject591.bin"/><Relationship Id="rId16" Type="http://schemas.openxmlformats.org/officeDocument/2006/relationships/image" Target="../media/image402.wmf"/><Relationship Id="rId15" Type="http://schemas.openxmlformats.org/officeDocument/2006/relationships/oleObject" Target="../embeddings/oleObject590.bin"/><Relationship Id="rId14" Type="http://schemas.openxmlformats.org/officeDocument/2006/relationships/image" Target="../media/image401.wmf"/><Relationship Id="rId13" Type="http://schemas.openxmlformats.org/officeDocument/2006/relationships/oleObject" Target="../embeddings/oleObject589.bin"/><Relationship Id="rId12" Type="http://schemas.openxmlformats.org/officeDocument/2006/relationships/image" Target="../media/image400.wmf"/><Relationship Id="rId11" Type="http://schemas.openxmlformats.org/officeDocument/2006/relationships/oleObject" Target="../embeddings/oleObject588.bin"/><Relationship Id="rId10" Type="http://schemas.openxmlformats.org/officeDocument/2006/relationships/image" Target="../media/image399.wmf"/><Relationship Id="rId1" Type="http://schemas.openxmlformats.org/officeDocument/2006/relationships/image" Target="../media/image19.png"/></Relationships>
</file>

<file path=ppt/slides/_rels/slide110.xml.rels><?xml version="1.0" encoding="UTF-8" standalone="yes"?>
<Relationships xmlns="http://schemas.openxmlformats.org/package/2006/relationships"><Relationship Id="rId9" Type="http://schemas.openxmlformats.org/officeDocument/2006/relationships/image" Target="../media/image415.wmf"/><Relationship Id="rId8" Type="http://schemas.openxmlformats.org/officeDocument/2006/relationships/oleObject" Target="../embeddings/oleObject604.bin"/><Relationship Id="rId7" Type="http://schemas.openxmlformats.org/officeDocument/2006/relationships/image" Target="../media/image414.wmf"/><Relationship Id="rId6" Type="http://schemas.openxmlformats.org/officeDocument/2006/relationships/oleObject" Target="../embeddings/oleObject603.bin"/><Relationship Id="rId5" Type="http://schemas.openxmlformats.org/officeDocument/2006/relationships/image" Target="../media/image413.wmf"/><Relationship Id="rId42" Type="http://schemas.openxmlformats.org/officeDocument/2006/relationships/notesSlide" Target="../notesSlides/notesSlide79.xml"/><Relationship Id="rId41" Type="http://schemas.openxmlformats.org/officeDocument/2006/relationships/vmlDrawing" Target="../drawings/vmlDrawing93.vml"/><Relationship Id="rId40" Type="http://schemas.openxmlformats.org/officeDocument/2006/relationships/slideLayout" Target="../slideLayouts/slideLayout7.xml"/><Relationship Id="rId4" Type="http://schemas.openxmlformats.org/officeDocument/2006/relationships/oleObject" Target="../embeddings/oleObject602.bin"/><Relationship Id="rId39" Type="http://schemas.openxmlformats.org/officeDocument/2006/relationships/image" Target="../media/image425.wmf"/><Relationship Id="rId38" Type="http://schemas.openxmlformats.org/officeDocument/2006/relationships/oleObject" Target="../embeddings/oleObject619.bin"/><Relationship Id="rId37" Type="http://schemas.openxmlformats.org/officeDocument/2006/relationships/image" Target="../media/image424.emf"/><Relationship Id="rId36" Type="http://schemas.openxmlformats.org/officeDocument/2006/relationships/oleObject" Target="../embeddings/oleObject618.bin"/><Relationship Id="rId35" Type="http://schemas.openxmlformats.org/officeDocument/2006/relationships/image" Target="../media/image423.wmf"/><Relationship Id="rId34" Type="http://schemas.openxmlformats.org/officeDocument/2006/relationships/oleObject" Target="../embeddings/oleObject617.bin"/><Relationship Id="rId33" Type="http://schemas.openxmlformats.org/officeDocument/2006/relationships/image" Target="../media/image422.wmf"/><Relationship Id="rId32" Type="http://schemas.openxmlformats.org/officeDocument/2006/relationships/oleObject" Target="../embeddings/oleObject616.bin"/><Relationship Id="rId31" Type="http://schemas.openxmlformats.org/officeDocument/2006/relationships/image" Target="../media/image405.wmf"/><Relationship Id="rId30" Type="http://schemas.openxmlformats.org/officeDocument/2006/relationships/oleObject" Target="../embeddings/oleObject615.bin"/><Relationship Id="rId3" Type="http://schemas.openxmlformats.org/officeDocument/2006/relationships/image" Target="../media/image412.wmf"/><Relationship Id="rId29" Type="http://schemas.openxmlformats.org/officeDocument/2006/relationships/image" Target="../media/image404.wmf"/><Relationship Id="rId28" Type="http://schemas.openxmlformats.org/officeDocument/2006/relationships/oleObject" Target="../embeddings/oleObject614.bin"/><Relationship Id="rId27" Type="http://schemas.openxmlformats.org/officeDocument/2006/relationships/image" Target="../media/image403.wmf"/><Relationship Id="rId26" Type="http://schemas.openxmlformats.org/officeDocument/2006/relationships/oleObject" Target="../embeddings/oleObject613.bin"/><Relationship Id="rId25" Type="http://schemas.openxmlformats.org/officeDocument/2006/relationships/image" Target="../media/image421.wmf"/><Relationship Id="rId24" Type="http://schemas.openxmlformats.org/officeDocument/2006/relationships/oleObject" Target="../embeddings/oleObject612.bin"/><Relationship Id="rId23" Type="http://schemas.openxmlformats.org/officeDocument/2006/relationships/image" Target="../media/image401.wmf"/><Relationship Id="rId22" Type="http://schemas.openxmlformats.org/officeDocument/2006/relationships/oleObject" Target="../embeddings/oleObject611.bin"/><Relationship Id="rId21" Type="http://schemas.openxmlformats.org/officeDocument/2006/relationships/image" Target="../media/image420.wmf"/><Relationship Id="rId20" Type="http://schemas.openxmlformats.org/officeDocument/2006/relationships/oleObject" Target="../embeddings/oleObject610.bin"/><Relationship Id="rId2" Type="http://schemas.openxmlformats.org/officeDocument/2006/relationships/oleObject" Target="../embeddings/oleObject601.bin"/><Relationship Id="rId19" Type="http://schemas.openxmlformats.org/officeDocument/2006/relationships/image" Target="../media/image399.wmf"/><Relationship Id="rId18" Type="http://schemas.openxmlformats.org/officeDocument/2006/relationships/oleObject" Target="../embeddings/oleObject609.bin"/><Relationship Id="rId17" Type="http://schemas.openxmlformats.org/officeDocument/2006/relationships/image" Target="../media/image419.wmf"/><Relationship Id="rId16" Type="http://schemas.openxmlformats.org/officeDocument/2006/relationships/oleObject" Target="../embeddings/oleObject608.bin"/><Relationship Id="rId15" Type="http://schemas.openxmlformats.org/officeDocument/2006/relationships/image" Target="../media/image418.wmf"/><Relationship Id="rId14" Type="http://schemas.openxmlformats.org/officeDocument/2006/relationships/oleObject" Target="../embeddings/oleObject607.bin"/><Relationship Id="rId13" Type="http://schemas.openxmlformats.org/officeDocument/2006/relationships/image" Target="../media/image417.wmf"/><Relationship Id="rId12" Type="http://schemas.openxmlformats.org/officeDocument/2006/relationships/oleObject" Target="../embeddings/oleObject606.bin"/><Relationship Id="rId11" Type="http://schemas.openxmlformats.org/officeDocument/2006/relationships/image" Target="../media/image416.wmf"/><Relationship Id="rId10" Type="http://schemas.openxmlformats.org/officeDocument/2006/relationships/oleObject" Target="../embeddings/oleObject605.bin"/><Relationship Id="rId1" Type="http://schemas.openxmlformats.org/officeDocument/2006/relationships/image" Target="../media/image19.png"/></Relationships>
</file>

<file path=ppt/slides/_rels/slide111.xml.rels><?xml version="1.0" encoding="UTF-8" standalone="yes"?>
<Relationships xmlns="http://schemas.openxmlformats.org/package/2006/relationships"><Relationship Id="rId9" Type="http://schemas.openxmlformats.org/officeDocument/2006/relationships/image" Target="../media/image420.wmf"/><Relationship Id="rId8" Type="http://schemas.openxmlformats.org/officeDocument/2006/relationships/oleObject" Target="../embeddings/oleObject623.bin"/><Relationship Id="rId7" Type="http://schemas.openxmlformats.org/officeDocument/2006/relationships/image" Target="../media/image399.wmf"/><Relationship Id="rId6" Type="http://schemas.openxmlformats.org/officeDocument/2006/relationships/oleObject" Target="../embeddings/oleObject622.bin"/><Relationship Id="rId5" Type="http://schemas.openxmlformats.org/officeDocument/2006/relationships/image" Target="../media/image19.png"/><Relationship Id="rId4" Type="http://schemas.openxmlformats.org/officeDocument/2006/relationships/image" Target="../media/image427.emf"/><Relationship Id="rId3" Type="http://schemas.openxmlformats.org/officeDocument/2006/relationships/oleObject" Target="../embeddings/oleObject621.bin"/><Relationship Id="rId26" Type="http://schemas.openxmlformats.org/officeDocument/2006/relationships/notesSlide" Target="../notesSlides/notesSlide80.xml"/><Relationship Id="rId25" Type="http://schemas.openxmlformats.org/officeDocument/2006/relationships/vmlDrawing" Target="../drawings/vmlDrawing94.vml"/><Relationship Id="rId24" Type="http://schemas.openxmlformats.org/officeDocument/2006/relationships/slideLayout" Target="../slideLayouts/slideLayout7.xml"/><Relationship Id="rId23" Type="http://schemas.openxmlformats.org/officeDocument/2006/relationships/image" Target="../media/image428.wmf"/><Relationship Id="rId22" Type="http://schemas.openxmlformats.org/officeDocument/2006/relationships/oleObject" Target="../embeddings/oleObject630.bin"/><Relationship Id="rId21" Type="http://schemas.openxmlformats.org/officeDocument/2006/relationships/image" Target="../media/image422.wmf"/><Relationship Id="rId20" Type="http://schemas.openxmlformats.org/officeDocument/2006/relationships/oleObject" Target="../embeddings/oleObject629.bin"/><Relationship Id="rId2" Type="http://schemas.openxmlformats.org/officeDocument/2006/relationships/image" Target="../media/image426.emf"/><Relationship Id="rId19" Type="http://schemas.openxmlformats.org/officeDocument/2006/relationships/image" Target="../media/image405.wmf"/><Relationship Id="rId18" Type="http://schemas.openxmlformats.org/officeDocument/2006/relationships/oleObject" Target="../embeddings/oleObject628.bin"/><Relationship Id="rId17" Type="http://schemas.openxmlformats.org/officeDocument/2006/relationships/image" Target="../media/image404.wmf"/><Relationship Id="rId16" Type="http://schemas.openxmlformats.org/officeDocument/2006/relationships/oleObject" Target="../embeddings/oleObject627.bin"/><Relationship Id="rId15" Type="http://schemas.openxmlformats.org/officeDocument/2006/relationships/image" Target="../media/image403.wmf"/><Relationship Id="rId14" Type="http://schemas.openxmlformats.org/officeDocument/2006/relationships/oleObject" Target="../embeddings/oleObject626.bin"/><Relationship Id="rId13" Type="http://schemas.openxmlformats.org/officeDocument/2006/relationships/image" Target="../media/image421.wmf"/><Relationship Id="rId12" Type="http://schemas.openxmlformats.org/officeDocument/2006/relationships/oleObject" Target="../embeddings/oleObject625.bin"/><Relationship Id="rId11" Type="http://schemas.openxmlformats.org/officeDocument/2006/relationships/image" Target="../media/image401.wmf"/><Relationship Id="rId10" Type="http://schemas.openxmlformats.org/officeDocument/2006/relationships/oleObject" Target="../embeddings/oleObject624.bin"/><Relationship Id="rId1" Type="http://schemas.openxmlformats.org/officeDocument/2006/relationships/oleObject" Target="../embeddings/oleObject620.bin"/></Relationships>
</file>

<file path=ppt/slides/_rels/slide11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35.bin"/><Relationship Id="rId8" Type="http://schemas.openxmlformats.org/officeDocument/2006/relationships/image" Target="../media/image432.wmf"/><Relationship Id="rId7" Type="http://schemas.openxmlformats.org/officeDocument/2006/relationships/oleObject" Target="../embeddings/oleObject634.bin"/><Relationship Id="rId6" Type="http://schemas.openxmlformats.org/officeDocument/2006/relationships/image" Target="../media/image431.wmf"/><Relationship Id="rId5" Type="http://schemas.openxmlformats.org/officeDocument/2006/relationships/oleObject" Target="../embeddings/oleObject633.bin"/><Relationship Id="rId4" Type="http://schemas.openxmlformats.org/officeDocument/2006/relationships/image" Target="../media/image430.wmf"/><Relationship Id="rId3" Type="http://schemas.openxmlformats.org/officeDocument/2006/relationships/oleObject" Target="../embeddings/oleObject632.bin"/><Relationship Id="rId2" Type="http://schemas.openxmlformats.org/officeDocument/2006/relationships/image" Target="../media/image429.wmf"/><Relationship Id="rId19" Type="http://schemas.openxmlformats.org/officeDocument/2006/relationships/notesSlide" Target="../notesSlides/notesSlide81.xml"/><Relationship Id="rId18" Type="http://schemas.openxmlformats.org/officeDocument/2006/relationships/vmlDrawing" Target="../drawings/vmlDrawing95.vml"/><Relationship Id="rId17" Type="http://schemas.openxmlformats.org/officeDocument/2006/relationships/slideLayout" Target="../slideLayouts/slideLayout7.xml"/><Relationship Id="rId16" Type="http://schemas.openxmlformats.org/officeDocument/2006/relationships/image" Target="../media/image19.png"/><Relationship Id="rId15" Type="http://schemas.openxmlformats.org/officeDocument/2006/relationships/image" Target="../media/image436.png"/><Relationship Id="rId14" Type="http://schemas.openxmlformats.org/officeDocument/2006/relationships/image" Target="../media/image435.emf"/><Relationship Id="rId13" Type="http://schemas.openxmlformats.org/officeDocument/2006/relationships/oleObject" Target="../embeddings/oleObject637.bin"/><Relationship Id="rId12" Type="http://schemas.openxmlformats.org/officeDocument/2006/relationships/image" Target="../media/image434.wmf"/><Relationship Id="rId11" Type="http://schemas.openxmlformats.org/officeDocument/2006/relationships/oleObject" Target="../embeddings/oleObject636.bin"/><Relationship Id="rId10" Type="http://schemas.openxmlformats.org/officeDocument/2006/relationships/image" Target="../media/image433.wmf"/><Relationship Id="rId1" Type="http://schemas.openxmlformats.org/officeDocument/2006/relationships/oleObject" Target="../embeddings/oleObject631.bin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9" Type="http://schemas.openxmlformats.org/officeDocument/2006/relationships/image" Target="../media/image440.wmf"/><Relationship Id="rId8" Type="http://schemas.openxmlformats.org/officeDocument/2006/relationships/oleObject" Target="../embeddings/oleObject641.bin"/><Relationship Id="rId7" Type="http://schemas.openxmlformats.org/officeDocument/2006/relationships/image" Target="../media/image439.wmf"/><Relationship Id="rId6" Type="http://schemas.openxmlformats.org/officeDocument/2006/relationships/oleObject" Target="../embeddings/oleObject640.bin"/><Relationship Id="rId5" Type="http://schemas.openxmlformats.org/officeDocument/2006/relationships/image" Target="../media/image438.wmf"/><Relationship Id="rId4" Type="http://schemas.openxmlformats.org/officeDocument/2006/relationships/oleObject" Target="../embeddings/oleObject639.bin"/><Relationship Id="rId3" Type="http://schemas.openxmlformats.org/officeDocument/2006/relationships/image" Target="../media/image19.png"/><Relationship Id="rId2" Type="http://schemas.openxmlformats.org/officeDocument/2006/relationships/image" Target="../media/image437.wmf"/><Relationship Id="rId12" Type="http://schemas.openxmlformats.org/officeDocument/2006/relationships/notesSlide" Target="../notesSlides/notesSlide82.xml"/><Relationship Id="rId11" Type="http://schemas.openxmlformats.org/officeDocument/2006/relationships/vmlDrawing" Target="../drawings/vmlDrawing96.vml"/><Relationship Id="rId10" Type="http://schemas.openxmlformats.org/officeDocument/2006/relationships/slideLayout" Target="../slideLayouts/slideLayout13.xml"/><Relationship Id="rId1" Type="http://schemas.openxmlformats.org/officeDocument/2006/relationships/oleObject" Target="../embeddings/oleObject638.bin"/></Relationships>
</file>

<file path=ppt/slides/_rels/slide115.xml.rels><?xml version="1.0" encoding="UTF-8" standalone="yes"?>
<Relationships xmlns="http://schemas.openxmlformats.org/package/2006/relationships"><Relationship Id="rId9" Type="http://schemas.openxmlformats.org/officeDocument/2006/relationships/image" Target="../media/image444.wmf"/><Relationship Id="rId8" Type="http://schemas.openxmlformats.org/officeDocument/2006/relationships/oleObject" Target="../embeddings/oleObject645.bin"/><Relationship Id="rId7" Type="http://schemas.openxmlformats.org/officeDocument/2006/relationships/image" Target="../media/image443.wmf"/><Relationship Id="rId6" Type="http://schemas.openxmlformats.org/officeDocument/2006/relationships/oleObject" Target="../embeddings/oleObject644.bin"/><Relationship Id="rId5" Type="http://schemas.openxmlformats.org/officeDocument/2006/relationships/image" Target="../media/image442.wmf"/><Relationship Id="rId4" Type="http://schemas.openxmlformats.org/officeDocument/2006/relationships/oleObject" Target="../embeddings/oleObject643.bin"/><Relationship Id="rId3" Type="http://schemas.openxmlformats.org/officeDocument/2006/relationships/image" Target="../media/image438.wmf"/><Relationship Id="rId2" Type="http://schemas.openxmlformats.org/officeDocument/2006/relationships/oleObject" Target="../embeddings/oleObject642.bin"/><Relationship Id="rId12" Type="http://schemas.openxmlformats.org/officeDocument/2006/relationships/notesSlide" Target="../notesSlides/notesSlide83.xml"/><Relationship Id="rId11" Type="http://schemas.openxmlformats.org/officeDocument/2006/relationships/vmlDrawing" Target="../drawings/vmlDrawing97.vml"/><Relationship Id="rId10" Type="http://schemas.openxmlformats.org/officeDocument/2006/relationships/slideLayout" Target="../slideLayouts/slideLayout13.xml"/><Relationship Id="rId1" Type="http://schemas.openxmlformats.org/officeDocument/2006/relationships/image" Target="../media/image19.png"/></Relationships>
</file>

<file path=ppt/slides/_rels/slide11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84.xml"/><Relationship Id="rId6" Type="http://schemas.openxmlformats.org/officeDocument/2006/relationships/vmlDrawing" Target="../drawings/vmlDrawing98.vml"/><Relationship Id="rId5" Type="http://schemas.openxmlformats.org/officeDocument/2006/relationships/slideLayout" Target="../slideLayouts/slideLayout13.xml"/><Relationship Id="rId4" Type="http://schemas.openxmlformats.org/officeDocument/2006/relationships/image" Target="../media/image19.png"/><Relationship Id="rId3" Type="http://schemas.openxmlformats.org/officeDocument/2006/relationships/image" Target="../media/image2.png"/><Relationship Id="rId2" Type="http://schemas.openxmlformats.org/officeDocument/2006/relationships/image" Target="../media/image445.wmf"/><Relationship Id="rId1" Type="http://schemas.openxmlformats.org/officeDocument/2006/relationships/oleObject" Target="../embeddings/oleObject646.bin"/></Relationships>
</file>

<file path=ppt/slides/_rels/slide11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85.xml"/><Relationship Id="rId5" Type="http://schemas.openxmlformats.org/officeDocument/2006/relationships/vmlDrawing" Target="../drawings/vmlDrawing99.vml"/><Relationship Id="rId4" Type="http://schemas.openxmlformats.org/officeDocument/2006/relationships/slideLayout" Target="../slideLayouts/slideLayout13.xml"/><Relationship Id="rId3" Type="http://schemas.openxmlformats.org/officeDocument/2006/relationships/image" Target="../media/image19.png"/><Relationship Id="rId2" Type="http://schemas.openxmlformats.org/officeDocument/2006/relationships/image" Target="../media/image446.wmf"/><Relationship Id="rId1" Type="http://schemas.openxmlformats.org/officeDocument/2006/relationships/oleObject" Target="../embeddings/oleObject647.bin"/></Relationships>
</file>

<file path=ppt/slides/_rels/slide118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100.vml"/><Relationship Id="rId8" Type="http://schemas.openxmlformats.org/officeDocument/2006/relationships/slideLayout" Target="../slideLayouts/slideLayout13.xml"/><Relationship Id="rId7" Type="http://schemas.openxmlformats.org/officeDocument/2006/relationships/image" Target="../media/image448.wmf"/><Relationship Id="rId6" Type="http://schemas.openxmlformats.org/officeDocument/2006/relationships/oleObject" Target="../embeddings/oleObject650.bin"/><Relationship Id="rId5" Type="http://schemas.openxmlformats.org/officeDocument/2006/relationships/image" Target="../media/image447.wmf"/><Relationship Id="rId4" Type="http://schemas.openxmlformats.org/officeDocument/2006/relationships/oleObject" Target="../embeddings/oleObject649.bin"/><Relationship Id="rId3" Type="http://schemas.openxmlformats.org/officeDocument/2006/relationships/image" Target="../media/image19.png"/><Relationship Id="rId2" Type="http://schemas.openxmlformats.org/officeDocument/2006/relationships/image" Target="../media/image446.wmf"/><Relationship Id="rId10" Type="http://schemas.openxmlformats.org/officeDocument/2006/relationships/notesSlide" Target="../notesSlides/notesSlide86.xml"/><Relationship Id="rId1" Type="http://schemas.openxmlformats.org/officeDocument/2006/relationships/oleObject" Target="../embeddings/oleObject648.bin"/></Relationships>
</file>

<file path=ppt/slides/_rels/slide11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54.bin"/><Relationship Id="rId8" Type="http://schemas.openxmlformats.org/officeDocument/2006/relationships/image" Target="../media/image451.wmf"/><Relationship Id="rId7" Type="http://schemas.openxmlformats.org/officeDocument/2006/relationships/oleObject" Target="../embeddings/oleObject653.bin"/><Relationship Id="rId6" Type="http://schemas.openxmlformats.org/officeDocument/2006/relationships/image" Target="../media/image450.wmf"/><Relationship Id="rId5" Type="http://schemas.openxmlformats.org/officeDocument/2006/relationships/oleObject" Target="../embeddings/oleObject652.bin"/><Relationship Id="rId4" Type="http://schemas.openxmlformats.org/officeDocument/2006/relationships/image" Target="../media/image2.png"/><Relationship Id="rId3" Type="http://schemas.openxmlformats.org/officeDocument/2006/relationships/image" Target="../media/image19.png"/><Relationship Id="rId2" Type="http://schemas.openxmlformats.org/officeDocument/2006/relationships/image" Target="../media/image449.wmf"/><Relationship Id="rId13" Type="http://schemas.openxmlformats.org/officeDocument/2006/relationships/notesSlide" Target="../notesSlides/notesSlide87.xml"/><Relationship Id="rId12" Type="http://schemas.openxmlformats.org/officeDocument/2006/relationships/vmlDrawing" Target="../drawings/vmlDrawing101.vml"/><Relationship Id="rId11" Type="http://schemas.openxmlformats.org/officeDocument/2006/relationships/slideLayout" Target="../slideLayouts/slideLayout13.xml"/><Relationship Id="rId10" Type="http://schemas.openxmlformats.org/officeDocument/2006/relationships/image" Target="../media/image452.wmf"/><Relationship Id="rId1" Type="http://schemas.openxmlformats.org/officeDocument/2006/relationships/oleObject" Target="../embeddings/oleObject651.bin"/></Relationships>
</file>

<file path=ppt/slides/_rels/slide120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88.xml"/><Relationship Id="rId8" Type="http://schemas.openxmlformats.org/officeDocument/2006/relationships/vmlDrawing" Target="../drawings/vmlDrawing102.vml"/><Relationship Id="rId7" Type="http://schemas.openxmlformats.org/officeDocument/2006/relationships/slideLayout" Target="../slideLayouts/slideLayout13.xml"/><Relationship Id="rId6" Type="http://schemas.openxmlformats.org/officeDocument/2006/relationships/image" Target="../media/image96.png"/><Relationship Id="rId5" Type="http://schemas.openxmlformats.org/officeDocument/2006/relationships/image" Target="../media/image453.wmf"/><Relationship Id="rId4" Type="http://schemas.openxmlformats.org/officeDocument/2006/relationships/oleObject" Target="../embeddings/oleObject656.bin"/><Relationship Id="rId3" Type="http://schemas.openxmlformats.org/officeDocument/2006/relationships/image" Target="../media/image19.png"/><Relationship Id="rId2" Type="http://schemas.openxmlformats.org/officeDocument/2006/relationships/image" Target="../media/image449.wmf"/><Relationship Id="rId1" Type="http://schemas.openxmlformats.org/officeDocument/2006/relationships/oleObject" Target="../embeddings/oleObject655.bin"/></Relationships>
</file>

<file path=ppt/slides/_rels/slide121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89.xml"/><Relationship Id="rId8" Type="http://schemas.openxmlformats.org/officeDocument/2006/relationships/vmlDrawing" Target="../drawings/vmlDrawing103.vml"/><Relationship Id="rId7" Type="http://schemas.openxmlformats.org/officeDocument/2006/relationships/slideLayout" Target="../slideLayouts/slideLayout13.xml"/><Relationship Id="rId6" Type="http://schemas.openxmlformats.org/officeDocument/2006/relationships/image" Target="../media/image96.png"/><Relationship Id="rId5" Type="http://schemas.openxmlformats.org/officeDocument/2006/relationships/image" Target="../media/image455.wmf"/><Relationship Id="rId4" Type="http://schemas.openxmlformats.org/officeDocument/2006/relationships/oleObject" Target="../embeddings/oleObject658.bin"/><Relationship Id="rId3" Type="http://schemas.openxmlformats.org/officeDocument/2006/relationships/image" Target="../media/image19.png"/><Relationship Id="rId2" Type="http://schemas.openxmlformats.org/officeDocument/2006/relationships/image" Target="../media/image454.wmf"/><Relationship Id="rId1" Type="http://schemas.openxmlformats.org/officeDocument/2006/relationships/oleObject" Target="../embeddings/oleObject657.bin"/></Relationships>
</file>

<file path=ppt/slides/_rels/slide122.xml.rels><?xml version="1.0" encoding="UTF-8" standalone="yes"?>
<Relationships xmlns="http://schemas.openxmlformats.org/package/2006/relationships"><Relationship Id="rId9" Type="http://schemas.openxmlformats.org/officeDocument/2006/relationships/image" Target="../media/image459.wmf"/><Relationship Id="rId8" Type="http://schemas.openxmlformats.org/officeDocument/2006/relationships/oleObject" Target="../embeddings/oleObject662.bin"/><Relationship Id="rId7" Type="http://schemas.openxmlformats.org/officeDocument/2006/relationships/image" Target="../media/image19.png"/><Relationship Id="rId6" Type="http://schemas.openxmlformats.org/officeDocument/2006/relationships/image" Target="../media/image458.wmf"/><Relationship Id="rId5" Type="http://schemas.openxmlformats.org/officeDocument/2006/relationships/oleObject" Target="../embeddings/oleObject661.bin"/><Relationship Id="rId4" Type="http://schemas.openxmlformats.org/officeDocument/2006/relationships/image" Target="../media/image457.wmf"/><Relationship Id="rId3" Type="http://schemas.openxmlformats.org/officeDocument/2006/relationships/oleObject" Target="../embeddings/oleObject660.bin"/><Relationship Id="rId2" Type="http://schemas.openxmlformats.org/officeDocument/2006/relationships/image" Target="../media/image456.wmf"/><Relationship Id="rId14" Type="http://schemas.openxmlformats.org/officeDocument/2006/relationships/notesSlide" Target="../notesSlides/notesSlide90.xml"/><Relationship Id="rId13" Type="http://schemas.openxmlformats.org/officeDocument/2006/relationships/vmlDrawing" Target="../drawings/vmlDrawing104.vml"/><Relationship Id="rId12" Type="http://schemas.openxmlformats.org/officeDocument/2006/relationships/slideLayout" Target="../slideLayouts/slideLayout13.xml"/><Relationship Id="rId11" Type="http://schemas.openxmlformats.org/officeDocument/2006/relationships/image" Target="../media/image460.wmf"/><Relationship Id="rId10" Type="http://schemas.openxmlformats.org/officeDocument/2006/relationships/oleObject" Target="../embeddings/oleObject663.bin"/><Relationship Id="rId1" Type="http://schemas.openxmlformats.org/officeDocument/2006/relationships/oleObject" Target="../embeddings/oleObject659.bin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1.xml"/><Relationship Id="rId7" Type="http://schemas.openxmlformats.org/officeDocument/2006/relationships/vmlDrawing" Target="../drawings/vmlDrawing105.vml"/><Relationship Id="rId6" Type="http://schemas.openxmlformats.org/officeDocument/2006/relationships/slideLayout" Target="../slideLayouts/slideLayout13.xml"/><Relationship Id="rId5" Type="http://schemas.openxmlformats.org/officeDocument/2006/relationships/image" Target="../media/image19.png"/><Relationship Id="rId4" Type="http://schemas.openxmlformats.org/officeDocument/2006/relationships/image" Target="../media/image462.wmf"/><Relationship Id="rId3" Type="http://schemas.openxmlformats.org/officeDocument/2006/relationships/oleObject" Target="../embeddings/oleObject665.bin"/><Relationship Id="rId2" Type="http://schemas.openxmlformats.org/officeDocument/2006/relationships/image" Target="../media/image461.wmf"/><Relationship Id="rId1" Type="http://schemas.openxmlformats.org/officeDocument/2006/relationships/oleObject" Target="../embeddings/oleObject664.bin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2.xml"/><Relationship Id="rId7" Type="http://schemas.openxmlformats.org/officeDocument/2006/relationships/vmlDrawing" Target="../drawings/vmlDrawing106.vml"/><Relationship Id="rId6" Type="http://schemas.openxmlformats.org/officeDocument/2006/relationships/slideLayout" Target="../slideLayouts/slideLayout12.xml"/><Relationship Id="rId5" Type="http://schemas.openxmlformats.org/officeDocument/2006/relationships/image" Target="../media/image96.png"/><Relationship Id="rId4" Type="http://schemas.openxmlformats.org/officeDocument/2006/relationships/image" Target="../media/image163.png"/><Relationship Id="rId3" Type="http://schemas.openxmlformats.org/officeDocument/2006/relationships/oleObject" Target="../embeddings/oleObject667.bin"/><Relationship Id="rId2" Type="http://schemas.openxmlformats.org/officeDocument/2006/relationships/image" Target="../media/image463.wmf"/><Relationship Id="rId1" Type="http://schemas.openxmlformats.org/officeDocument/2006/relationships/oleObject" Target="../embeddings/oleObject666.bin"/></Relationships>
</file>

<file path=ppt/slides/_rels/slide12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72.bin"/><Relationship Id="rId8" Type="http://schemas.openxmlformats.org/officeDocument/2006/relationships/image" Target="../media/image467.wmf"/><Relationship Id="rId7" Type="http://schemas.openxmlformats.org/officeDocument/2006/relationships/oleObject" Target="../embeddings/oleObject671.bin"/><Relationship Id="rId6" Type="http://schemas.openxmlformats.org/officeDocument/2006/relationships/image" Target="../media/image466.wmf"/><Relationship Id="rId5" Type="http://schemas.openxmlformats.org/officeDocument/2006/relationships/oleObject" Target="../embeddings/oleObject670.bin"/><Relationship Id="rId4" Type="http://schemas.openxmlformats.org/officeDocument/2006/relationships/image" Target="../media/image465.wmf"/><Relationship Id="rId3" Type="http://schemas.openxmlformats.org/officeDocument/2006/relationships/oleObject" Target="../embeddings/oleObject669.bin"/><Relationship Id="rId2" Type="http://schemas.openxmlformats.org/officeDocument/2006/relationships/image" Target="../media/image464.emf"/><Relationship Id="rId19" Type="http://schemas.openxmlformats.org/officeDocument/2006/relationships/notesSlide" Target="../notesSlides/notesSlide93.xml"/><Relationship Id="rId18" Type="http://schemas.openxmlformats.org/officeDocument/2006/relationships/vmlDrawing" Target="../drawings/vmlDrawing107.vml"/><Relationship Id="rId17" Type="http://schemas.openxmlformats.org/officeDocument/2006/relationships/slideLayout" Target="../slideLayouts/slideLayout12.xml"/><Relationship Id="rId16" Type="http://schemas.openxmlformats.org/officeDocument/2006/relationships/image" Target="../media/image471.wmf"/><Relationship Id="rId15" Type="http://schemas.openxmlformats.org/officeDocument/2006/relationships/oleObject" Target="../embeddings/oleObject675.bin"/><Relationship Id="rId14" Type="http://schemas.openxmlformats.org/officeDocument/2006/relationships/image" Target="../media/image470.wmf"/><Relationship Id="rId13" Type="http://schemas.openxmlformats.org/officeDocument/2006/relationships/oleObject" Target="../embeddings/oleObject674.bin"/><Relationship Id="rId12" Type="http://schemas.openxmlformats.org/officeDocument/2006/relationships/image" Target="../media/image469.wmf"/><Relationship Id="rId11" Type="http://schemas.openxmlformats.org/officeDocument/2006/relationships/oleObject" Target="../embeddings/oleObject673.bin"/><Relationship Id="rId10" Type="http://schemas.openxmlformats.org/officeDocument/2006/relationships/image" Target="../media/image468.wmf"/><Relationship Id="rId1" Type="http://schemas.openxmlformats.org/officeDocument/2006/relationships/oleObject" Target="../embeddings/oleObject668.bin"/></Relationships>
</file>

<file path=ppt/slides/_rels/slide12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80.bin"/><Relationship Id="rId8" Type="http://schemas.openxmlformats.org/officeDocument/2006/relationships/image" Target="../media/image473.wmf"/><Relationship Id="rId7" Type="http://schemas.openxmlformats.org/officeDocument/2006/relationships/oleObject" Target="../embeddings/oleObject679.bin"/><Relationship Id="rId6" Type="http://schemas.openxmlformats.org/officeDocument/2006/relationships/image" Target="../media/image472.wmf"/><Relationship Id="rId5" Type="http://schemas.openxmlformats.org/officeDocument/2006/relationships/oleObject" Target="../embeddings/oleObject678.bin"/><Relationship Id="rId4" Type="http://schemas.openxmlformats.org/officeDocument/2006/relationships/image" Target="../media/image466.wmf"/><Relationship Id="rId3" Type="http://schemas.openxmlformats.org/officeDocument/2006/relationships/oleObject" Target="../embeddings/oleObject677.bin"/><Relationship Id="rId29" Type="http://schemas.openxmlformats.org/officeDocument/2006/relationships/notesSlide" Target="../notesSlides/notesSlide94.xml"/><Relationship Id="rId28" Type="http://schemas.openxmlformats.org/officeDocument/2006/relationships/vmlDrawing" Target="../drawings/vmlDrawing108.vml"/><Relationship Id="rId27" Type="http://schemas.openxmlformats.org/officeDocument/2006/relationships/slideLayout" Target="../slideLayouts/slideLayout12.xml"/><Relationship Id="rId26" Type="http://schemas.openxmlformats.org/officeDocument/2006/relationships/image" Target="../media/image464.emf"/><Relationship Id="rId25" Type="http://schemas.openxmlformats.org/officeDocument/2006/relationships/oleObject" Target="../embeddings/oleObject688.bin"/><Relationship Id="rId24" Type="http://schemas.openxmlformats.org/officeDocument/2006/relationships/image" Target="../media/image481.wmf"/><Relationship Id="rId23" Type="http://schemas.openxmlformats.org/officeDocument/2006/relationships/oleObject" Target="../embeddings/oleObject687.bin"/><Relationship Id="rId22" Type="http://schemas.openxmlformats.org/officeDocument/2006/relationships/image" Target="../media/image480.wmf"/><Relationship Id="rId21" Type="http://schemas.openxmlformats.org/officeDocument/2006/relationships/oleObject" Target="../embeddings/oleObject686.bin"/><Relationship Id="rId20" Type="http://schemas.openxmlformats.org/officeDocument/2006/relationships/image" Target="../media/image479.wmf"/><Relationship Id="rId2" Type="http://schemas.openxmlformats.org/officeDocument/2006/relationships/image" Target="../media/image465.wmf"/><Relationship Id="rId19" Type="http://schemas.openxmlformats.org/officeDocument/2006/relationships/oleObject" Target="../embeddings/oleObject685.bin"/><Relationship Id="rId18" Type="http://schemas.openxmlformats.org/officeDocument/2006/relationships/image" Target="../media/image478.wmf"/><Relationship Id="rId17" Type="http://schemas.openxmlformats.org/officeDocument/2006/relationships/oleObject" Target="../embeddings/oleObject684.bin"/><Relationship Id="rId16" Type="http://schemas.openxmlformats.org/officeDocument/2006/relationships/image" Target="../media/image477.wmf"/><Relationship Id="rId15" Type="http://schemas.openxmlformats.org/officeDocument/2006/relationships/oleObject" Target="../embeddings/oleObject683.bin"/><Relationship Id="rId14" Type="http://schemas.openxmlformats.org/officeDocument/2006/relationships/image" Target="../media/image476.wmf"/><Relationship Id="rId13" Type="http://schemas.openxmlformats.org/officeDocument/2006/relationships/oleObject" Target="../embeddings/oleObject682.bin"/><Relationship Id="rId12" Type="http://schemas.openxmlformats.org/officeDocument/2006/relationships/image" Target="../media/image475.wmf"/><Relationship Id="rId11" Type="http://schemas.openxmlformats.org/officeDocument/2006/relationships/oleObject" Target="../embeddings/oleObject681.bin"/><Relationship Id="rId10" Type="http://schemas.openxmlformats.org/officeDocument/2006/relationships/image" Target="../media/image474.wmf"/><Relationship Id="rId1" Type="http://schemas.openxmlformats.org/officeDocument/2006/relationships/oleObject" Target="../embeddings/oleObject676.bin"/></Relationships>
</file>

<file path=ppt/slides/_rels/slide127.xml.rels><?xml version="1.0" encoding="UTF-8" standalone="yes"?>
<Relationships xmlns="http://schemas.openxmlformats.org/package/2006/relationships"><Relationship Id="rId9" Type="http://schemas.openxmlformats.org/officeDocument/2006/relationships/image" Target="../media/image485.wmf"/><Relationship Id="rId8" Type="http://schemas.openxmlformats.org/officeDocument/2006/relationships/oleObject" Target="../embeddings/oleObject692.bin"/><Relationship Id="rId7" Type="http://schemas.openxmlformats.org/officeDocument/2006/relationships/image" Target="../media/image484.wmf"/><Relationship Id="rId6" Type="http://schemas.openxmlformats.org/officeDocument/2006/relationships/oleObject" Target="../embeddings/oleObject691.bin"/><Relationship Id="rId5" Type="http://schemas.openxmlformats.org/officeDocument/2006/relationships/image" Target="../media/image483.wmf"/><Relationship Id="rId4" Type="http://schemas.openxmlformats.org/officeDocument/2006/relationships/oleObject" Target="../embeddings/oleObject690.bin"/><Relationship Id="rId3" Type="http://schemas.openxmlformats.org/officeDocument/2006/relationships/image" Target="../media/image482.emf"/><Relationship Id="rId2" Type="http://schemas.openxmlformats.org/officeDocument/2006/relationships/oleObject" Target="../embeddings/oleObject689.bin"/><Relationship Id="rId14" Type="http://schemas.openxmlformats.org/officeDocument/2006/relationships/notesSlide" Target="../notesSlides/notesSlide95.xml"/><Relationship Id="rId13" Type="http://schemas.openxmlformats.org/officeDocument/2006/relationships/vmlDrawing" Target="../drawings/vmlDrawing109.vml"/><Relationship Id="rId12" Type="http://schemas.openxmlformats.org/officeDocument/2006/relationships/slideLayout" Target="../slideLayouts/slideLayout4.xml"/><Relationship Id="rId11" Type="http://schemas.openxmlformats.org/officeDocument/2006/relationships/image" Target="../media/image486.jpeg"/><Relationship Id="rId10" Type="http://schemas.openxmlformats.org/officeDocument/2006/relationships/image" Target="../media/image96.png"/><Relationship Id="rId1" Type="http://schemas.openxmlformats.org/officeDocument/2006/relationships/image" Target="../media/image19.png"/></Relationships>
</file>

<file path=ppt/slides/_rels/slide1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.png"/><Relationship Id="rId8" Type="http://schemas.openxmlformats.org/officeDocument/2006/relationships/image" Target="../media/image490.wmf"/><Relationship Id="rId7" Type="http://schemas.openxmlformats.org/officeDocument/2006/relationships/oleObject" Target="../embeddings/oleObject696.bin"/><Relationship Id="rId6" Type="http://schemas.openxmlformats.org/officeDocument/2006/relationships/image" Target="../media/image489.wmf"/><Relationship Id="rId5" Type="http://schemas.openxmlformats.org/officeDocument/2006/relationships/oleObject" Target="../embeddings/oleObject695.bin"/><Relationship Id="rId4" Type="http://schemas.openxmlformats.org/officeDocument/2006/relationships/image" Target="../media/image488.wmf"/><Relationship Id="rId3" Type="http://schemas.openxmlformats.org/officeDocument/2006/relationships/oleObject" Target="../embeddings/oleObject694.bin"/><Relationship Id="rId2" Type="http://schemas.openxmlformats.org/officeDocument/2006/relationships/image" Target="../media/image487.emf"/><Relationship Id="rId12" Type="http://schemas.openxmlformats.org/officeDocument/2006/relationships/notesSlide" Target="../notesSlides/notesSlide96.xml"/><Relationship Id="rId11" Type="http://schemas.openxmlformats.org/officeDocument/2006/relationships/vmlDrawing" Target="../drawings/vmlDrawing110.vml"/><Relationship Id="rId10" Type="http://schemas.openxmlformats.org/officeDocument/2006/relationships/slideLayout" Target="../slideLayouts/slideLayout4.xml"/><Relationship Id="rId1" Type="http://schemas.openxmlformats.org/officeDocument/2006/relationships/oleObject" Target="../embeddings/oleObject693.bin"/></Relationships>
</file>

<file path=ppt/slides/_rels/slide12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01.bin"/><Relationship Id="rId8" Type="http://schemas.openxmlformats.org/officeDocument/2006/relationships/image" Target="../media/image494.wmf"/><Relationship Id="rId7" Type="http://schemas.openxmlformats.org/officeDocument/2006/relationships/oleObject" Target="../embeddings/oleObject700.bin"/><Relationship Id="rId6" Type="http://schemas.openxmlformats.org/officeDocument/2006/relationships/image" Target="../media/image493.wmf"/><Relationship Id="rId5" Type="http://schemas.openxmlformats.org/officeDocument/2006/relationships/oleObject" Target="../embeddings/oleObject699.bin"/><Relationship Id="rId4" Type="http://schemas.openxmlformats.org/officeDocument/2006/relationships/image" Target="../media/image492.wmf"/><Relationship Id="rId3" Type="http://schemas.openxmlformats.org/officeDocument/2006/relationships/oleObject" Target="../embeddings/oleObject698.bin"/><Relationship Id="rId2" Type="http://schemas.openxmlformats.org/officeDocument/2006/relationships/image" Target="../media/image491.wmf"/><Relationship Id="rId14" Type="http://schemas.openxmlformats.org/officeDocument/2006/relationships/vmlDrawing" Target="../drawings/vmlDrawing111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487.emf"/><Relationship Id="rId11" Type="http://schemas.openxmlformats.org/officeDocument/2006/relationships/oleObject" Target="../embeddings/oleObject702.bin"/><Relationship Id="rId10" Type="http://schemas.openxmlformats.org/officeDocument/2006/relationships/image" Target="../media/image495.wmf"/><Relationship Id="rId1" Type="http://schemas.openxmlformats.org/officeDocument/2006/relationships/oleObject" Target="../embeddings/oleObject697.bin"/></Relationships>
</file>

<file path=ppt/slides/_rels/slide13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07.bin"/><Relationship Id="rId8" Type="http://schemas.openxmlformats.org/officeDocument/2006/relationships/image" Target="../media/image487.emf"/><Relationship Id="rId7" Type="http://schemas.openxmlformats.org/officeDocument/2006/relationships/oleObject" Target="../embeddings/oleObject706.bin"/><Relationship Id="rId6" Type="http://schemas.openxmlformats.org/officeDocument/2006/relationships/image" Target="../media/image495.wmf"/><Relationship Id="rId5" Type="http://schemas.openxmlformats.org/officeDocument/2006/relationships/oleObject" Target="../embeddings/oleObject705.bin"/><Relationship Id="rId4" Type="http://schemas.openxmlformats.org/officeDocument/2006/relationships/image" Target="../media/image494.wmf"/><Relationship Id="rId3" Type="http://schemas.openxmlformats.org/officeDocument/2006/relationships/oleObject" Target="../embeddings/oleObject704.bin"/><Relationship Id="rId2" Type="http://schemas.openxmlformats.org/officeDocument/2006/relationships/image" Target="../media/image496.wmf"/><Relationship Id="rId18" Type="http://schemas.openxmlformats.org/officeDocument/2006/relationships/vmlDrawing" Target="../drawings/vmlDrawing112.vml"/><Relationship Id="rId17" Type="http://schemas.openxmlformats.org/officeDocument/2006/relationships/slideLayout" Target="../slideLayouts/slideLayout12.xml"/><Relationship Id="rId16" Type="http://schemas.openxmlformats.org/officeDocument/2006/relationships/image" Target="../media/image500.wmf"/><Relationship Id="rId15" Type="http://schemas.openxmlformats.org/officeDocument/2006/relationships/oleObject" Target="../embeddings/oleObject710.bin"/><Relationship Id="rId14" Type="http://schemas.openxmlformats.org/officeDocument/2006/relationships/image" Target="../media/image499.wmf"/><Relationship Id="rId13" Type="http://schemas.openxmlformats.org/officeDocument/2006/relationships/oleObject" Target="../embeddings/oleObject709.bin"/><Relationship Id="rId12" Type="http://schemas.openxmlformats.org/officeDocument/2006/relationships/image" Target="../media/image498.wmf"/><Relationship Id="rId11" Type="http://schemas.openxmlformats.org/officeDocument/2006/relationships/oleObject" Target="../embeddings/oleObject708.bin"/><Relationship Id="rId10" Type="http://schemas.openxmlformats.org/officeDocument/2006/relationships/image" Target="../media/image497.wmf"/><Relationship Id="rId1" Type="http://schemas.openxmlformats.org/officeDocument/2006/relationships/oleObject" Target="../embeddings/oleObject703.bin"/></Relationships>
</file>

<file path=ppt/slides/_rels/slide13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.xml"/><Relationship Id="rId8" Type="http://schemas.openxmlformats.org/officeDocument/2006/relationships/image" Target="../media/image503.wmf"/><Relationship Id="rId7" Type="http://schemas.openxmlformats.org/officeDocument/2006/relationships/oleObject" Target="../embeddings/oleObject714.bin"/><Relationship Id="rId6" Type="http://schemas.openxmlformats.org/officeDocument/2006/relationships/image" Target="../media/image502.wmf"/><Relationship Id="rId5" Type="http://schemas.openxmlformats.org/officeDocument/2006/relationships/oleObject" Target="../embeddings/oleObject713.bin"/><Relationship Id="rId4" Type="http://schemas.openxmlformats.org/officeDocument/2006/relationships/image" Target="../media/image501.wmf"/><Relationship Id="rId3" Type="http://schemas.openxmlformats.org/officeDocument/2006/relationships/oleObject" Target="../embeddings/oleObject712.bin"/><Relationship Id="rId2" Type="http://schemas.openxmlformats.org/officeDocument/2006/relationships/image" Target="../media/image487.emf"/><Relationship Id="rId10" Type="http://schemas.openxmlformats.org/officeDocument/2006/relationships/vmlDrawing" Target="../drawings/vmlDrawing113.vml"/><Relationship Id="rId1" Type="http://schemas.openxmlformats.org/officeDocument/2006/relationships/oleObject" Target="../embeddings/oleObject711.bin"/></Relationships>
</file>

<file path=ppt/slides/_rels/slide13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19.bin"/><Relationship Id="rId8" Type="http://schemas.openxmlformats.org/officeDocument/2006/relationships/image" Target="../media/image507.wmf"/><Relationship Id="rId7" Type="http://schemas.openxmlformats.org/officeDocument/2006/relationships/oleObject" Target="../embeddings/oleObject718.bin"/><Relationship Id="rId6" Type="http://schemas.openxmlformats.org/officeDocument/2006/relationships/image" Target="../media/image506.wmf"/><Relationship Id="rId5" Type="http://schemas.openxmlformats.org/officeDocument/2006/relationships/oleObject" Target="../embeddings/oleObject717.bin"/><Relationship Id="rId4" Type="http://schemas.openxmlformats.org/officeDocument/2006/relationships/image" Target="../media/image505.wmf"/><Relationship Id="rId3" Type="http://schemas.openxmlformats.org/officeDocument/2006/relationships/oleObject" Target="../embeddings/oleObject716.bin"/><Relationship Id="rId26" Type="http://schemas.openxmlformats.org/officeDocument/2006/relationships/vmlDrawing" Target="../drawings/vmlDrawing114.vml"/><Relationship Id="rId25" Type="http://schemas.openxmlformats.org/officeDocument/2006/relationships/slideLayout" Target="../slideLayouts/slideLayout12.xml"/><Relationship Id="rId24" Type="http://schemas.openxmlformats.org/officeDocument/2006/relationships/image" Target="../media/image512.wmf"/><Relationship Id="rId23" Type="http://schemas.openxmlformats.org/officeDocument/2006/relationships/oleObject" Target="../embeddings/oleObject726.bin"/><Relationship Id="rId22" Type="http://schemas.openxmlformats.org/officeDocument/2006/relationships/image" Target="../media/image511.wmf"/><Relationship Id="rId21" Type="http://schemas.openxmlformats.org/officeDocument/2006/relationships/oleObject" Target="../embeddings/oleObject725.bin"/><Relationship Id="rId20" Type="http://schemas.openxmlformats.org/officeDocument/2006/relationships/image" Target="../media/image510.wmf"/><Relationship Id="rId2" Type="http://schemas.openxmlformats.org/officeDocument/2006/relationships/image" Target="../media/image504.wmf"/><Relationship Id="rId19" Type="http://schemas.openxmlformats.org/officeDocument/2006/relationships/oleObject" Target="../embeddings/oleObject724.bin"/><Relationship Id="rId18" Type="http://schemas.openxmlformats.org/officeDocument/2006/relationships/image" Target="../media/image502.wmf"/><Relationship Id="rId17" Type="http://schemas.openxmlformats.org/officeDocument/2006/relationships/oleObject" Target="../embeddings/oleObject723.bin"/><Relationship Id="rId16" Type="http://schemas.openxmlformats.org/officeDocument/2006/relationships/image" Target="../media/image499.wmf"/><Relationship Id="rId15" Type="http://schemas.openxmlformats.org/officeDocument/2006/relationships/oleObject" Target="../embeddings/oleObject722.bin"/><Relationship Id="rId14" Type="http://schemas.openxmlformats.org/officeDocument/2006/relationships/image" Target="../media/image498.wmf"/><Relationship Id="rId13" Type="http://schemas.openxmlformats.org/officeDocument/2006/relationships/oleObject" Target="../embeddings/oleObject721.bin"/><Relationship Id="rId12" Type="http://schemas.openxmlformats.org/officeDocument/2006/relationships/image" Target="../media/image509.wmf"/><Relationship Id="rId11" Type="http://schemas.openxmlformats.org/officeDocument/2006/relationships/oleObject" Target="../embeddings/oleObject720.bin"/><Relationship Id="rId10" Type="http://schemas.openxmlformats.org/officeDocument/2006/relationships/image" Target="../media/image508.wmf"/><Relationship Id="rId1" Type="http://schemas.openxmlformats.org/officeDocument/2006/relationships/oleObject" Target="../embeddings/oleObject715.bin"/></Relationships>
</file>

<file path=ppt/slides/_rels/slide13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31.bin"/><Relationship Id="rId8" Type="http://schemas.openxmlformats.org/officeDocument/2006/relationships/image" Target="../media/image507.wmf"/><Relationship Id="rId7" Type="http://schemas.openxmlformats.org/officeDocument/2006/relationships/oleObject" Target="../embeddings/oleObject730.bin"/><Relationship Id="rId6" Type="http://schemas.openxmlformats.org/officeDocument/2006/relationships/image" Target="../media/image506.wmf"/><Relationship Id="rId5" Type="http://schemas.openxmlformats.org/officeDocument/2006/relationships/oleObject" Target="../embeddings/oleObject729.bin"/><Relationship Id="rId4" Type="http://schemas.openxmlformats.org/officeDocument/2006/relationships/image" Target="../media/image505.wmf"/><Relationship Id="rId3" Type="http://schemas.openxmlformats.org/officeDocument/2006/relationships/oleObject" Target="../embeddings/oleObject728.bin"/><Relationship Id="rId20" Type="http://schemas.openxmlformats.org/officeDocument/2006/relationships/vmlDrawing" Target="../drawings/vmlDrawing115.vml"/><Relationship Id="rId2" Type="http://schemas.openxmlformats.org/officeDocument/2006/relationships/image" Target="../media/image504.wmf"/><Relationship Id="rId19" Type="http://schemas.openxmlformats.org/officeDocument/2006/relationships/slideLayout" Target="../slideLayouts/slideLayout12.xml"/><Relationship Id="rId18" Type="http://schemas.openxmlformats.org/officeDocument/2006/relationships/image" Target="../media/image515.wmf"/><Relationship Id="rId17" Type="http://schemas.openxmlformats.org/officeDocument/2006/relationships/oleObject" Target="../embeddings/oleObject735.bin"/><Relationship Id="rId16" Type="http://schemas.openxmlformats.org/officeDocument/2006/relationships/image" Target="../media/image514.wmf"/><Relationship Id="rId15" Type="http://schemas.openxmlformats.org/officeDocument/2006/relationships/oleObject" Target="../embeddings/oleObject734.bin"/><Relationship Id="rId14" Type="http://schemas.openxmlformats.org/officeDocument/2006/relationships/image" Target="../media/image513.wmf"/><Relationship Id="rId13" Type="http://schemas.openxmlformats.org/officeDocument/2006/relationships/oleObject" Target="../embeddings/oleObject733.bin"/><Relationship Id="rId12" Type="http://schemas.openxmlformats.org/officeDocument/2006/relationships/image" Target="../media/image509.wmf"/><Relationship Id="rId11" Type="http://schemas.openxmlformats.org/officeDocument/2006/relationships/oleObject" Target="../embeddings/oleObject732.bin"/><Relationship Id="rId10" Type="http://schemas.openxmlformats.org/officeDocument/2006/relationships/image" Target="../media/image508.wmf"/><Relationship Id="rId1" Type="http://schemas.openxmlformats.org/officeDocument/2006/relationships/oleObject" Target="../embeddings/oleObject727.bin"/></Relationships>
</file>

<file path=ppt/slides/_rels/slide13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40.bin"/><Relationship Id="rId8" Type="http://schemas.openxmlformats.org/officeDocument/2006/relationships/image" Target="../media/image507.wmf"/><Relationship Id="rId7" Type="http://schemas.openxmlformats.org/officeDocument/2006/relationships/oleObject" Target="../embeddings/oleObject739.bin"/><Relationship Id="rId6" Type="http://schemas.openxmlformats.org/officeDocument/2006/relationships/image" Target="../media/image506.wmf"/><Relationship Id="rId5" Type="http://schemas.openxmlformats.org/officeDocument/2006/relationships/oleObject" Target="../embeddings/oleObject738.bin"/><Relationship Id="rId4" Type="http://schemas.openxmlformats.org/officeDocument/2006/relationships/image" Target="../media/image505.wmf"/><Relationship Id="rId3" Type="http://schemas.openxmlformats.org/officeDocument/2006/relationships/oleObject" Target="../embeddings/oleObject737.bin"/><Relationship Id="rId24" Type="http://schemas.openxmlformats.org/officeDocument/2006/relationships/vmlDrawing" Target="../drawings/vmlDrawing116.vml"/><Relationship Id="rId23" Type="http://schemas.openxmlformats.org/officeDocument/2006/relationships/slideLayout" Target="../slideLayouts/slideLayout12.xml"/><Relationship Id="rId22" Type="http://schemas.openxmlformats.org/officeDocument/2006/relationships/image" Target="../media/image520.wmf"/><Relationship Id="rId21" Type="http://schemas.openxmlformats.org/officeDocument/2006/relationships/oleObject" Target="../embeddings/oleObject746.bin"/><Relationship Id="rId20" Type="http://schemas.openxmlformats.org/officeDocument/2006/relationships/image" Target="../media/image519.wmf"/><Relationship Id="rId2" Type="http://schemas.openxmlformats.org/officeDocument/2006/relationships/image" Target="../media/image504.wmf"/><Relationship Id="rId19" Type="http://schemas.openxmlformats.org/officeDocument/2006/relationships/oleObject" Target="../embeddings/oleObject745.bin"/><Relationship Id="rId18" Type="http://schemas.openxmlformats.org/officeDocument/2006/relationships/image" Target="../media/image518.wmf"/><Relationship Id="rId17" Type="http://schemas.openxmlformats.org/officeDocument/2006/relationships/oleObject" Target="../embeddings/oleObject744.bin"/><Relationship Id="rId16" Type="http://schemas.openxmlformats.org/officeDocument/2006/relationships/image" Target="../media/image517.wmf"/><Relationship Id="rId15" Type="http://schemas.openxmlformats.org/officeDocument/2006/relationships/oleObject" Target="../embeddings/oleObject743.bin"/><Relationship Id="rId14" Type="http://schemas.openxmlformats.org/officeDocument/2006/relationships/image" Target="../media/image516.wmf"/><Relationship Id="rId13" Type="http://schemas.openxmlformats.org/officeDocument/2006/relationships/oleObject" Target="../embeddings/oleObject742.bin"/><Relationship Id="rId12" Type="http://schemas.openxmlformats.org/officeDocument/2006/relationships/image" Target="../media/image509.wmf"/><Relationship Id="rId11" Type="http://schemas.openxmlformats.org/officeDocument/2006/relationships/oleObject" Target="../embeddings/oleObject741.bin"/><Relationship Id="rId10" Type="http://schemas.openxmlformats.org/officeDocument/2006/relationships/image" Target="../media/image508.wmf"/><Relationship Id="rId1" Type="http://schemas.openxmlformats.org/officeDocument/2006/relationships/oleObject" Target="../embeddings/oleObject736.bin"/></Relationships>
</file>

<file path=ppt/slides/_rels/slide13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51.bin"/><Relationship Id="rId8" Type="http://schemas.openxmlformats.org/officeDocument/2006/relationships/image" Target="../media/image524.wmf"/><Relationship Id="rId7" Type="http://schemas.openxmlformats.org/officeDocument/2006/relationships/oleObject" Target="../embeddings/oleObject750.bin"/><Relationship Id="rId6" Type="http://schemas.openxmlformats.org/officeDocument/2006/relationships/image" Target="../media/image523.wmf"/><Relationship Id="rId5" Type="http://schemas.openxmlformats.org/officeDocument/2006/relationships/oleObject" Target="../embeddings/oleObject749.bin"/><Relationship Id="rId4" Type="http://schemas.openxmlformats.org/officeDocument/2006/relationships/image" Target="../media/image522.wmf"/><Relationship Id="rId3" Type="http://schemas.openxmlformats.org/officeDocument/2006/relationships/oleObject" Target="../embeddings/oleObject748.bin"/><Relationship Id="rId2" Type="http://schemas.openxmlformats.org/officeDocument/2006/relationships/image" Target="../media/image521.emf"/><Relationship Id="rId18" Type="http://schemas.openxmlformats.org/officeDocument/2006/relationships/notesSlide" Target="../notesSlides/notesSlide97.xml"/><Relationship Id="rId17" Type="http://schemas.openxmlformats.org/officeDocument/2006/relationships/vmlDrawing" Target="../drawings/vmlDrawing117.vml"/><Relationship Id="rId16" Type="http://schemas.openxmlformats.org/officeDocument/2006/relationships/slideLayout" Target="../slideLayouts/slideLayout14.xml"/><Relationship Id="rId15" Type="http://schemas.openxmlformats.org/officeDocument/2006/relationships/image" Target="../media/image527.wmf"/><Relationship Id="rId14" Type="http://schemas.openxmlformats.org/officeDocument/2006/relationships/oleObject" Target="../embeddings/oleObject754.bin"/><Relationship Id="rId13" Type="http://schemas.openxmlformats.org/officeDocument/2006/relationships/oleObject" Target="../embeddings/oleObject753.bin"/><Relationship Id="rId12" Type="http://schemas.openxmlformats.org/officeDocument/2006/relationships/image" Target="../media/image526.wmf"/><Relationship Id="rId11" Type="http://schemas.openxmlformats.org/officeDocument/2006/relationships/oleObject" Target="../embeddings/oleObject752.bin"/><Relationship Id="rId10" Type="http://schemas.openxmlformats.org/officeDocument/2006/relationships/image" Target="../media/image525.wmf"/><Relationship Id="rId1" Type="http://schemas.openxmlformats.org/officeDocument/2006/relationships/oleObject" Target="../embeddings/oleObject747.bin"/></Relationships>
</file>

<file path=ppt/slides/_rels/slide13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59.bin"/><Relationship Id="rId8" Type="http://schemas.openxmlformats.org/officeDocument/2006/relationships/image" Target="../media/image530.wmf"/><Relationship Id="rId7" Type="http://schemas.openxmlformats.org/officeDocument/2006/relationships/oleObject" Target="../embeddings/oleObject758.bin"/><Relationship Id="rId6" Type="http://schemas.openxmlformats.org/officeDocument/2006/relationships/image" Target="../media/image529.wmf"/><Relationship Id="rId5" Type="http://schemas.openxmlformats.org/officeDocument/2006/relationships/oleObject" Target="../embeddings/oleObject757.bin"/><Relationship Id="rId4" Type="http://schemas.openxmlformats.org/officeDocument/2006/relationships/image" Target="../media/image528.wmf"/><Relationship Id="rId3" Type="http://schemas.openxmlformats.org/officeDocument/2006/relationships/oleObject" Target="../embeddings/oleObject756.bin"/><Relationship Id="rId2" Type="http://schemas.openxmlformats.org/officeDocument/2006/relationships/image" Target="../media/image521.emf"/><Relationship Id="rId15" Type="http://schemas.openxmlformats.org/officeDocument/2006/relationships/notesSlide" Target="../notesSlides/notesSlide98.xml"/><Relationship Id="rId14" Type="http://schemas.openxmlformats.org/officeDocument/2006/relationships/vmlDrawing" Target="../drawings/vmlDrawing118.vml"/><Relationship Id="rId13" Type="http://schemas.openxmlformats.org/officeDocument/2006/relationships/slideLayout" Target="../slideLayouts/slideLayout14.xml"/><Relationship Id="rId12" Type="http://schemas.openxmlformats.org/officeDocument/2006/relationships/image" Target="../media/image532.wmf"/><Relationship Id="rId11" Type="http://schemas.openxmlformats.org/officeDocument/2006/relationships/oleObject" Target="../embeddings/oleObject760.bin"/><Relationship Id="rId10" Type="http://schemas.openxmlformats.org/officeDocument/2006/relationships/image" Target="../media/image531.wmf"/><Relationship Id="rId1" Type="http://schemas.openxmlformats.org/officeDocument/2006/relationships/oleObject" Target="../embeddings/oleObject755.bin"/></Relationships>
</file>

<file path=ppt/slides/_rels/slide13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.xml"/><Relationship Id="rId8" Type="http://schemas.openxmlformats.org/officeDocument/2006/relationships/image" Target="../media/image535.wmf"/><Relationship Id="rId7" Type="http://schemas.openxmlformats.org/officeDocument/2006/relationships/oleObject" Target="../embeddings/oleObject764.bin"/><Relationship Id="rId6" Type="http://schemas.openxmlformats.org/officeDocument/2006/relationships/image" Target="../media/image534.wmf"/><Relationship Id="rId5" Type="http://schemas.openxmlformats.org/officeDocument/2006/relationships/oleObject" Target="../embeddings/oleObject763.bin"/><Relationship Id="rId4" Type="http://schemas.openxmlformats.org/officeDocument/2006/relationships/image" Target="../media/image533.wmf"/><Relationship Id="rId3" Type="http://schemas.openxmlformats.org/officeDocument/2006/relationships/oleObject" Target="../embeddings/oleObject762.bin"/><Relationship Id="rId2" Type="http://schemas.openxmlformats.org/officeDocument/2006/relationships/image" Target="../media/image521.emf"/><Relationship Id="rId11" Type="http://schemas.openxmlformats.org/officeDocument/2006/relationships/notesSlide" Target="../notesSlides/notesSlide99.xml"/><Relationship Id="rId10" Type="http://schemas.openxmlformats.org/officeDocument/2006/relationships/vmlDrawing" Target="../drawings/vmlDrawing119.vml"/><Relationship Id="rId1" Type="http://schemas.openxmlformats.org/officeDocument/2006/relationships/oleObject" Target="../embeddings/oleObject761.bin"/></Relationships>
</file>

<file path=ppt/slides/_rels/slide13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69.bin"/><Relationship Id="rId8" Type="http://schemas.openxmlformats.org/officeDocument/2006/relationships/image" Target="../media/image538.wmf"/><Relationship Id="rId7" Type="http://schemas.openxmlformats.org/officeDocument/2006/relationships/oleObject" Target="../embeddings/oleObject768.bin"/><Relationship Id="rId6" Type="http://schemas.openxmlformats.org/officeDocument/2006/relationships/image" Target="../media/image537.wmf"/><Relationship Id="rId5" Type="http://schemas.openxmlformats.org/officeDocument/2006/relationships/oleObject" Target="../embeddings/oleObject767.bin"/><Relationship Id="rId4" Type="http://schemas.openxmlformats.org/officeDocument/2006/relationships/image" Target="../media/image536.emf"/><Relationship Id="rId3" Type="http://schemas.openxmlformats.org/officeDocument/2006/relationships/oleObject" Target="../embeddings/oleObject766.bin"/><Relationship Id="rId2" Type="http://schemas.openxmlformats.org/officeDocument/2006/relationships/image" Target="../media/image521.emf"/><Relationship Id="rId13" Type="http://schemas.openxmlformats.org/officeDocument/2006/relationships/notesSlide" Target="../notesSlides/notesSlide100.xml"/><Relationship Id="rId12" Type="http://schemas.openxmlformats.org/officeDocument/2006/relationships/vmlDrawing" Target="../drawings/vmlDrawing120.vml"/><Relationship Id="rId11" Type="http://schemas.openxmlformats.org/officeDocument/2006/relationships/slideLayout" Target="../slideLayouts/slideLayout14.xml"/><Relationship Id="rId10" Type="http://schemas.openxmlformats.org/officeDocument/2006/relationships/image" Target="../media/image539.wmf"/><Relationship Id="rId1" Type="http://schemas.openxmlformats.org/officeDocument/2006/relationships/oleObject" Target="../embeddings/oleObject765.bin"/></Relationships>
</file>

<file path=ppt/slides/_rels/slide139.xml.rels><?xml version="1.0" encoding="UTF-8" standalone="yes"?>
<Relationships xmlns="http://schemas.openxmlformats.org/package/2006/relationships"><Relationship Id="rId9" Type="http://schemas.openxmlformats.org/officeDocument/2006/relationships/image" Target="../media/image543.wmf"/><Relationship Id="rId8" Type="http://schemas.openxmlformats.org/officeDocument/2006/relationships/oleObject" Target="../embeddings/oleObject773.bin"/><Relationship Id="rId7" Type="http://schemas.openxmlformats.org/officeDocument/2006/relationships/image" Target="../media/image542.wmf"/><Relationship Id="rId6" Type="http://schemas.openxmlformats.org/officeDocument/2006/relationships/oleObject" Target="../embeddings/oleObject772.bin"/><Relationship Id="rId5" Type="http://schemas.openxmlformats.org/officeDocument/2006/relationships/image" Target="../media/image541.wmf"/><Relationship Id="rId4" Type="http://schemas.openxmlformats.org/officeDocument/2006/relationships/oleObject" Target="../embeddings/oleObject771.bin"/><Relationship Id="rId3" Type="http://schemas.openxmlformats.org/officeDocument/2006/relationships/image" Target="../media/image540.emf"/><Relationship Id="rId2" Type="http://schemas.openxmlformats.org/officeDocument/2006/relationships/oleObject" Target="../embeddings/oleObject770.bin"/><Relationship Id="rId16" Type="http://schemas.openxmlformats.org/officeDocument/2006/relationships/notesSlide" Target="../notesSlides/notesSlide101.xml"/><Relationship Id="rId15" Type="http://schemas.openxmlformats.org/officeDocument/2006/relationships/vmlDrawing" Target="../drawings/vmlDrawing121.vml"/><Relationship Id="rId14" Type="http://schemas.openxmlformats.org/officeDocument/2006/relationships/slideLayout" Target="../slideLayouts/slideLayout4.xml"/><Relationship Id="rId13" Type="http://schemas.openxmlformats.org/officeDocument/2006/relationships/image" Target="../media/image545.wmf"/><Relationship Id="rId12" Type="http://schemas.openxmlformats.org/officeDocument/2006/relationships/oleObject" Target="../embeddings/oleObject775.bin"/><Relationship Id="rId11" Type="http://schemas.openxmlformats.org/officeDocument/2006/relationships/image" Target="../media/image544.wmf"/><Relationship Id="rId10" Type="http://schemas.openxmlformats.org/officeDocument/2006/relationships/oleObject" Target="../embeddings/oleObject774.bin"/><Relationship Id="rId1" Type="http://schemas.openxmlformats.org/officeDocument/2006/relationships/image" Target="../media/image19.png"/></Relationships>
</file>

<file path=ppt/slides/_rels/slide140.xml.rels><?xml version="1.0" encoding="UTF-8" standalone="yes"?>
<Relationships xmlns="http://schemas.openxmlformats.org/package/2006/relationships"><Relationship Id="rId9" Type="http://schemas.openxmlformats.org/officeDocument/2006/relationships/image" Target="../media/image549.wmf"/><Relationship Id="rId8" Type="http://schemas.openxmlformats.org/officeDocument/2006/relationships/oleObject" Target="../embeddings/oleObject779.bin"/><Relationship Id="rId7" Type="http://schemas.openxmlformats.org/officeDocument/2006/relationships/image" Target="../media/image548.wmf"/><Relationship Id="rId6" Type="http://schemas.openxmlformats.org/officeDocument/2006/relationships/oleObject" Target="../embeddings/oleObject778.bin"/><Relationship Id="rId5" Type="http://schemas.openxmlformats.org/officeDocument/2006/relationships/image" Target="../media/image547.wmf"/><Relationship Id="rId4" Type="http://schemas.openxmlformats.org/officeDocument/2006/relationships/oleObject" Target="../embeddings/oleObject777.bin"/><Relationship Id="rId3" Type="http://schemas.openxmlformats.org/officeDocument/2006/relationships/image" Target="../media/image546.wmf"/><Relationship Id="rId2" Type="http://schemas.openxmlformats.org/officeDocument/2006/relationships/oleObject" Target="../embeddings/oleObject776.bin"/><Relationship Id="rId18" Type="http://schemas.openxmlformats.org/officeDocument/2006/relationships/notesSlide" Target="../notesSlides/notesSlide102.xml"/><Relationship Id="rId17" Type="http://schemas.openxmlformats.org/officeDocument/2006/relationships/vmlDrawing" Target="../drawings/vmlDrawing122.vml"/><Relationship Id="rId16" Type="http://schemas.openxmlformats.org/officeDocument/2006/relationships/slideLayout" Target="../slideLayouts/slideLayout12.xml"/><Relationship Id="rId15" Type="http://schemas.openxmlformats.org/officeDocument/2006/relationships/image" Target="../media/image551.wmf"/><Relationship Id="rId14" Type="http://schemas.openxmlformats.org/officeDocument/2006/relationships/oleObject" Target="../embeddings/oleObject782.bin"/><Relationship Id="rId13" Type="http://schemas.openxmlformats.org/officeDocument/2006/relationships/image" Target="../media/image540.emf"/><Relationship Id="rId12" Type="http://schemas.openxmlformats.org/officeDocument/2006/relationships/oleObject" Target="../embeddings/oleObject781.bin"/><Relationship Id="rId11" Type="http://schemas.openxmlformats.org/officeDocument/2006/relationships/image" Target="../media/image550.wmf"/><Relationship Id="rId10" Type="http://schemas.openxmlformats.org/officeDocument/2006/relationships/oleObject" Target="../embeddings/oleObject780.bin"/><Relationship Id="rId1" Type="http://schemas.openxmlformats.org/officeDocument/2006/relationships/image" Target="../media/image19.png"/></Relationships>
</file>

<file path=ppt/slides/_rels/slide14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87.bin"/><Relationship Id="rId8" Type="http://schemas.openxmlformats.org/officeDocument/2006/relationships/image" Target="../media/image555.wmf"/><Relationship Id="rId7" Type="http://schemas.openxmlformats.org/officeDocument/2006/relationships/oleObject" Target="../embeddings/oleObject786.bin"/><Relationship Id="rId6" Type="http://schemas.openxmlformats.org/officeDocument/2006/relationships/image" Target="../media/image554.wmf"/><Relationship Id="rId5" Type="http://schemas.openxmlformats.org/officeDocument/2006/relationships/oleObject" Target="../embeddings/oleObject785.bin"/><Relationship Id="rId4" Type="http://schemas.openxmlformats.org/officeDocument/2006/relationships/image" Target="../media/image553.wmf"/><Relationship Id="rId3" Type="http://schemas.openxmlformats.org/officeDocument/2006/relationships/oleObject" Target="../embeddings/oleObject784.bin"/><Relationship Id="rId20" Type="http://schemas.openxmlformats.org/officeDocument/2006/relationships/notesSlide" Target="../notesSlides/notesSlide103.xml"/><Relationship Id="rId2" Type="http://schemas.openxmlformats.org/officeDocument/2006/relationships/image" Target="../media/image552.wmf"/><Relationship Id="rId19" Type="http://schemas.openxmlformats.org/officeDocument/2006/relationships/vmlDrawing" Target="../drawings/vmlDrawing123.vml"/><Relationship Id="rId18" Type="http://schemas.openxmlformats.org/officeDocument/2006/relationships/slideLayout" Target="../slideLayouts/slideLayout12.xml"/><Relationship Id="rId17" Type="http://schemas.openxmlformats.org/officeDocument/2006/relationships/image" Target="../media/image19.png"/><Relationship Id="rId16" Type="http://schemas.openxmlformats.org/officeDocument/2006/relationships/image" Target="../media/image540.emf"/><Relationship Id="rId15" Type="http://schemas.openxmlformats.org/officeDocument/2006/relationships/oleObject" Target="../embeddings/oleObject790.bin"/><Relationship Id="rId14" Type="http://schemas.openxmlformats.org/officeDocument/2006/relationships/image" Target="../media/image558.wmf"/><Relationship Id="rId13" Type="http://schemas.openxmlformats.org/officeDocument/2006/relationships/oleObject" Target="../embeddings/oleObject789.bin"/><Relationship Id="rId12" Type="http://schemas.openxmlformats.org/officeDocument/2006/relationships/image" Target="../media/image557.wmf"/><Relationship Id="rId11" Type="http://schemas.openxmlformats.org/officeDocument/2006/relationships/oleObject" Target="../embeddings/oleObject788.bin"/><Relationship Id="rId10" Type="http://schemas.openxmlformats.org/officeDocument/2006/relationships/image" Target="../media/image556.wmf"/><Relationship Id="rId1" Type="http://schemas.openxmlformats.org/officeDocument/2006/relationships/oleObject" Target="../embeddings/oleObject783.bin"/></Relationships>
</file>

<file path=ppt/slides/_rels/slide14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95.bin"/><Relationship Id="rId8" Type="http://schemas.openxmlformats.org/officeDocument/2006/relationships/image" Target="../media/image562.wmf"/><Relationship Id="rId7" Type="http://schemas.openxmlformats.org/officeDocument/2006/relationships/oleObject" Target="../embeddings/oleObject794.bin"/><Relationship Id="rId6" Type="http://schemas.openxmlformats.org/officeDocument/2006/relationships/image" Target="../media/image561.wmf"/><Relationship Id="rId5" Type="http://schemas.openxmlformats.org/officeDocument/2006/relationships/oleObject" Target="../embeddings/oleObject793.bin"/><Relationship Id="rId4" Type="http://schemas.openxmlformats.org/officeDocument/2006/relationships/image" Target="../media/image560.wmf"/><Relationship Id="rId3" Type="http://schemas.openxmlformats.org/officeDocument/2006/relationships/oleObject" Target="../embeddings/oleObject792.bin"/><Relationship Id="rId2" Type="http://schemas.openxmlformats.org/officeDocument/2006/relationships/image" Target="../media/image559.wmf"/><Relationship Id="rId16" Type="http://schemas.openxmlformats.org/officeDocument/2006/relationships/notesSlide" Target="../notesSlides/notesSlide104.xml"/><Relationship Id="rId15" Type="http://schemas.openxmlformats.org/officeDocument/2006/relationships/vmlDrawing" Target="../drawings/vmlDrawing124.vml"/><Relationship Id="rId14" Type="http://schemas.openxmlformats.org/officeDocument/2006/relationships/slideLayout" Target="../slideLayouts/slideLayout12.xml"/><Relationship Id="rId13" Type="http://schemas.openxmlformats.org/officeDocument/2006/relationships/image" Target="../media/image19.png"/><Relationship Id="rId12" Type="http://schemas.openxmlformats.org/officeDocument/2006/relationships/image" Target="../media/image540.emf"/><Relationship Id="rId11" Type="http://schemas.openxmlformats.org/officeDocument/2006/relationships/oleObject" Target="../embeddings/oleObject796.bin"/><Relationship Id="rId10" Type="http://schemas.openxmlformats.org/officeDocument/2006/relationships/image" Target="../media/image563.wmf"/><Relationship Id="rId1" Type="http://schemas.openxmlformats.org/officeDocument/2006/relationships/oleObject" Target="../embeddings/oleObject791.bin"/></Relationships>
</file>

<file path=ppt/slides/_rels/slide14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01.bin"/><Relationship Id="rId8" Type="http://schemas.openxmlformats.org/officeDocument/2006/relationships/image" Target="../media/image566.emf"/><Relationship Id="rId7" Type="http://schemas.openxmlformats.org/officeDocument/2006/relationships/oleObject" Target="../embeddings/oleObject800.bin"/><Relationship Id="rId6" Type="http://schemas.openxmlformats.org/officeDocument/2006/relationships/image" Target="../media/image565.wmf"/><Relationship Id="rId5" Type="http://schemas.openxmlformats.org/officeDocument/2006/relationships/oleObject" Target="../embeddings/oleObject799.bin"/><Relationship Id="rId4" Type="http://schemas.openxmlformats.org/officeDocument/2006/relationships/image" Target="../media/image564.wmf"/><Relationship Id="rId3" Type="http://schemas.openxmlformats.org/officeDocument/2006/relationships/oleObject" Target="../embeddings/oleObject798.bin"/><Relationship Id="rId26" Type="http://schemas.openxmlformats.org/officeDocument/2006/relationships/notesSlide" Target="../notesSlides/notesSlide105.xml"/><Relationship Id="rId25" Type="http://schemas.openxmlformats.org/officeDocument/2006/relationships/vmlDrawing" Target="../drawings/vmlDrawing125.vml"/><Relationship Id="rId24" Type="http://schemas.openxmlformats.org/officeDocument/2006/relationships/slideLayout" Target="../slideLayouts/slideLayout12.xml"/><Relationship Id="rId23" Type="http://schemas.openxmlformats.org/officeDocument/2006/relationships/image" Target="../media/image19.png"/><Relationship Id="rId22" Type="http://schemas.openxmlformats.org/officeDocument/2006/relationships/image" Target="../media/image540.emf"/><Relationship Id="rId21" Type="http://schemas.openxmlformats.org/officeDocument/2006/relationships/oleObject" Target="../embeddings/oleObject807.bin"/><Relationship Id="rId20" Type="http://schemas.openxmlformats.org/officeDocument/2006/relationships/image" Target="../media/image572.wmf"/><Relationship Id="rId2" Type="http://schemas.openxmlformats.org/officeDocument/2006/relationships/image" Target="../media/image561.wmf"/><Relationship Id="rId19" Type="http://schemas.openxmlformats.org/officeDocument/2006/relationships/oleObject" Target="../embeddings/oleObject806.bin"/><Relationship Id="rId18" Type="http://schemas.openxmlformats.org/officeDocument/2006/relationships/image" Target="../media/image571.emf"/><Relationship Id="rId17" Type="http://schemas.openxmlformats.org/officeDocument/2006/relationships/oleObject" Target="../embeddings/oleObject805.bin"/><Relationship Id="rId16" Type="http://schemas.openxmlformats.org/officeDocument/2006/relationships/image" Target="../media/image570.emf"/><Relationship Id="rId15" Type="http://schemas.openxmlformats.org/officeDocument/2006/relationships/oleObject" Target="../embeddings/oleObject804.bin"/><Relationship Id="rId14" Type="http://schemas.openxmlformats.org/officeDocument/2006/relationships/image" Target="../media/image569.emf"/><Relationship Id="rId13" Type="http://schemas.openxmlformats.org/officeDocument/2006/relationships/oleObject" Target="../embeddings/oleObject803.bin"/><Relationship Id="rId12" Type="http://schemas.openxmlformats.org/officeDocument/2006/relationships/image" Target="../media/image568.emf"/><Relationship Id="rId11" Type="http://schemas.openxmlformats.org/officeDocument/2006/relationships/oleObject" Target="../embeddings/oleObject802.bin"/><Relationship Id="rId10" Type="http://schemas.openxmlformats.org/officeDocument/2006/relationships/image" Target="../media/image567.emf"/><Relationship Id="rId1" Type="http://schemas.openxmlformats.org/officeDocument/2006/relationships/oleObject" Target="../embeddings/oleObject797.bin"/></Relationships>
</file>

<file path=ppt/slides/_rels/slide14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12.bin"/><Relationship Id="rId8" Type="http://schemas.openxmlformats.org/officeDocument/2006/relationships/image" Target="../media/image576.wmf"/><Relationship Id="rId7" Type="http://schemas.openxmlformats.org/officeDocument/2006/relationships/oleObject" Target="../embeddings/oleObject811.bin"/><Relationship Id="rId6" Type="http://schemas.openxmlformats.org/officeDocument/2006/relationships/image" Target="../media/image575.wmf"/><Relationship Id="rId5" Type="http://schemas.openxmlformats.org/officeDocument/2006/relationships/oleObject" Target="../embeddings/oleObject810.bin"/><Relationship Id="rId4" Type="http://schemas.openxmlformats.org/officeDocument/2006/relationships/image" Target="../media/image574.wmf"/><Relationship Id="rId3" Type="http://schemas.openxmlformats.org/officeDocument/2006/relationships/oleObject" Target="../embeddings/oleObject809.bin"/><Relationship Id="rId2" Type="http://schemas.openxmlformats.org/officeDocument/2006/relationships/image" Target="../media/image573.wmf"/><Relationship Id="rId12" Type="http://schemas.openxmlformats.org/officeDocument/2006/relationships/vmlDrawing" Target="../drawings/vmlDrawing126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577.wmf"/><Relationship Id="rId1" Type="http://schemas.openxmlformats.org/officeDocument/2006/relationships/oleObject" Target="../embeddings/oleObject808.bin"/></Relationships>
</file>

<file path=ppt/slides/_rels/slide14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17.bin"/><Relationship Id="rId8" Type="http://schemas.openxmlformats.org/officeDocument/2006/relationships/image" Target="../media/image581.wmf"/><Relationship Id="rId7" Type="http://schemas.openxmlformats.org/officeDocument/2006/relationships/oleObject" Target="../embeddings/oleObject816.bin"/><Relationship Id="rId6" Type="http://schemas.openxmlformats.org/officeDocument/2006/relationships/image" Target="../media/image580.wmf"/><Relationship Id="rId5" Type="http://schemas.openxmlformats.org/officeDocument/2006/relationships/oleObject" Target="../embeddings/oleObject815.bin"/><Relationship Id="rId4" Type="http://schemas.openxmlformats.org/officeDocument/2006/relationships/image" Target="../media/image579.wmf"/><Relationship Id="rId36" Type="http://schemas.openxmlformats.org/officeDocument/2006/relationships/vmlDrawing" Target="../drawings/vmlDrawing127.vml"/><Relationship Id="rId35" Type="http://schemas.openxmlformats.org/officeDocument/2006/relationships/slideLayout" Target="../slideLayouts/slideLayout12.xml"/><Relationship Id="rId34" Type="http://schemas.openxmlformats.org/officeDocument/2006/relationships/image" Target="../media/image591.wmf"/><Relationship Id="rId33" Type="http://schemas.openxmlformats.org/officeDocument/2006/relationships/oleObject" Target="../embeddings/oleObject829.bin"/><Relationship Id="rId32" Type="http://schemas.openxmlformats.org/officeDocument/2006/relationships/image" Target="../media/image590.wmf"/><Relationship Id="rId31" Type="http://schemas.openxmlformats.org/officeDocument/2006/relationships/oleObject" Target="../embeddings/oleObject828.bin"/><Relationship Id="rId30" Type="http://schemas.openxmlformats.org/officeDocument/2006/relationships/image" Target="../media/image511.wmf"/><Relationship Id="rId3" Type="http://schemas.openxmlformats.org/officeDocument/2006/relationships/oleObject" Target="../embeddings/oleObject814.bin"/><Relationship Id="rId29" Type="http://schemas.openxmlformats.org/officeDocument/2006/relationships/oleObject" Target="../embeddings/oleObject827.bin"/><Relationship Id="rId28" Type="http://schemas.openxmlformats.org/officeDocument/2006/relationships/image" Target="../media/image510.wmf"/><Relationship Id="rId27" Type="http://schemas.openxmlformats.org/officeDocument/2006/relationships/oleObject" Target="../embeddings/oleObject826.bin"/><Relationship Id="rId26" Type="http://schemas.openxmlformats.org/officeDocument/2006/relationships/image" Target="../media/image499.wmf"/><Relationship Id="rId25" Type="http://schemas.openxmlformats.org/officeDocument/2006/relationships/oleObject" Target="../embeddings/oleObject825.bin"/><Relationship Id="rId24" Type="http://schemas.openxmlformats.org/officeDocument/2006/relationships/image" Target="../media/image589.wmf"/><Relationship Id="rId23" Type="http://schemas.openxmlformats.org/officeDocument/2006/relationships/oleObject" Target="../embeddings/oleObject824.bin"/><Relationship Id="rId22" Type="http://schemas.openxmlformats.org/officeDocument/2006/relationships/image" Target="../media/image588.wmf"/><Relationship Id="rId21" Type="http://schemas.openxmlformats.org/officeDocument/2006/relationships/oleObject" Target="../embeddings/oleObject823.bin"/><Relationship Id="rId20" Type="http://schemas.openxmlformats.org/officeDocument/2006/relationships/image" Target="../media/image587.wmf"/><Relationship Id="rId2" Type="http://schemas.openxmlformats.org/officeDocument/2006/relationships/image" Target="../media/image578.wmf"/><Relationship Id="rId19" Type="http://schemas.openxmlformats.org/officeDocument/2006/relationships/oleObject" Target="../embeddings/oleObject822.bin"/><Relationship Id="rId18" Type="http://schemas.openxmlformats.org/officeDocument/2006/relationships/image" Target="../media/image586.wmf"/><Relationship Id="rId17" Type="http://schemas.openxmlformats.org/officeDocument/2006/relationships/oleObject" Target="../embeddings/oleObject821.bin"/><Relationship Id="rId16" Type="http://schemas.openxmlformats.org/officeDocument/2006/relationships/image" Target="../media/image585.wmf"/><Relationship Id="rId15" Type="http://schemas.openxmlformats.org/officeDocument/2006/relationships/oleObject" Target="../embeddings/oleObject820.bin"/><Relationship Id="rId14" Type="http://schemas.openxmlformats.org/officeDocument/2006/relationships/image" Target="../media/image584.wmf"/><Relationship Id="rId13" Type="http://schemas.openxmlformats.org/officeDocument/2006/relationships/oleObject" Target="../embeddings/oleObject819.bin"/><Relationship Id="rId12" Type="http://schemas.openxmlformats.org/officeDocument/2006/relationships/image" Target="../media/image583.wmf"/><Relationship Id="rId11" Type="http://schemas.openxmlformats.org/officeDocument/2006/relationships/oleObject" Target="../embeddings/oleObject818.bin"/><Relationship Id="rId10" Type="http://schemas.openxmlformats.org/officeDocument/2006/relationships/image" Target="../media/image582.wmf"/><Relationship Id="rId1" Type="http://schemas.openxmlformats.org/officeDocument/2006/relationships/oleObject" Target="../embeddings/oleObject813.bin"/></Relationships>
</file>

<file path=ppt/slides/_rels/slide14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34.bin"/><Relationship Id="rId8" Type="http://schemas.openxmlformats.org/officeDocument/2006/relationships/image" Target="../media/image581.wmf"/><Relationship Id="rId7" Type="http://schemas.openxmlformats.org/officeDocument/2006/relationships/oleObject" Target="../embeddings/oleObject833.bin"/><Relationship Id="rId6" Type="http://schemas.openxmlformats.org/officeDocument/2006/relationships/image" Target="../media/image580.wmf"/><Relationship Id="rId5" Type="http://schemas.openxmlformats.org/officeDocument/2006/relationships/oleObject" Target="../embeddings/oleObject832.bin"/><Relationship Id="rId4" Type="http://schemas.openxmlformats.org/officeDocument/2006/relationships/image" Target="../media/image579.wmf"/><Relationship Id="rId3" Type="http://schemas.openxmlformats.org/officeDocument/2006/relationships/oleObject" Target="../embeddings/oleObject831.bin"/><Relationship Id="rId24" Type="http://schemas.openxmlformats.org/officeDocument/2006/relationships/vmlDrawing" Target="../drawings/vmlDrawing128.vml"/><Relationship Id="rId23" Type="http://schemas.openxmlformats.org/officeDocument/2006/relationships/slideLayout" Target="../slideLayouts/slideLayout12.xml"/><Relationship Id="rId22" Type="http://schemas.openxmlformats.org/officeDocument/2006/relationships/image" Target="../media/image593.wmf"/><Relationship Id="rId21" Type="http://schemas.openxmlformats.org/officeDocument/2006/relationships/oleObject" Target="../embeddings/oleObject840.bin"/><Relationship Id="rId20" Type="http://schemas.openxmlformats.org/officeDocument/2006/relationships/image" Target="../media/image592.wmf"/><Relationship Id="rId2" Type="http://schemas.openxmlformats.org/officeDocument/2006/relationships/image" Target="../media/image578.wmf"/><Relationship Id="rId19" Type="http://schemas.openxmlformats.org/officeDocument/2006/relationships/oleObject" Target="../embeddings/oleObject839.bin"/><Relationship Id="rId18" Type="http://schemas.openxmlformats.org/officeDocument/2006/relationships/image" Target="../media/image586.wmf"/><Relationship Id="rId17" Type="http://schemas.openxmlformats.org/officeDocument/2006/relationships/oleObject" Target="../embeddings/oleObject838.bin"/><Relationship Id="rId16" Type="http://schemas.openxmlformats.org/officeDocument/2006/relationships/image" Target="../media/image585.wmf"/><Relationship Id="rId15" Type="http://schemas.openxmlformats.org/officeDocument/2006/relationships/oleObject" Target="../embeddings/oleObject837.bin"/><Relationship Id="rId14" Type="http://schemas.openxmlformats.org/officeDocument/2006/relationships/image" Target="../media/image588.wmf"/><Relationship Id="rId13" Type="http://schemas.openxmlformats.org/officeDocument/2006/relationships/oleObject" Target="../embeddings/oleObject836.bin"/><Relationship Id="rId12" Type="http://schemas.openxmlformats.org/officeDocument/2006/relationships/image" Target="../media/image587.wmf"/><Relationship Id="rId11" Type="http://schemas.openxmlformats.org/officeDocument/2006/relationships/oleObject" Target="../embeddings/oleObject835.bin"/><Relationship Id="rId10" Type="http://schemas.openxmlformats.org/officeDocument/2006/relationships/image" Target="../media/image584.wmf"/><Relationship Id="rId1" Type="http://schemas.openxmlformats.org/officeDocument/2006/relationships/oleObject" Target="../embeddings/oleObject830.bin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29.vml"/><Relationship Id="rId7" Type="http://schemas.openxmlformats.org/officeDocument/2006/relationships/slideLayout" Target="../slideLayouts/slideLayout12.xml"/><Relationship Id="rId6" Type="http://schemas.openxmlformats.org/officeDocument/2006/relationships/image" Target="../media/image596.wmf"/><Relationship Id="rId5" Type="http://schemas.openxmlformats.org/officeDocument/2006/relationships/oleObject" Target="../embeddings/oleObject843.bin"/><Relationship Id="rId4" Type="http://schemas.openxmlformats.org/officeDocument/2006/relationships/image" Target="../media/image595.wmf"/><Relationship Id="rId3" Type="http://schemas.openxmlformats.org/officeDocument/2006/relationships/oleObject" Target="../embeddings/oleObject842.bin"/><Relationship Id="rId2" Type="http://schemas.openxmlformats.org/officeDocument/2006/relationships/image" Target="../media/image594.wmf"/><Relationship Id="rId1" Type="http://schemas.openxmlformats.org/officeDocument/2006/relationships/oleObject" Target="../embeddings/oleObject841.bin"/></Relationships>
</file>

<file path=ppt/slides/_rels/slide14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48.bin"/><Relationship Id="rId8" Type="http://schemas.openxmlformats.org/officeDocument/2006/relationships/image" Target="../media/image600.wmf"/><Relationship Id="rId7" Type="http://schemas.openxmlformats.org/officeDocument/2006/relationships/oleObject" Target="../embeddings/oleObject847.bin"/><Relationship Id="rId6" Type="http://schemas.openxmlformats.org/officeDocument/2006/relationships/image" Target="../media/image599.wmf"/><Relationship Id="rId5" Type="http://schemas.openxmlformats.org/officeDocument/2006/relationships/oleObject" Target="../embeddings/oleObject846.bin"/><Relationship Id="rId4" Type="http://schemas.openxmlformats.org/officeDocument/2006/relationships/image" Target="../media/image598.wmf"/><Relationship Id="rId31" Type="http://schemas.openxmlformats.org/officeDocument/2006/relationships/vmlDrawing" Target="../drawings/vmlDrawing130.vml"/><Relationship Id="rId30" Type="http://schemas.openxmlformats.org/officeDocument/2006/relationships/slideLayout" Target="../slideLayouts/slideLayout12.xml"/><Relationship Id="rId3" Type="http://schemas.openxmlformats.org/officeDocument/2006/relationships/oleObject" Target="../embeddings/oleObject845.bin"/><Relationship Id="rId29" Type="http://schemas.openxmlformats.org/officeDocument/2006/relationships/image" Target="../media/image96.png"/><Relationship Id="rId28" Type="http://schemas.openxmlformats.org/officeDocument/2006/relationships/image" Target="../media/image610.wmf"/><Relationship Id="rId27" Type="http://schemas.openxmlformats.org/officeDocument/2006/relationships/oleObject" Target="../embeddings/oleObject857.bin"/><Relationship Id="rId26" Type="http://schemas.openxmlformats.org/officeDocument/2006/relationships/image" Target="../media/image609.wmf"/><Relationship Id="rId25" Type="http://schemas.openxmlformats.org/officeDocument/2006/relationships/oleObject" Target="../embeddings/oleObject856.bin"/><Relationship Id="rId24" Type="http://schemas.openxmlformats.org/officeDocument/2006/relationships/image" Target="../media/image608.wmf"/><Relationship Id="rId23" Type="http://schemas.openxmlformats.org/officeDocument/2006/relationships/oleObject" Target="../embeddings/oleObject855.bin"/><Relationship Id="rId22" Type="http://schemas.openxmlformats.org/officeDocument/2006/relationships/image" Target="../media/image607.wmf"/><Relationship Id="rId21" Type="http://schemas.openxmlformats.org/officeDocument/2006/relationships/oleObject" Target="../embeddings/oleObject854.bin"/><Relationship Id="rId20" Type="http://schemas.openxmlformats.org/officeDocument/2006/relationships/image" Target="../media/image606.wmf"/><Relationship Id="rId2" Type="http://schemas.openxmlformats.org/officeDocument/2006/relationships/image" Target="../media/image597.wmf"/><Relationship Id="rId19" Type="http://schemas.openxmlformats.org/officeDocument/2006/relationships/oleObject" Target="../embeddings/oleObject853.bin"/><Relationship Id="rId18" Type="http://schemas.openxmlformats.org/officeDocument/2006/relationships/image" Target="../media/image605.wmf"/><Relationship Id="rId17" Type="http://schemas.openxmlformats.org/officeDocument/2006/relationships/oleObject" Target="../embeddings/oleObject852.bin"/><Relationship Id="rId16" Type="http://schemas.openxmlformats.org/officeDocument/2006/relationships/image" Target="../media/image604.wmf"/><Relationship Id="rId15" Type="http://schemas.openxmlformats.org/officeDocument/2006/relationships/oleObject" Target="../embeddings/oleObject851.bin"/><Relationship Id="rId14" Type="http://schemas.openxmlformats.org/officeDocument/2006/relationships/image" Target="../media/image603.wmf"/><Relationship Id="rId13" Type="http://schemas.openxmlformats.org/officeDocument/2006/relationships/oleObject" Target="../embeddings/oleObject850.bin"/><Relationship Id="rId12" Type="http://schemas.openxmlformats.org/officeDocument/2006/relationships/image" Target="../media/image602.wmf"/><Relationship Id="rId11" Type="http://schemas.openxmlformats.org/officeDocument/2006/relationships/oleObject" Target="../embeddings/oleObject849.bin"/><Relationship Id="rId10" Type="http://schemas.openxmlformats.org/officeDocument/2006/relationships/image" Target="../media/image601.wmf"/><Relationship Id="rId1" Type="http://schemas.openxmlformats.org/officeDocument/2006/relationships/oleObject" Target="../embeddings/oleObject844.bin"/></Relationships>
</file>

<file path=ppt/slides/_rels/slide14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62.bin"/><Relationship Id="rId8" Type="http://schemas.openxmlformats.org/officeDocument/2006/relationships/image" Target="../media/image614.wmf"/><Relationship Id="rId7" Type="http://schemas.openxmlformats.org/officeDocument/2006/relationships/oleObject" Target="../embeddings/oleObject861.bin"/><Relationship Id="rId6" Type="http://schemas.openxmlformats.org/officeDocument/2006/relationships/image" Target="../media/image613.wmf"/><Relationship Id="rId5" Type="http://schemas.openxmlformats.org/officeDocument/2006/relationships/oleObject" Target="../embeddings/oleObject860.bin"/><Relationship Id="rId4" Type="http://schemas.openxmlformats.org/officeDocument/2006/relationships/image" Target="../media/image612.wmf"/><Relationship Id="rId3" Type="http://schemas.openxmlformats.org/officeDocument/2006/relationships/oleObject" Target="../embeddings/oleObject859.bin"/><Relationship Id="rId2" Type="http://schemas.openxmlformats.org/officeDocument/2006/relationships/image" Target="../media/image611.wmf"/><Relationship Id="rId18" Type="http://schemas.openxmlformats.org/officeDocument/2006/relationships/vmlDrawing" Target="../drawings/vmlDrawing131.vml"/><Relationship Id="rId17" Type="http://schemas.openxmlformats.org/officeDocument/2006/relationships/slideLayout" Target="../slideLayouts/slideLayout12.xml"/><Relationship Id="rId16" Type="http://schemas.openxmlformats.org/officeDocument/2006/relationships/image" Target="../media/image618.wmf"/><Relationship Id="rId15" Type="http://schemas.openxmlformats.org/officeDocument/2006/relationships/oleObject" Target="../embeddings/oleObject865.bin"/><Relationship Id="rId14" Type="http://schemas.openxmlformats.org/officeDocument/2006/relationships/image" Target="../media/image617.wmf"/><Relationship Id="rId13" Type="http://schemas.openxmlformats.org/officeDocument/2006/relationships/oleObject" Target="../embeddings/oleObject864.bin"/><Relationship Id="rId12" Type="http://schemas.openxmlformats.org/officeDocument/2006/relationships/image" Target="../media/image616.wmf"/><Relationship Id="rId11" Type="http://schemas.openxmlformats.org/officeDocument/2006/relationships/oleObject" Target="../embeddings/oleObject863.bin"/><Relationship Id="rId10" Type="http://schemas.openxmlformats.org/officeDocument/2006/relationships/image" Target="../media/image615.wmf"/><Relationship Id="rId1" Type="http://schemas.openxmlformats.org/officeDocument/2006/relationships/oleObject" Target="../embeddings/oleObject858.bin"/></Relationships>
</file>

<file path=ppt/slides/_rels/slide150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32.vml"/><Relationship Id="rId5" Type="http://schemas.openxmlformats.org/officeDocument/2006/relationships/slideLayout" Target="../slideLayouts/slideLayout12.xml"/><Relationship Id="rId4" Type="http://schemas.openxmlformats.org/officeDocument/2006/relationships/image" Target="../media/image620.wmf"/><Relationship Id="rId3" Type="http://schemas.openxmlformats.org/officeDocument/2006/relationships/oleObject" Target="../embeddings/oleObject867.bin"/><Relationship Id="rId2" Type="http://schemas.openxmlformats.org/officeDocument/2006/relationships/image" Target="../media/image619.wmf"/><Relationship Id="rId1" Type="http://schemas.openxmlformats.org/officeDocument/2006/relationships/oleObject" Target="../embeddings/oleObject866.bin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6.xml"/><Relationship Id="rId7" Type="http://schemas.openxmlformats.org/officeDocument/2006/relationships/vmlDrawing" Target="../drawings/vmlDrawing133.vml"/><Relationship Id="rId6" Type="http://schemas.openxmlformats.org/officeDocument/2006/relationships/slideLayout" Target="../slideLayouts/slideLayout4.xml"/><Relationship Id="rId5" Type="http://schemas.openxmlformats.org/officeDocument/2006/relationships/image" Target="../media/image19.png"/><Relationship Id="rId4" Type="http://schemas.openxmlformats.org/officeDocument/2006/relationships/image" Target="../media/image622.wmf"/><Relationship Id="rId3" Type="http://schemas.openxmlformats.org/officeDocument/2006/relationships/oleObject" Target="../embeddings/oleObject869.bin"/><Relationship Id="rId2" Type="http://schemas.openxmlformats.org/officeDocument/2006/relationships/image" Target="../media/image621.emf"/><Relationship Id="rId1" Type="http://schemas.openxmlformats.org/officeDocument/2006/relationships/oleObject" Target="../embeddings/oleObject868.bin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4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5.jpeg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623.pn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8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624.jpeg"/></Relationships>
</file>

<file path=ppt/slides/_rels/slide156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34.vml"/><Relationship Id="rId3" Type="http://schemas.openxmlformats.org/officeDocument/2006/relationships/slideLayout" Target="../slideLayouts/slideLayout13.xml"/><Relationship Id="rId2" Type="http://schemas.openxmlformats.org/officeDocument/2006/relationships/image" Target="../media/image625.emf"/><Relationship Id="rId1" Type="http://schemas.openxmlformats.org/officeDocument/2006/relationships/oleObject" Target="../embeddings/oleObject870.bin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3.xml"/></Relationships>
</file>

<file path=ppt/slides/_rels/slide15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.xml"/><Relationship Id="rId8" Type="http://schemas.openxmlformats.org/officeDocument/2006/relationships/image" Target="../media/image629.wmf"/><Relationship Id="rId7" Type="http://schemas.openxmlformats.org/officeDocument/2006/relationships/oleObject" Target="../embeddings/oleObject874.bin"/><Relationship Id="rId6" Type="http://schemas.openxmlformats.org/officeDocument/2006/relationships/image" Target="../media/image628.wmf"/><Relationship Id="rId5" Type="http://schemas.openxmlformats.org/officeDocument/2006/relationships/oleObject" Target="../embeddings/oleObject873.bin"/><Relationship Id="rId4" Type="http://schemas.openxmlformats.org/officeDocument/2006/relationships/image" Target="../media/image627.wmf"/><Relationship Id="rId3" Type="http://schemas.openxmlformats.org/officeDocument/2006/relationships/oleObject" Target="../embeddings/oleObject872.bin"/><Relationship Id="rId2" Type="http://schemas.openxmlformats.org/officeDocument/2006/relationships/image" Target="../media/image626.emf"/><Relationship Id="rId11" Type="http://schemas.openxmlformats.org/officeDocument/2006/relationships/notesSlide" Target="../notesSlides/notesSlide110.xml"/><Relationship Id="rId10" Type="http://schemas.openxmlformats.org/officeDocument/2006/relationships/vmlDrawing" Target="../drawings/vmlDrawing135.vml"/><Relationship Id="rId1" Type="http://schemas.openxmlformats.org/officeDocument/2006/relationships/oleObject" Target="../embeddings/oleObject871.bin"/></Relationships>
</file>

<file path=ppt/slides/_rels/slide15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79.bin"/><Relationship Id="rId8" Type="http://schemas.openxmlformats.org/officeDocument/2006/relationships/image" Target="../media/image633.wmf"/><Relationship Id="rId7" Type="http://schemas.openxmlformats.org/officeDocument/2006/relationships/oleObject" Target="../embeddings/oleObject878.bin"/><Relationship Id="rId6" Type="http://schemas.openxmlformats.org/officeDocument/2006/relationships/image" Target="../media/image632.wmf"/><Relationship Id="rId5" Type="http://schemas.openxmlformats.org/officeDocument/2006/relationships/oleObject" Target="../embeddings/oleObject877.bin"/><Relationship Id="rId4" Type="http://schemas.openxmlformats.org/officeDocument/2006/relationships/image" Target="../media/image631.wmf"/><Relationship Id="rId3" Type="http://schemas.openxmlformats.org/officeDocument/2006/relationships/oleObject" Target="../embeddings/oleObject876.bin"/><Relationship Id="rId2" Type="http://schemas.openxmlformats.org/officeDocument/2006/relationships/image" Target="../media/image630.emf"/><Relationship Id="rId16" Type="http://schemas.openxmlformats.org/officeDocument/2006/relationships/vmlDrawing" Target="../drawings/vmlDrawing136.vml"/><Relationship Id="rId15" Type="http://schemas.openxmlformats.org/officeDocument/2006/relationships/slideLayout" Target="../slideLayouts/slideLayout4.xml"/><Relationship Id="rId14" Type="http://schemas.openxmlformats.org/officeDocument/2006/relationships/image" Target="../media/image636.wmf"/><Relationship Id="rId13" Type="http://schemas.openxmlformats.org/officeDocument/2006/relationships/oleObject" Target="../embeddings/oleObject881.bin"/><Relationship Id="rId12" Type="http://schemas.openxmlformats.org/officeDocument/2006/relationships/image" Target="../media/image635.wmf"/><Relationship Id="rId11" Type="http://schemas.openxmlformats.org/officeDocument/2006/relationships/oleObject" Target="../embeddings/oleObject880.bin"/><Relationship Id="rId10" Type="http://schemas.openxmlformats.org/officeDocument/2006/relationships/image" Target="../media/image634.wmf"/><Relationship Id="rId1" Type="http://schemas.openxmlformats.org/officeDocument/2006/relationships/oleObject" Target="../embeddings/oleObject875.bin"/></Relationships>
</file>

<file path=ppt/slides/_rels/slide16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37.v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637.png"/><Relationship Id="rId1" Type="http://schemas.openxmlformats.org/officeDocument/2006/relationships/oleObject" Target="../embeddings/oleObject882.bin"/></Relationships>
</file>

<file path=ppt/slides/_rels/slide161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11.xml"/><Relationship Id="rId8" Type="http://schemas.openxmlformats.org/officeDocument/2006/relationships/vmlDrawing" Target="../drawings/vmlDrawing138.vml"/><Relationship Id="rId7" Type="http://schemas.openxmlformats.org/officeDocument/2006/relationships/slideLayout" Target="../slideLayouts/slideLayout14.xml"/><Relationship Id="rId6" Type="http://schemas.openxmlformats.org/officeDocument/2006/relationships/image" Target="../media/image640.emf"/><Relationship Id="rId5" Type="http://schemas.openxmlformats.org/officeDocument/2006/relationships/oleObject" Target="../embeddings/oleObject885.bin"/><Relationship Id="rId4" Type="http://schemas.openxmlformats.org/officeDocument/2006/relationships/image" Target="../media/image639.emf"/><Relationship Id="rId3" Type="http://schemas.openxmlformats.org/officeDocument/2006/relationships/oleObject" Target="../embeddings/oleObject884.bin"/><Relationship Id="rId2" Type="http://schemas.openxmlformats.org/officeDocument/2006/relationships/image" Target="../media/image638.emf"/><Relationship Id="rId1" Type="http://schemas.openxmlformats.org/officeDocument/2006/relationships/oleObject" Target="../embeddings/oleObject883.bin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12.xml"/><Relationship Id="rId4" Type="http://schemas.openxmlformats.org/officeDocument/2006/relationships/vmlDrawing" Target="../drawings/vmlDrawing139.v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641.emf"/><Relationship Id="rId1" Type="http://schemas.openxmlformats.org/officeDocument/2006/relationships/oleObject" Target="../embeddings/oleObject886.bin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9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40.vml"/><Relationship Id="rId5" Type="http://schemas.openxmlformats.org/officeDocument/2006/relationships/slideLayout" Target="../slideLayouts/slideLayout12.xml"/><Relationship Id="rId4" Type="http://schemas.openxmlformats.org/officeDocument/2006/relationships/image" Target="../media/image643.wmf"/><Relationship Id="rId3" Type="http://schemas.openxmlformats.org/officeDocument/2006/relationships/oleObject" Target="../embeddings/oleObject888.bin"/><Relationship Id="rId2" Type="http://schemas.openxmlformats.org/officeDocument/2006/relationships/image" Target="../media/image642.wmf"/><Relationship Id="rId1" Type="http://schemas.openxmlformats.org/officeDocument/2006/relationships/oleObject" Target="../embeddings/oleObject887.bin"/></Relationships>
</file>

<file path=ppt/slides/_rels/slide170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13.xml"/><Relationship Id="rId6" Type="http://schemas.openxmlformats.org/officeDocument/2006/relationships/vmlDrawing" Target="../drawings/vmlDrawing141.vml"/><Relationship Id="rId5" Type="http://schemas.openxmlformats.org/officeDocument/2006/relationships/slideLayout" Target="../slideLayouts/slideLayout4.xml"/><Relationship Id="rId4" Type="http://schemas.openxmlformats.org/officeDocument/2006/relationships/image" Target="../media/image645.wmf"/><Relationship Id="rId3" Type="http://schemas.openxmlformats.org/officeDocument/2006/relationships/oleObject" Target="../embeddings/oleObject890.bin"/><Relationship Id="rId2" Type="http://schemas.openxmlformats.org/officeDocument/2006/relationships/image" Target="../media/image644.emf"/><Relationship Id="rId1" Type="http://schemas.openxmlformats.org/officeDocument/2006/relationships/oleObject" Target="../embeddings/oleObject889.bin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.xml"/><Relationship Id="rId1" Type="http://schemas.openxmlformats.org/officeDocument/2006/relationships/image" Target="../media/image646.pn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4.xml"/><Relationship Id="rId2" Type="http://schemas.openxmlformats.org/officeDocument/2006/relationships/slideLayout" Target="../slideLayouts/slideLayout16.xml"/><Relationship Id="rId1" Type="http://schemas.openxmlformats.org/officeDocument/2006/relationships/image" Target="../media/image647.GIF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15.xml"/><Relationship Id="rId7" Type="http://schemas.openxmlformats.org/officeDocument/2006/relationships/vmlDrawing" Target="../drawings/vmlDrawing142.vml"/><Relationship Id="rId6" Type="http://schemas.openxmlformats.org/officeDocument/2006/relationships/slideLayout" Target="../slideLayouts/slideLayout16.xml"/><Relationship Id="rId5" Type="http://schemas.openxmlformats.org/officeDocument/2006/relationships/image" Target="../media/image649.wmf"/><Relationship Id="rId4" Type="http://schemas.openxmlformats.org/officeDocument/2006/relationships/oleObject" Target="../embeddings/oleObject892.bin"/><Relationship Id="rId3" Type="http://schemas.openxmlformats.org/officeDocument/2006/relationships/image" Target="../media/image648.wmf"/><Relationship Id="rId2" Type="http://schemas.openxmlformats.org/officeDocument/2006/relationships/oleObject" Target="../embeddings/oleObject891.bin"/><Relationship Id="rId1" Type="http://schemas.openxmlformats.org/officeDocument/2006/relationships/image" Target="../media/image2.png"/></Relationships>
</file>

<file path=ppt/slides/_rels/slide17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16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652.png"/><Relationship Id="rId2" Type="http://schemas.openxmlformats.org/officeDocument/2006/relationships/image" Target="../media/image651.png"/><Relationship Id="rId1" Type="http://schemas.openxmlformats.org/officeDocument/2006/relationships/image" Target="../media/image650.png"/></Relationships>
</file>

<file path=ppt/slides/_rels/slide17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17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652.png"/><Relationship Id="rId2" Type="http://schemas.openxmlformats.org/officeDocument/2006/relationships/image" Target="../media/image651.png"/><Relationship Id="rId1" Type="http://schemas.openxmlformats.org/officeDocument/2006/relationships/image" Target="../media/image650.pn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8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624.jpeg"/></Relationships>
</file>

<file path=ppt/slides/_rels/slide17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97.bin"/><Relationship Id="rId8" Type="http://schemas.openxmlformats.org/officeDocument/2006/relationships/image" Target="../media/image655.wmf"/><Relationship Id="rId7" Type="http://schemas.openxmlformats.org/officeDocument/2006/relationships/oleObject" Target="../embeddings/oleObject896.bin"/><Relationship Id="rId6" Type="http://schemas.openxmlformats.org/officeDocument/2006/relationships/image" Target="../media/image654.wmf"/><Relationship Id="rId5" Type="http://schemas.openxmlformats.org/officeDocument/2006/relationships/oleObject" Target="../embeddings/oleObject895.bin"/><Relationship Id="rId4" Type="http://schemas.openxmlformats.org/officeDocument/2006/relationships/image" Target="../media/image653.wmf"/><Relationship Id="rId3" Type="http://schemas.openxmlformats.org/officeDocument/2006/relationships/oleObject" Target="../embeddings/oleObject894.bin"/><Relationship Id="rId20" Type="http://schemas.openxmlformats.org/officeDocument/2006/relationships/vmlDrawing" Target="../drawings/vmlDrawing143.vml"/><Relationship Id="rId2" Type="http://schemas.openxmlformats.org/officeDocument/2006/relationships/image" Target="../media/image625.emf"/><Relationship Id="rId19" Type="http://schemas.openxmlformats.org/officeDocument/2006/relationships/slideLayout" Target="../slideLayouts/slideLayout13.xml"/><Relationship Id="rId18" Type="http://schemas.openxmlformats.org/officeDocument/2006/relationships/image" Target="../media/image660.wmf"/><Relationship Id="rId17" Type="http://schemas.openxmlformats.org/officeDocument/2006/relationships/oleObject" Target="../embeddings/oleObject901.bin"/><Relationship Id="rId16" Type="http://schemas.openxmlformats.org/officeDocument/2006/relationships/image" Target="../media/image659.wmf"/><Relationship Id="rId15" Type="http://schemas.openxmlformats.org/officeDocument/2006/relationships/oleObject" Target="../embeddings/oleObject900.bin"/><Relationship Id="rId14" Type="http://schemas.openxmlformats.org/officeDocument/2006/relationships/image" Target="../media/image658.wmf"/><Relationship Id="rId13" Type="http://schemas.openxmlformats.org/officeDocument/2006/relationships/oleObject" Target="../embeddings/oleObject899.bin"/><Relationship Id="rId12" Type="http://schemas.openxmlformats.org/officeDocument/2006/relationships/image" Target="../media/image657.wmf"/><Relationship Id="rId11" Type="http://schemas.openxmlformats.org/officeDocument/2006/relationships/oleObject" Target="../embeddings/oleObject898.bin"/><Relationship Id="rId10" Type="http://schemas.openxmlformats.org/officeDocument/2006/relationships/image" Target="../media/image656.wmf"/><Relationship Id="rId1" Type="http://schemas.openxmlformats.org/officeDocument/2006/relationships/oleObject" Target="../embeddings/oleObject893.bin"/></Relationships>
</file>

<file path=ppt/slides/_rels/slide178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19.xml"/><Relationship Id="rId8" Type="http://schemas.openxmlformats.org/officeDocument/2006/relationships/vmlDrawing" Target="../drawings/vmlDrawing144.vml"/><Relationship Id="rId7" Type="http://schemas.openxmlformats.org/officeDocument/2006/relationships/slideLayout" Target="../slideLayouts/slideLayout13.xml"/><Relationship Id="rId6" Type="http://schemas.openxmlformats.org/officeDocument/2006/relationships/image" Target="../media/image663.wmf"/><Relationship Id="rId5" Type="http://schemas.openxmlformats.org/officeDocument/2006/relationships/oleObject" Target="../embeddings/oleObject904.bin"/><Relationship Id="rId4" Type="http://schemas.openxmlformats.org/officeDocument/2006/relationships/image" Target="../media/image662.wmf"/><Relationship Id="rId3" Type="http://schemas.openxmlformats.org/officeDocument/2006/relationships/oleObject" Target="../embeddings/oleObject903.bin"/><Relationship Id="rId2" Type="http://schemas.openxmlformats.org/officeDocument/2006/relationships/image" Target="../media/image661.wmf"/><Relationship Id="rId1" Type="http://schemas.openxmlformats.org/officeDocument/2006/relationships/oleObject" Target="../embeddings/oleObject902.bin"/></Relationships>
</file>

<file path=ppt/slides/_rels/slide17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09.bin"/><Relationship Id="rId8" Type="http://schemas.openxmlformats.org/officeDocument/2006/relationships/image" Target="../media/image627.wmf"/><Relationship Id="rId7" Type="http://schemas.openxmlformats.org/officeDocument/2006/relationships/oleObject" Target="../embeddings/oleObject908.bin"/><Relationship Id="rId6" Type="http://schemas.openxmlformats.org/officeDocument/2006/relationships/image" Target="../media/image665.wmf"/><Relationship Id="rId5" Type="http://schemas.openxmlformats.org/officeDocument/2006/relationships/oleObject" Target="../embeddings/oleObject907.bin"/><Relationship Id="rId4" Type="http://schemas.openxmlformats.org/officeDocument/2006/relationships/image" Target="../media/image664.emf"/><Relationship Id="rId3" Type="http://schemas.openxmlformats.org/officeDocument/2006/relationships/oleObject" Target="../embeddings/oleObject906.bin"/><Relationship Id="rId2" Type="http://schemas.openxmlformats.org/officeDocument/2006/relationships/image" Target="../media/image626.emf"/><Relationship Id="rId15" Type="http://schemas.openxmlformats.org/officeDocument/2006/relationships/notesSlide" Target="../notesSlides/notesSlide120.xml"/><Relationship Id="rId14" Type="http://schemas.openxmlformats.org/officeDocument/2006/relationships/vmlDrawing" Target="../drawings/vmlDrawing145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629.wmf"/><Relationship Id="rId11" Type="http://schemas.openxmlformats.org/officeDocument/2006/relationships/oleObject" Target="../embeddings/oleObject910.bin"/><Relationship Id="rId10" Type="http://schemas.openxmlformats.org/officeDocument/2006/relationships/image" Target="../media/image628.wmf"/><Relationship Id="rId1" Type="http://schemas.openxmlformats.org/officeDocument/2006/relationships/oleObject" Target="../embeddings/oleObject905.bin"/></Relationships>
</file>

<file path=ppt/slides/_rels/slide18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15.bin"/><Relationship Id="rId8" Type="http://schemas.openxmlformats.org/officeDocument/2006/relationships/image" Target="../media/image667.wmf"/><Relationship Id="rId7" Type="http://schemas.openxmlformats.org/officeDocument/2006/relationships/oleObject" Target="../embeddings/oleObject914.bin"/><Relationship Id="rId6" Type="http://schemas.openxmlformats.org/officeDocument/2006/relationships/image" Target="../media/image666.wmf"/><Relationship Id="rId5" Type="http://schemas.openxmlformats.org/officeDocument/2006/relationships/oleObject" Target="../embeddings/oleObject913.bin"/><Relationship Id="rId4" Type="http://schemas.openxmlformats.org/officeDocument/2006/relationships/image" Target="../media/image664.emf"/><Relationship Id="rId3" Type="http://schemas.openxmlformats.org/officeDocument/2006/relationships/oleObject" Target="../embeddings/oleObject912.bin"/><Relationship Id="rId2" Type="http://schemas.openxmlformats.org/officeDocument/2006/relationships/image" Target="../media/image626.emf"/><Relationship Id="rId19" Type="http://schemas.openxmlformats.org/officeDocument/2006/relationships/notesSlide" Target="../notesSlides/notesSlide121.xml"/><Relationship Id="rId18" Type="http://schemas.openxmlformats.org/officeDocument/2006/relationships/vmlDrawing" Target="../drawings/vmlDrawing146.vml"/><Relationship Id="rId17" Type="http://schemas.openxmlformats.org/officeDocument/2006/relationships/slideLayout" Target="../slideLayouts/slideLayout12.xml"/><Relationship Id="rId16" Type="http://schemas.openxmlformats.org/officeDocument/2006/relationships/image" Target="../media/image629.wmf"/><Relationship Id="rId15" Type="http://schemas.openxmlformats.org/officeDocument/2006/relationships/oleObject" Target="../embeddings/oleObject918.bin"/><Relationship Id="rId14" Type="http://schemas.openxmlformats.org/officeDocument/2006/relationships/image" Target="../media/image628.wmf"/><Relationship Id="rId13" Type="http://schemas.openxmlformats.org/officeDocument/2006/relationships/oleObject" Target="../embeddings/oleObject917.bin"/><Relationship Id="rId12" Type="http://schemas.openxmlformats.org/officeDocument/2006/relationships/image" Target="../media/image627.wmf"/><Relationship Id="rId11" Type="http://schemas.openxmlformats.org/officeDocument/2006/relationships/oleObject" Target="../embeddings/oleObject916.bin"/><Relationship Id="rId10" Type="http://schemas.openxmlformats.org/officeDocument/2006/relationships/image" Target="../media/image668.wmf"/><Relationship Id="rId1" Type="http://schemas.openxmlformats.org/officeDocument/2006/relationships/oleObject" Target="../embeddings/oleObject911.bin"/></Relationships>
</file>

<file path=ppt/slides/_rels/slide18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23.bin"/><Relationship Id="rId8" Type="http://schemas.openxmlformats.org/officeDocument/2006/relationships/image" Target="../media/image627.wmf"/><Relationship Id="rId7" Type="http://schemas.openxmlformats.org/officeDocument/2006/relationships/oleObject" Target="../embeddings/oleObject922.bin"/><Relationship Id="rId6" Type="http://schemas.openxmlformats.org/officeDocument/2006/relationships/image" Target="../media/image669.wmf"/><Relationship Id="rId5" Type="http://schemas.openxmlformats.org/officeDocument/2006/relationships/oleObject" Target="../embeddings/oleObject921.bin"/><Relationship Id="rId4" Type="http://schemas.openxmlformats.org/officeDocument/2006/relationships/image" Target="../media/image664.emf"/><Relationship Id="rId3" Type="http://schemas.openxmlformats.org/officeDocument/2006/relationships/oleObject" Target="../embeddings/oleObject920.bin"/><Relationship Id="rId2" Type="http://schemas.openxmlformats.org/officeDocument/2006/relationships/image" Target="../media/image626.emf"/><Relationship Id="rId15" Type="http://schemas.openxmlformats.org/officeDocument/2006/relationships/notesSlide" Target="../notesSlides/notesSlide122.xml"/><Relationship Id="rId14" Type="http://schemas.openxmlformats.org/officeDocument/2006/relationships/vmlDrawing" Target="../drawings/vmlDrawing147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629.wmf"/><Relationship Id="rId11" Type="http://schemas.openxmlformats.org/officeDocument/2006/relationships/oleObject" Target="../embeddings/oleObject924.bin"/><Relationship Id="rId10" Type="http://schemas.openxmlformats.org/officeDocument/2006/relationships/image" Target="../media/image628.wmf"/><Relationship Id="rId1" Type="http://schemas.openxmlformats.org/officeDocument/2006/relationships/oleObject" Target="../embeddings/oleObject919.bin"/></Relationships>
</file>

<file path=ppt/slides/_rels/slide18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29.bin"/><Relationship Id="rId8" Type="http://schemas.openxmlformats.org/officeDocument/2006/relationships/image" Target="../media/image627.wmf"/><Relationship Id="rId7" Type="http://schemas.openxmlformats.org/officeDocument/2006/relationships/oleObject" Target="../embeddings/oleObject928.bin"/><Relationship Id="rId6" Type="http://schemas.openxmlformats.org/officeDocument/2006/relationships/image" Target="../media/image670.wmf"/><Relationship Id="rId5" Type="http://schemas.openxmlformats.org/officeDocument/2006/relationships/oleObject" Target="../embeddings/oleObject927.bin"/><Relationship Id="rId4" Type="http://schemas.openxmlformats.org/officeDocument/2006/relationships/image" Target="../media/image664.emf"/><Relationship Id="rId3" Type="http://schemas.openxmlformats.org/officeDocument/2006/relationships/oleObject" Target="../embeddings/oleObject926.bin"/><Relationship Id="rId2" Type="http://schemas.openxmlformats.org/officeDocument/2006/relationships/image" Target="../media/image626.emf"/><Relationship Id="rId15" Type="http://schemas.openxmlformats.org/officeDocument/2006/relationships/notesSlide" Target="../notesSlides/notesSlide123.xml"/><Relationship Id="rId14" Type="http://schemas.openxmlformats.org/officeDocument/2006/relationships/vmlDrawing" Target="../drawings/vmlDrawing148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629.wmf"/><Relationship Id="rId11" Type="http://schemas.openxmlformats.org/officeDocument/2006/relationships/oleObject" Target="../embeddings/oleObject930.bin"/><Relationship Id="rId10" Type="http://schemas.openxmlformats.org/officeDocument/2006/relationships/image" Target="../media/image628.wmf"/><Relationship Id="rId1" Type="http://schemas.openxmlformats.org/officeDocument/2006/relationships/oleObject" Target="../embeddings/oleObject925.bin"/></Relationships>
</file>

<file path=ppt/slides/_rels/slide18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35.bin"/><Relationship Id="rId8" Type="http://schemas.openxmlformats.org/officeDocument/2006/relationships/image" Target="../media/image673.wmf"/><Relationship Id="rId7" Type="http://schemas.openxmlformats.org/officeDocument/2006/relationships/oleObject" Target="../embeddings/oleObject934.bin"/><Relationship Id="rId6" Type="http://schemas.openxmlformats.org/officeDocument/2006/relationships/image" Target="../media/image672.wmf"/><Relationship Id="rId5" Type="http://schemas.openxmlformats.org/officeDocument/2006/relationships/oleObject" Target="../embeddings/oleObject933.bin"/><Relationship Id="rId4" Type="http://schemas.openxmlformats.org/officeDocument/2006/relationships/image" Target="../media/image671.wmf"/><Relationship Id="rId3" Type="http://schemas.openxmlformats.org/officeDocument/2006/relationships/oleObject" Target="../embeddings/oleObject932.bin"/><Relationship Id="rId22" Type="http://schemas.openxmlformats.org/officeDocument/2006/relationships/vmlDrawing" Target="../drawings/vmlDrawing149.vml"/><Relationship Id="rId21" Type="http://schemas.openxmlformats.org/officeDocument/2006/relationships/slideLayout" Target="../slideLayouts/slideLayout4.xml"/><Relationship Id="rId20" Type="http://schemas.openxmlformats.org/officeDocument/2006/relationships/image" Target="../media/image636.wmf"/><Relationship Id="rId2" Type="http://schemas.openxmlformats.org/officeDocument/2006/relationships/image" Target="../media/image630.emf"/><Relationship Id="rId19" Type="http://schemas.openxmlformats.org/officeDocument/2006/relationships/oleObject" Target="../embeddings/oleObject940.bin"/><Relationship Id="rId18" Type="http://schemas.openxmlformats.org/officeDocument/2006/relationships/image" Target="../media/image635.wmf"/><Relationship Id="rId17" Type="http://schemas.openxmlformats.org/officeDocument/2006/relationships/oleObject" Target="../embeddings/oleObject939.bin"/><Relationship Id="rId16" Type="http://schemas.openxmlformats.org/officeDocument/2006/relationships/image" Target="../media/image634.wmf"/><Relationship Id="rId15" Type="http://schemas.openxmlformats.org/officeDocument/2006/relationships/oleObject" Target="../embeddings/oleObject938.bin"/><Relationship Id="rId14" Type="http://schemas.openxmlformats.org/officeDocument/2006/relationships/image" Target="../media/image633.wmf"/><Relationship Id="rId13" Type="http://schemas.openxmlformats.org/officeDocument/2006/relationships/oleObject" Target="../embeddings/oleObject937.bin"/><Relationship Id="rId12" Type="http://schemas.openxmlformats.org/officeDocument/2006/relationships/image" Target="../media/image632.wmf"/><Relationship Id="rId11" Type="http://schemas.openxmlformats.org/officeDocument/2006/relationships/oleObject" Target="../embeddings/oleObject936.bin"/><Relationship Id="rId10" Type="http://schemas.openxmlformats.org/officeDocument/2006/relationships/image" Target="../media/image631.wmf"/><Relationship Id="rId1" Type="http://schemas.openxmlformats.org/officeDocument/2006/relationships/oleObject" Target="../embeddings/oleObject931.bin"/></Relationships>
</file>

<file path=ppt/slides/_rels/slide18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45.bin"/><Relationship Id="rId8" Type="http://schemas.openxmlformats.org/officeDocument/2006/relationships/image" Target="../media/image633.wmf"/><Relationship Id="rId7" Type="http://schemas.openxmlformats.org/officeDocument/2006/relationships/oleObject" Target="../embeddings/oleObject944.bin"/><Relationship Id="rId6" Type="http://schemas.openxmlformats.org/officeDocument/2006/relationships/image" Target="../media/image632.wmf"/><Relationship Id="rId5" Type="http://schemas.openxmlformats.org/officeDocument/2006/relationships/oleObject" Target="../embeddings/oleObject943.bin"/><Relationship Id="rId4" Type="http://schemas.openxmlformats.org/officeDocument/2006/relationships/image" Target="../media/image631.wmf"/><Relationship Id="rId3" Type="http://schemas.openxmlformats.org/officeDocument/2006/relationships/oleObject" Target="../embeddings/oleObject942.bin"/><Relationship Id="rId2" Type="http://schemas.openxmlformats.org/officeDocument/2006/relationships/image" Target="../media/image630.emf"/><Relationship Id="rId18" Type="http://schemas.openxmlformats.org/officeDocument/2006/relationships/vmlDrawing" Target="../drawings/vmlDrawing150.vml"/><Relationship Id="rId17" Type="http://schemas.openxmlformats.org/officeDocument/2006/relationships/slideLayout" Target="../slideLayouts/slideLayout4.xml"/><Relationship Id="rId16" Type="http://schemas.openxmlformats.org/officeDocument/2006/relationships/image" Target="../media/image674.wmf"/><Relationship Id="rId15" Type="http://schemas.openxmlformats.org/officeDocument/2006/relationships/oleObject" Target="../embeddings/oleObject948.bin"/><Relationship Id="rId14" Type="http://schemas.openxmlformats.org/officeDocument/2006/relationships/image" Target="../media/image636.wmf"/><Relationship Id="rId13" Type="http://schemas.openxmlformats.org/officeDocument/2006/relationships/oleObject" Target="../embeddings/oleObject947.bin"/><Relationship Id="rId12" Type="http://schemas.openxmlformats.org/officeDocument/2006/relationships/image" Target="../media/image635.wmf"/><Relationship Id="rId11" Type="http://schemas.openxmlformats.org/officeDocument/2006/relationships/oleObject" Target="../embeddings/oleObject946.bin"/><Relationship Id="rId10" Type="http://schemas.openxmlformats.org/officeDocument/2006/relationships/image" Target="../media/image634.wmf"/><Relationship Id="rId1" Type="http://schemas.openxmlformats.org/officeDocument/2006/relationships/oleObject" Target="../embeddings/oleObject941.bin"/></Relationships>
</file>

<file path=ppt/slides/_rels/slide18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53.bin"/><Relationship Id="rId8" Type="http://schemas.openxmlformats.org/officeDocument/2006/relationships/image" Target="../media/image633.wmf"/><Relationship Id="rId7" Type="http://schemas.openxmlformats.org/officeDocument/2006/relationships/oleObject" Target="../embeddings/oleObject952.bin"/><Relationship Id="rId6" Type="http://schemas.openxmlformats.org/officeDocument/2006/relationships/image" Target="../media/image632.wmf"/><Relationship Id="rId5" Type="http://schemas.openxmlformats.org/officeDocument/2006/relationships/oleObject" Target="../embeddings/oleObject951.bin"/><Relationship Id="rId4" Type="http://schemas.openxmlformats.org/officeDocument/2006/relationships/image" Target="../media/image631.wmf"/><Relationship Id="rId3" Type="http://schemas.openxmlformats.org/officeDocument/2006/relationships/oleObject" Target="../embeddings/oleObject950.bin"/><Relationship Id="rId20" Type="http://schemas.openxmlformats.org/officeDocument/2006/relationships/vmlDrawing" Target="../drawings/vmlDrawing151.vml"/><Relationship Id="rId2" Type="http://schemas.openxmlformats.org/officeDocument/2006/relationships/image" Target="../media/image630.emf"/><Relationship Id="rId19" Type="http://schemas.openxmlformats.org/officeDocument/2006/relationships/slideLayout" Target="../slideLayouts/slideLayout4.xml"/><Relationship Id="rId18" Type="http://schemas.openxmlformats.org/officeDocument/2006/relationships/image" Target="../media/image676.emf"/><Relationship Id="rId17" Type="http://schemas.openxmlformats.org/officeDocument/2006/relationships/oleObject" Target="../embeddings/oleObject957.bin"/><Relationship Id="rId16" Type="http://schemas.openxmlformats.org/officeDocument/2006/relationships/image" Target="../media/image675.wmf"/><Relationship Id="rId15" Type="http://schemas.openxmlformats.org/officeDocument/2006/relationships/oleObject" Target="../embeddings/oleObject956.bin"/><Relationship Id="rId14" Type="http://schemas.openxmlformats.org/officeDocument/2006/relationships/image" Target="../media/image636.wmf"/><Relationship Id="rId13" Type="http://schemas.openxmlformats.org/officeDocument/2006/relationships/oleObject" Target="../embeddings/oleObject955.bin"/><Relationship Id="rId12" Type="http://schemas.openxmlformats.org/officeDocument/2006/relationships/image" Target="../media/image635.wmf"/><Relationship Id="rId11" Type="http://schemas.openxmlformats.org/officeDocument/2006/relationships/oleObject" Target="../embeddings/oleObject954.bin"/><Relationship Id="rId10" Type="http://schemas.openxmlformats.org/officeDocument/2006/relationships/image" Target="../media/image634.wmf"/><Relationship Id="rId1" Type="http://schemas.openxmlformats.org/officeDocument/2006/relationships/oleObject" Target="../embeddings/oleObject949.bin"/></Relationships>
</file>

<file path=ppt/slides/_rels/slide18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62.bin"/><Relationship Id="rId8" Type="http://schemas.openxmlformats.org/officeDocument/2006/relationships/image" Target="../media/image633.wmf"/><Relationship Id="rId7" Type="http://schemas.openxmlformats.org/officeDocument/2006/relationships/oleObject" Target="../embeddings/oleObject961.bin"/><Relationship Id="rId6" Type="http://schemas.openxmlformats.org/officeDocument/2006/relationships/image" Target="../media/image632.wmf"/><Relationship Id="rId5" Type="http://schemas.openxmlformats.org/officeDocument/2006/relationships/oleObject" Target="../embeddings/oleObject960.bin"/><Relationship Id="rId4" Type="http://schemas.openxmlformats.org/officeDocument/2006/relationships/image" Target="../media/image631.wmf"/><Relationship Id="rId3" Type="http://schemas.openxmlformats.org/officeDocument/2006/relationships/oleObject" Target="../embeddings/oleObject959.bin"/><Relationship Id="rId20" Type="http://schemas.openxmlformats.org/officeDocument/2006/relationships/vmlDrawing" Target="../drawings/vmlDrawing152.vml"/><Relationship Id="rId2" Type="http://schemas.openxmlformats.org/officeDocument/2006/relationships/image" Target="../media/image630.emf"/><Relationship Id="rId19" Type="http://schemas.openxmlformats.org/officeDocument/2006/relationships/slideLayout" Target="../slideLayouts/slideLayout4.xml"/><Relationship Id="rId18" Type="http://schemas.openxmlformats.org/officeDocument/2006/relationships/image" Target="../media/image677.wmf"/><Relationship Id="rId17" Type="http://schemas.openxmlformats.org/officeDocument/2006/relationships/oleObject" Target="../embeddings/oleObject966.bin"/><Relationship Id="rId16" Type="http://schemas.openxmlformats.org/officeDocument/2006/relationships/image" Target="../media/image676.emf"/><Relationship Id="rId15" Type="http://schemas.openxmlformats.org/officeDocument/2006/relationships/oleObject" Target="../embeddings/oleObject965.bin"/><Relationship Id="rId14" Type="http://schemas.openxmlformats.org/officeDocument/2006/relationships/image" Target="../media/image636.wmf"/><Relationship Id="rId13" Type="http://schemas.openxmlformats.org/officeDocument/2006/relationships/oleObject" Target="../embeddings/oleObject964.bin"/><Relationship Id="rId12" Type="http://schemas.openxmlformats.org/officeDocument/2006/relationships/image" Target="../media/image635.wmf"/><Relationship Id="rId11" Type="http://schemas.openxmlformats.org/officeDocument/2006/relationships/oleObject" Target="../embeddings/oleObject963.bin"/><Relationship Id="rId10" Type="http://schemas.openxmlformats.org/officeDocument/2006/relationships/image" Target="../media/image634.wmf"/><Relationship Id="rId1" Type="http://schemas.openxmlformats.org/officeDocument/2006/relationships/oleObject" Target="../embeddings/oleObject958.bin"/></Relationships>
</file>

<file path=ppt/slides/_rels/slide187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53.v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637.png"/><Relationship Id="rId1" Type="http://schemas.openxmlformats.org/officeDocument/2006/relationships/oleObject" Target="../embeddings/oleObject967.bin"/></Relationships>
</file>

<file path=ppt/slides/_rels/slide18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54.vml"/><Relationship Id="rId5" Type="http://schemas.openxmlformats.org/officeDocument/2006/relationships/slideLayout" Target="../slideLayouts/slideLayout12.xml"/><Relationship Id="rId4" Type="http://schemas.openxmlformats.org/officeDocument/2006/relationships/image" Target="../media/image637.png"/><Relationship Id="rId3" Type="http://schemas.openxmlformats.org/officeDocument/2006/relationships/oleObject" Target="../embeddings/oleObject969.bin"/><Relationship Id="rId2" Type="http://schemas.openxmlformats.org/officeDocument/2006/relationships/image" Target="../media/image678.png"/><Relationship Id="rId1" Type="http://schemas.openxmlformats.org/officeDocument/2006/relationships/oleObject" Target="../embeddings/oleObject968.bin"/></Relationships>
</file>

<file path=ppt/slides/_rels/slide189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55.vml"/><Relationship Id="rId5" Type="http://schemas.openxmlformats.org/officeDocument/2006/relationships/slideLayout" Target="../slideLayouts/slideLayout12.xml"/><Relationship Id="rId4" Type="http://schemas.openxmlformats.org/officeDocument/2006/relationships/image" Target="../media/image679.wmf"/><Relationship Id="rId3" Type="http://schemas.openxmlformats.org/officeDocument/2006/relationships/oleObject" Target="../embeddings/oleObject971.bin"/><Relationship Id="rId2" Type="http://schemas.openxmlformats.org/officeDocument/2006/relationships/image" Target="../media/image678.png"/><Relationship Id="rId1" Type="http://schemas.openxmlformats.org/officeDocument/2006/relationships/oleObject" Target="../embeddings/oleObject970.bin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56.vml"/><Relationship Id="rId7" Type="http://schemas.openxmlformats.org/officeDocument/2006/relationships/slideLayout" Target="../slideLayouts/slideLayout12.xml"/><Relationship Id="rId6" Type="http://schemas.openxmlformats.org/officeDocument/2006/relationships/image" Target="../media/image681.wmf"/><Relationship Id="rId5" Type="http://schemas.openxmlformats.org/officeDocument/2006/relationships/oleObject" Target="../embeddings/oleObject974.bin"/><Relationship Id="rId4" Type="http://schemas.openxmlformats.org/officeDocument/2006/relationships/image" Target="../media/image680.wmf"/><Relationship Id="rId3" Type="http://schemas.openxmlformats.org/officeDocument/2006/relationships/oleObject" Target="../embeddings/oleObject973.bin"/><Relationship Id="rId2" Type="http://schemas.openxmlformats.org/officeDocument/2006/relationships/image" Target="../media/image678.png"/><Relationship Id="rId1" Type="http://schemas.openxmlformats.org/officeDocument/2006/relationships/oleObject" Target="../embeddings/oleObject972.bin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57.vml"/><Relationship Id="rId7" Type="http://schemas.openxmlformats.org/officeDocument/2006/relationships/slideLayout" Target="../slideLayouts/slideLayout12.xml"/><Relationship Id="rId6" Type="http://schemas.openxmlformats.org/officeDocument/2006/relationships/image" Target="../media/image683.wmf"/><Relationship Id="rId5" Type="http://schemas.openxmlformats.org/officeDocument/2006/relationships/oleObject" Target="../embeddings/oleObject977.bin"/><Relationship Id="rId4" Type="http://schemas.openxmlformats.org/officeDocument/2006/relationships/image" Target="../media/image682.wmf"/><Relationship Id="rId3" Type="http://schemas.openxmlformats.org/officeDocument/2006/relationships/oleObject" Target="../embeddings/oleObject976.bin"/><Relationship Id="rId2" Type="http://schemas.openxmlformats.org/officeDocument/2006/relationships/image" Target="../media/image678.png"/><Relationship Id="rId1" Type="http://schemas.openxmlformats.org/officeDocument/2006/relationships/oleObject" Target="../embeddings/oleObject975.bin"/></Relationships>
</file>

<file path=ppt/slides/_rels/slide19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82.bin"/><Relationship Id="rId8" Type="http://schemas.openxmlformats.org/officeDocument/2006/relationships/image" Target="../media/image686.wmf"/><Relationship Id="rId7" Type="http://schemas.openxmlformats.org/officeDocument/2006/relationships/oleObject" Target="../embeddings/oleObject981.bin"/><Relationship Id="rId6" Type="http://schemas.openxmlformats.org/officeDocument/2006/relationships/image" Target="../media/image685.wmf"/><Relationship Id="rId5" Type="http://schemas.openxmlformats.org/officeDocument/2006/relationships/oleObject" Target="../embeddings/oleObject980.bin"/><Relationship Id="rId4" Type="http://schemas.openxmlformats.org/officeDocument/2006/relationships/image" Target="../media/image684.wmf"/><Relationship Id="rId3" Type="http://schemas.openxmlformats.org/officeDocument/2006/relationships/oleObject" Target="../embeddings/oleObject979.bin"/><Relationship Id="rId2" Type="http://schemas.openxmlformats.org/officeDocument/2006/relationships/image" Target="../media/image678.png"/><Relationship Id="rId14" Type="http://schemas.openxmlformats.org/officeDocument/2006/relationships/vmlDrawing" Target="../drawings/vmlDrawing158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688.wmf"/><Relationship Id="rId11" Type="http://schemas.openxmlformats.org/officeDocument/2006/relationships/oleObject" Target="../embeddings/oleObject983.bin"/><Relationship Id="rId10" Type="http://schemas.openxmlformats.org/officeDocument/2006/relationships/image" Target="../media/image687.wmf"/><Relationship Id="rId1" Type="http://schemas.openxmlformats.org/officeDocument/2006/relationships/oleObject" Target="../embeddings/oleObject978.bin"/></Relationships>
</file>

<file path=ppt/slides/_rels/slide19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88.bin"/><Relationship Id="rId8" Type="http://schemas.openxmlformats.org/officeDocument/2006/relationships/image" Target="../media/image692.wmf"/><Relationship Id="rId7" Type="http://schemas.openxmlformats.org/officeDocument/2006/relationships/oleObject" Target="../embeddings/oleObject987.bin"/><Relationship Id="rId6" Type="http://schemas.openxmlformats.org/officeDocument/2006/relationships/image" Target="../media/image691.wmf"/><Relationship Id="rId5" Type="http://schemas.openxmlformats.org/officeDocument/2006/relationships/oleObject" Target="../embeddings/oleObject986.bin"/><Relationship Id="rId4" Type="http://schemas.openxmlformats.org/officeDocument/2006/relationships/image" Target="../media/image690.wmf"/><Relationship Id="rId3" Type="http://schemas.openxmlformats.org/officeDocument/2006/relationships/oleObject" Target="../embeddings/oleObject985.bin"/><Relationship Id="rId24" Type="http://schemas.openxmlformats.org/officeDocument/2006/relationships/vmlDrawing" Target="../drawings/vmlDrawing159.vml"/><Relationship Id="rId23" Type="http://schemas.openxmlformats.org/officeDocument/2006/relationships/slideLayout" Target="../slideLayouts/slideLayout12.xml"/><Relationship Id="rId22" Type="http://schemas.openxmlformats.org/officeDocument/2006/relationships/image" Target="../media/image699.wmf"/><Relationship Id="rId21" Type="http://schemas.openxmlformats.org/officeDocument/2006/relationships/oleObject" Target="../embeddings/oleObject994.bin"/><Relationship Id="rId20" Type="http://schemas.openxmlformats.org/officeDocument/2006/relationships/image" Target="../media/image698.wmf"/><Relationship Id="rId2" Type="http://schemas.openxmlformats.org/officeDocument/2006/relationships/image" Target="../media/image689.wmf"/><Relationship Id="rId19" Type="http://schemas.openxmlformats.org/officeDocument/2006/relationships/oleObject" Target="../embeddings/oleObject993.bin"/><Relationship Id="rId18" Type="http://schemas.openxmlformats.org/officeDocument/2006/relationships/image" Target="../media/image697.wmf"/><Relationship Id="rId17" Type="http://schemas.openxmlformats.org/officeDocument/2006/relationships/oleObject" Target="../embeddings/oleObject992.bin"/><Relationship Id="rId16" Type="http://schemas.openxmlformats.org/officeDocument/2006/relationships/image" Target="../media/image696.wmf"/><Relationship Id="rId15" Type="http://schemas.openxmlformats.org/officeDocument/2006/relationships/oleObject" Target="../embeddings/oleObject991.bin"/><Relationship Id="rId14" Type="http://schemas.openxmlformats.org/officeDocument/2006/relationships/image" Target="../media/image695.wmf"/><Relationship Id="rId13" Type="http://schemas.openxmlformats.org/officeDocument/2006/relationships/oleObject" Target="../embeddings/oleObject990.bin"/><Relationship Id="rId12" Type="http://schemas.openxmlformats.org/officeDocument/2006/relationships/image" Target="../media/image694.wmf"/><Relationship Id="rId11" Type="http://schemas.openxmlformats.org/officeDocument/2006/relationships/oleObject" Target="../embeddings/oleObject989.bin"/><Relationship Id="rId10" Type="http://schemas.openxmlformats.org/officeDocument/2006/relationships/image" Target="../media/image693.wmf"/><Relationship Id="rId1" Type="http://schemas.openxmlformats.org/officeDocument/2006/relationships/oleObject" Target="../embeddings/oleObject984.bin"/></Relationships>
</file>

<file path=ppt/slides/_rels/slide19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99.bin"/><Relationship Id="rId8" Type="http://schemas.openxmlformats.org/officeDocument/2006/relationships/image" Target="../media/image700.wmf"/><Relationship Id="rId7" Type="http://schemas.openxmlformats.org/officeDocument/2006/relationships/oleObject" Target="../embeddings/oleObject998.bin"/><Relationship Id="rId6" Type="http://schemas.openxmlformats.org/officeDocument/2006/relationships/image" Target="../media/image640.emf"/><Relationship Id="rId5" Type="http://schemas.openxmlformats.org/officeDocument/2006/relationships/oleObject" Target="../embeddings/oleObject997.bin"/><Relationship Id="rId4" Type="http://schemas.openxmlformats.org/officeDocument/2006/relationships/image" Target="../media/image639.emf"/><Relationship Id="rId3" Type="http://schemas.openxmlformats.org/officeDocument/2006/relationships/oleObject" Target="../embeddings/oleObject996.bin"/><Relationship Id="rId2" Type="http://schemas.openxmlformats.org/officeDocument/2006/relationships/image" Target="../media/image638.emf"/><Relationship Id="rId13" Type="http://schemas.openxmlformats.org/officeDocument/2006/relationships/notesSlide" Target="../notesSlides/notesSlide124.xml"/><Relationship Id="rId12" Type="http://schemas.openxmlformats.org/officeDocument/2006/relationships/vmlDrawing" Target="../drawings/vmlDrawing160.vml"/><Relationship Id="rId11" Type="http://schemas.openxmlformats.org/officeDocument/2006/relationships/slideLayout" Target="../slideLayouts/slideLayout14.xml"/><Relationship Id="rId10" Type="http://schemas.openxmlformats.org/officeDocument/2006/relationships/image" Target="../media/image701.wmf"/><Relationship Id="rId1" Type="http://schemas.openxmlformats.org/officeDocument/2006/relationships/oleObject" Target="../embeddings/oleObject995.bin"/></Relationships>
</file>

<file path=ppt/slides/_rels/slide19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04.bin"/><Relationship Id="rId8" Type="http://schemas.openxmlformats.org/officeDocument/2006/relationships/image" Target="../media/image702.wmf"/><Relationship Id="rId7" Type="http://schemas.openxmlformats.org/officeDocument/2006/relationships/oleObject" Target="../embeddings/oleObject1003.bin"/><Relationship Id="rId6" Type="http://schemas.openxmlformats.org/officeDocument/2006/relationships/image" Target="../media/image640.emf"/><Relationship Id="rId5" Type="http://schemas.openxmlformats.org/officeDocument/2006/relationships/oleObject" Target="../embeddings/oleObject1002.bin"/><Relationship Id="rId4" Type="http://schemas.openxmlformats.org/officeDocument/2006/relationships/image" Target="../media/image639.emf"/><Relationship Id="rId3" Type="http://schemas.openxmlformats.org/officeDocument/2006/relationships/oleObject" Target="../embeddings/oleObject1001.bin"/><Relationship Id="rId2" Type="http://schemas.openxmlformats.org/officeDocument/2006/relationships/image" Target="../media/image638.emf"/><Relationship Id="rId17" Type="http://schemas.openxmlformats.org/officeDocument/2006/relationships/notesSlide" Target="../notesSlides/notesSlide125.xml"/><Relationship Id="rId16" Type="http://schemas.openxmlformats.org/officeDocument/2006/relationships/vmlDrawing" Target="../drawings/vmlDrawing161.vml"/><Relationship Id="rId15" Type="http://schemas.openxmlformats.org/officeDocument/2006/relationships/slideLayout" Target="../slideLayouts/slideLayout14.xml"/><Relationship Id="rId14" Type="http://schemas.openxmlformats.org/officeDocument/2006/relationships/image" Target="../media/image705.wmf"/><Relationship Id="rId13" Type="http://schemas.openxmlformats.org/officeDocument/2006/relationships/oleObject" Target="../embeddings/oleObject1006.bin"/><Relationship Id="rId12" Type="http://schemas.openxmlformats.org/officeDocument/2006/relationships/image" Target="../media/image704.wmf"/><Relationship Id="rId11" Type="http://schemas.openxmlformats.org/officeDocument/2006/relationships/oleObject" Target="../embeddings/oleObject1005.bin"/><Relationship Id="rId10" Type="http://schemas.openxmlformats.org/officeDocument/2006/relationships/image" Target="../media/image703.wmf"/><Relationship Id="rId1" Type="http://schemas.openxmlformats.org/officeDocument/2006/relationships/oleObject" Target="../embeddings/oleObject1000.bin"/></Relationships>
</file>

<file path=ppt/slides/_rels/slide19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11.bin"/><Relationship Id="rId8" Type="http://schemas.openxmlformats.org/officeDocument/2006/relationships/image" Target="../media/image706.wmf"/><Relationship Id="rId7" Type="http://schemas.openxmlformats.org/officeDocument/2006/relationships/oleObject" Target="../embeddings/oleObject1010.bin"/><Relationship Id="rId6" Type="http://schemas.openxmlformats.org/officeDocument/2006/relationships/image" Target="../media/image640.emf"/><Relationship Id="rId5" Type="http://schemas.openxmlformats.org/officeDocument/2006/relationships/oleObject" Target="../embeddings/oleObject1009.bin"/><Relationship Id="rId4" Type="http://schemas.openxmlformats.org/officeDocument/2006/relationships/image" Target="../media/image639.emf"/><Relationship Id="rId3" Type="http://schemas.openxmlformats.org/officeDocument/2006/relationships/oleObject" Target="../embeddings/oleObject1008.bin"/><Relationship Id="rId2" Type="http://schemas.openxmlformats.org/officeDocument/2006/relationships/image" Target="../media/image638.emf"/><Relationship Id="rId13" Type="http://schemas.openxmlformats.org/officeDocument/2006/relationships/notesSlide" Target="../notesSlides/notesSlide126.xml"/><Relationship Id="rId12" Type="http://schemas.openxmlformats.org/officeDocument/2006/relationships/vmlDrawing" Target="../drawings/vmlDrawing162.vml"/><Relationship Id="rId11" Type="http://schemas.openxmlformats.org/officeDocument/2006/relationships/slideLayout" Target="../slideLayouts/slideLayout14.xml"/><Relationship Id="rId10" Type="http://schemas.openxmlformats.org/officeDocument/2006/relationships/image" Target="../media/image707.wmf"/><Relationship Id="rId1" Type="http://schemas.openxmlformats.org/officeDocument/2006/relationships/oleObject" Target="../embeddings/oleObject1007.bin"/></Relationships>
</file>

<file path=ppt/slides/_rels/slide19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16.bin"/><Relationship Id="rId8" Type="http://schemas.openxmlformats.org/officeDocument/2006/relationships/image" Target="../media/image711.wmf"/><Relationship Id="rId7" Type="http://schemas.openxmlformats.org/officeDocument/2006/relationships/oleObject" Target="../embeddings/oleObject1015.bin"/><Relationship Id="rId6" Type="http://schemas.openxmlformats.org/officeDocument/2006/relationships/image" Target="../media/image710.wmf"/><Relationship Id="rId5" Type="http://schemas.openxmlformats.org/officeDocument/2006/relationships/oleObject" Target="../embeddings/oleObject1014.bin"/><Relationship Id="rId4" Type="http://schemas.openxmlformats.org/officeDocument/2006/relationships/image" Target="../media/image709.wmf"/><Relationship Id="rId3" Type="http://schemas.openxmlformats.org/officeDocument/2006/relationships/oleObject" Target="../embeddings/oleObject1013.bin"/><Relationship Id="rId2" Type="http://schemas.openxmlformats.org/officeDocument/2006/relationships/image" Target="../media/image708.wmf"/><Relationship Id="rId12" Type="http://schemas.openxmlformats.org/officeDocument/2006/relationships/vmlDrawing" Target="../drawings/vmlDrawing163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712.wmf"/><Relationship Id="rId1" Type="http://schemas.openxmlformats.org/officeDocument/2006/relationships/oleObject" Target="../embeddings/oleObject1012.bin"/></Relationships>
</file>

<file path=ppt/slides/_rels/slide198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27.xml"/><Relationship Id="rId8" Type="http://schemas.openxmlformats.org/officeDocument/2006/relationships/vmlDrawing" Target="../drawings/vmlDrawing164.vml"/><Relationship Id="rId7" Type="http://schemas.openxmlformats.org/officeDocument/2006/relationships/slideLayout" Target="../slideLayouts/slideLayout12.xml"/><Relationship Id="rId6" Type="http://schemas.openxmlformats.org/officeDocument/2006/relationships/image" Target="../media/image714.wmf"/><Relationship Id="rId5" Type="http://schemas.openxmlformats.org/officeDocument/2006/relationships/oleObject" Target="../embeddings/oleObject1019.bin"/><Relationship Id="rId4" Type="http://schemas.openxmlformats.org/officeDocument/2006/relationships/image" Target="../media/image713.wmf"/><Relationship Id="rId3" Type="http://schemas.openxmlformats.org/officeDocument/2006/relationships/oleObject" Target="../embeddings/oleObject1018.bin"/><Relationship Id="rId2" Type="http://schemas.openxmlformats.org/officeDocument/2006/relationships/image" Target="../media/image641.emf"/><Relationship Id="rId1" Type="http://schemas.openxmlformats.org/officeDocument/2006/relationships/oleObject" Target="../embeddings/oleObject1017.bin"/></Relationships>
</file>

<file path=ppt/slides/_rels/slide19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24.bin"/><Relationship Id="rId8" Type="http://schemas.openxmlformats.org/officeDocument/2006/relationships/image" Target="../media/image717.wmf"/><Relationship Id="rId7" Type="http://schemas.openxmlformats.org/officeDocument/2006/relationships/oleObject" Target="../embeddings/oleObject1023.bin"/><Relationship Id="rId6" Type="http://schemas.openxmlformats.org/officeDocument/2006/relationships/image" Target="../media/image716.wmf"/><Relationship Id="rId5" Type="http://schemas.openxmlformats.org/officeDocument/2006/relationships/oleObject" Target="../embeddings/oleObject1022.bin"/><Relationship Id="rId4" Type="http://schemas.openxmlformats.org/officeDocument/2006/relationships/image" Target="../media/image715.emf"/><Relationship Id="rId3" Type="http://schemas.openxmlformats.org/officeDocument/2006/relationships/oleObject" Target="../embeddings/oleObject1021.bin"/><Relationship Id="rId2" Type="http://schemas.openxmlformats.org/officeDocument/2006/relationships/image" Target="../media/image641.emf"/><Relationship Id="rId13" Type="http://schemas.openxmlformats.org/officeDocument/2006/relationships/notesSlide" Target="../notesSlides/notesSlide128.xml"/><Relationship Id="rId12" Type="http://schemas.openxmlformats.org/officeDocument/2006/relationships/vmlDrawing" Target="../drawings/vmlDrawing165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718.emf"/><Relationship Id="rId1" Type="http://schemas.openxmlformats.org/officeDocument/2006/relationships/oleObject" Target="../embeddings/oleObject1020.bin"/></Relationships>
</file>

<file path=ppt/slides/_rels/slide20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29.bin"/><Relationship Id="rId8" Type="http://schemas.openxmlformats.org/officeDocument/2006/relationships/image" Target="../media/image720.wmf"/><Relationship Id="rId7" Type="http://schemas.openxmlformats.org/officeDocument/2006/relationships/oleObject" Target="../embeddings/oleObject1028.bin"/><Relationship Id="rId6" Type="http://schemas.openxmlformats.org/officeDocument/2006/relationships/image" Target="../media/image719.wmf"/><Relationship Id="rId5" Type="http://schemas.openxmlformats.org/officeDocument/2006/relationships/oleObject" Target="../embeddings/oleObject1027.bin"/><Relationship Id="rId4" Type="http://schemas.openxmlformats.org/officeDocument/2006/relationships/image" Target="../media/image718.emf"/><Relationship Id="rId3" Type="http://schemas.openxmlformats.org/officeDocument/2006/relationships/oleObject" Target="../embeddings/oleObject1026.bin"/><Relationship Id="rId2" Type="http://schemas.openxmlformats.org/officeDocument/2006/relationships/image" Target="../media/image641.emf"/><Relationship Id="rId13" Type="http://schemas.openxmlformats.org/officeDocument/2006/relationships/notesSlide" Target="../notesSlides/notesSlide129.xml"/><Relationship Id="rId12" Type="http://schemas.openxmlformats.org/officeDocument/2006/relationships/vmlDrawing" Target="../drawings/vmlDrawing166.vml"/><Relationship Id="rId11" Type="http://schemas.openxmlformats.org/officeDocument/2006/relationships/slideLayout" Target="../slideLayouts/slideLayout12.xml"/><Relationship Id="rId10" Type="http://schemas.openxmlformats.org/officeDocument/2006/relationships/image" Target="../media/image721.wmf"/><Relationship Id="rId1" Type="http://schemas.openxmlformats.org/officeDocument/2006/relationships/oleObject" Target="../embeddings/oleObject1025.bin"/></Relationships>
</file>

<file path=ppt/slides/_rels/slide20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34.bin"/><Relationship Id="rId8" Type="http://schemas.openxmlformats.org/officeDocument/2006/relationships/image" Target="../media/image725.wmf"/><Relationship Id="rId7" Type="http://schemas.openxmlformats.org/officeDocument/2006/relationships/oleObject" Target="../embeddings/oleObject1033.bin"/><Relationship Id="rId6" Type="http://schemas.openxmlformats.org/officeDocument/2006/relationships/image" Target="../media/image724.wmf"/><Relationship Id="rId5" Type="http://schemas.openxmlformats.org/officeDocument/2006/relationships/oleObject" Target="../embeddings/oleObject1032.bin"/><Relationship Id="rId4" Type="http://schemas.openxmlformats.org/officeDocument/2006/relationships/image" Target="../media/image723.wmf"/><Relationship Id="rId3" Type="http://schemas.openxmlformats.org/officeDocument/2006/relationships/oleObject" Target="../embeddings/oleObject1031.bin"/><Relationship Id="rId24" Type="http://schemas.openxmlformats.org/officeDocument/2006/relationships/vmlDrawing" Target="../drawings/vmlDrawing167.vml"/><Relationship Id="rId23" Type="http://schemas.openxmlformats.org/officeDocument/2006/relationships/slideLayout" Target="../slideLayouts/slideLayout12.xml"/><Relationship Id="rId22" Type="http://schemas.openxmlformats.org/officeDocument/2006/relationships/image" Target="../media/image732.wmf"/><Relationship Id="rId21" Type="http://schemas.openxmlformats.org/officeDocument/2006/relationships/oleObject" Target="../embeddings/oleObject1040.bin"/><Relationship Id="rId20" Type="http://schemas.openxmlformats.org/officeDocument/2006/relationships/image" Target="../media/image731.wmf"/><Relationship Id="rId2" Type="http://schemas.openxmlformats.org/officeDocument/2006/relationships/image" Target="../media/image722.wmf"/><Relationship Id="rId19" Type="http://schemas.openxmlformats.org/officeDocument/2006/relationships/oleObject" Target="../embeddings/oleObject1039.bin"/><Relationship Id="rId18" Type="http://schemas.openxmlformats.org/officeDocument/2006/relationships/image" Target="../media/image730.wmf"/><Relationship Id="rId17" Type="http://schemas.openxmlformats.org/officeDocument/2006/relationships/oleObject" Target="../embeddings/oleObject1038.bin"/><Relationship Id="rId16" Type="http://schemas.openxmlformats.org/officeDocument/2006/relationships/image" Target="../media/image729.wmf"/><Relationship Id="rId15" Type="http://schemas.openxmlformats.org/officeDocument/2006/relationships/oleObject" Target="../embeddings/oleObject1037.bin"/><Relationship Id="rId14" Type="http://schemas.openxmlformats.org/officeDocument/2006/relationships/image" Target="../media/image728.wmf"/><Relationship Id="rId13" Type="http://schemas.openxmlformats.org/officeDocument/2006/relationships/oleObject" Target="../embeddings/oleObject1036.bin"/><Relationship Id="rId12" Type="http://schemas.openxmlformats.org/officeDocument/2006/relationships/image" Target="../media/image727.wmf"/><Relationship Id="rId11" Type="http://schemas.openxmlformats.org/officeDocument/2006/relationships/oleObject" Target="../embeddings/oleObject1035.bin"/><Relationship Id="rId10" Type="http://schemas.openxmlformats.org/officeDocument/2006/relationships/image" Target="../media/image726.wmf"/><Relationship Id="rId1" Type="http://schemas.openxmlformats.org/officeDocument/2006/relationships/oleObject" Target="../embeddings/oleObject1030.bin"/></Relationships>
</file>

<file path=ppt/slides/_rels/slide20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45.bin"/><Relationship Id="rId8" Type="http://schemas.openxmlformats.org/officeDocument/2006/relationships/image" Target="../media/image736.wmf"/><Relationship Id="rId7" Type="http://schemas.openxmlformats.org/officeDocument/2006/relationships/oleObject" Target="../embeddings/oleObject1044.bin"/><Relationship Id="rId6" Type="http://schemas.openxmlformats.org/officeDocument/2006/relationships/image" Target="../media/image735.wmf"/><Relationship Id="rId5" Type="http://schemas.openxmlformats.org/officeDocument/2006/relationships/oleObject" Target="../embeddings/oleObject1043.bin"/><Relationship Id="rId4" Type="http://schemas.openxmlformats.org/officeDocument/2006/relationships/image" Target="../media/image734.wmf"/><Relationship Id="rId3" Type="http://schemas.openxmlformats.org/officeDocument/2006/relationships/oleObject" Target="../embeddings/oleObject1042.bin"/><Relationship Id="rId2" Type="http://schemas.openxmlformats.org/officeDocument/2006/relationships/image" Target="../media/image733.wmf"/><Relationship Id="rId12" Type="http://schemas.openxmlformats.org/officeDocument/2006/relationships/vmlDrawing" Target="../drawings/vmlDrawing168.vml"/><Relationship Id="rId11" Type="http://schemas.openxmlformats.org/officeDocument/2006/relationships/slideLayout" Target="../slideLayouts/slideLayout13.xml"/><Relationship Id="rId10" Type="http://schemas.openxmlformats.org/officeDocument/2006/relationships/image" Target="../media/image737.wmf"/><Relationship Id="rId1" Type="http://schemas.openxmlformats.org/officeDocument/2006/relationships/oleObject" Target="../embeddings/oleObject1041.bin"/></Relationships>
</file>

<file path=ppt/slides/_rels/slide20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50.bin"/><Relationship Id="rId8" Type="http://schemas.openxmlformats.org/officeDocument/2006/relationships/image" Target="../media/image741.wmf"/><Relationship Id="rId7" Type="http://schemas.openxmlformats.org/officeDocument/2006/relationships/oleObject" Target="../embeddings/oleObject1049.bin"/><Relationship Id="rId6" Type="http://schemas.openxmlformats.org/officeDocument/2006/relationships/image" Target="../media/image740.wmf"/><Relationship Id="rId5" Type="http://schemas.openxmlformats.org/officeDocument/2006/relationships/oleObject" Target="../embeddings/oleObject1048.bin"/><Relationship Id="rId4" Type="http://schemas.openxmlformats.org/officeDocument/2006/relationships/image" Target="../media/image739.wmf"/><Relationship Id="rId3" Type="http://schemas.openxmlformats.org/officeDocument/2006/relationships/oleObject" Target="../embeddings/oleObject1047.bin"/><Relationship Id="rId2" Type="http://schemas.openxmlformats.org/officeDocument/2006/relationships/image" Target="../media/image738.wmf"/><Relationship Id="rId12" Type="http://schemas.openxmlformats.org/officeDocument/2006/relationships/vmlDrawing" Target="../drawings/vmlDrawing169.vml"/><Relationship Id="rId11" Type="http://schemas.openxmlformats.org/officeDocument/2006/relationships/slideLayout" Target="../slideLayouts/slideLayout13.xml"/><Relationship Id="rId10" Type="http://schemas.openxmlformats.org/officeDocument/2006/relationships/image" Target="../media/image742.wmf"/><Relationship Id="rId1" Type="http://schemas.openxmlformats.org/officeDocument/2006/relationships/oleObject" Target="../embeddings/oleObject1046.bin"/></Relationships>
</file>

<file path=ppt/slides/_rels/slide20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55.bin"/><Relationship Id="rId8" Type="http://schemas.openxmlformats.org/officeDocument/2006/relationships/image" Target="../media/image746.wmf"/><Relationship Id="rId7" Type="http://schemas.openxmlformats.org/officeDocument/2006/relationships/oleObject" Target="../embeddings/oleObject1054.bin"/><Relationship Id="rId6" Type="http://schemas.openxmlformats.org/officeDocument/2006/relationships/image" Target="../media/image745.wmf"/><Relationship Id="rId5" Type="http://schemas.openxmlformats.org/officeDocument/2006/relationships/oleObject" Target="../embeddings/oleObject1053.bin"/><Relationship Id="rId4" Type="http://schemas.openxmlformats.org/officeDocument/2006/relationships/image" Target="../media/image744.wmf"/><Relationship Id="rId3" Type="http://schemas.openxmlformats.org/officeDocument/2006/relationships/oleObject" Target="../embeddings/oleObject1052.bin"/><Relationship Id="rId2" Type="http://schemas.openxmlformats.org/officeDocument/2006/relationships/image" Target="../media/image743.wmf"/><Relationship Id="rId14" Type="http://schemas.openxmlformats.org/officeDocument/2006/relationships/vmlDrawing" Target="../drawings/vmlDrawing170.vml"/><Relationship Id="rId13" Type="http://schemas.openxmlformats.org/officeDocument/2006/relationships/slideLayout" Target="../slideLayouts/slideLayout13.xml"/><Relationship Id="rId12" Type="http://schemas.openxmlformats.org/officeDocument/2006/relationships/image" Target="../media/image748.wmf"/><Relationship Id="rId11" Type="http://schemas.openxmlformats.org/officeDocument/2006/relationships/oleObject" Target="../embeddings/oleObject1056.bin"/><Relationship Id="rId10" Type="http://schemas.openxmlformats.org/officeDocument/2006/relationships/image" Target="../media/image747.wmf"/><Relationship Id="rId1" Type="http://schemas.openxmlformats.org/officeDocument/2006/relationships/oleObject" Target="../embeddings/oleObject1051.bin"/></Relationships>
</file>

<file path=ppt/slides/_rels/slide20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61.bin"/><Relationship Id="rId8" Type="http://schemas.openxmlformats.org/officeDocument/2006/relationships/image" Target="../media/image752.wmf"/><Relationship Id="rId7" Type="http://schemas.openxmlformats.org/officeDocument/2006/relationships/oleObject" Target="../embeddings/oleObject1060.bin"/><Relationship Id="rId6" Type="http://schemas.openxmlformats.org/officeDocument/2006/relationships/image" Target="../media/image751.wmf"/><Relationship Id="rId5" Type="http://schemas.openxmlformats.org/officeDocument/2006/relationships/oleObject" Target="../embeddings/oleObject1059.bin"/><Relationship Id="rId4" Type="http://schemas.openxmlformats.org/officeDocument/2006/relationships/image" Target="../media/image750.wmf"/><Relationship Id="rId32" Type="http://schemas.openxmlformats.org/officeDocument/2006/relationships/vmlDrawing" Target="../drawings/vmlDrawing171.vml"/><Relationship Id="rId31" Type="http://schemas.openxmlformats.org/officeDocument/2006/relationships/slideLayout" Target="../slideLayouts/slideLayout13.xml"/><Relationship Id="rId30" Type="http://schemas.openxmlformats.org/officeDocument/2006/relationships/image" Target="../media/image763.wmf"/><Relationship Id="rId3" Type="http://schemas.openxmlformats.org/officeDocument/2006/relationships/oleObject" Target="../embeddings/oleObject1058.bin"/><Relationship Id="rId29" Type="http://schemas.openxmlformats.org/officeDocument/2006/relationships/oleObject" Target="../embeddings/oleObject1071.bin"/><Relationship Id="rId28" Type="http://schemas.openxmlformats.org/officeDocument/2006/relationships/image" Target="../media/image762.wmf"/><Relationship Id="rId27" Type="http://schemas.openxmlformats.org/officeDocument/2006/relationships/oleObject" Target="../embeddings/oleObject1070.bin"/><Relationship Id="rId26" Type="http://schemas.openxmlformats.org/officeDocument/2006/relationships/image" Target="../media/image761.wmf"/><Relationship Id="rId25" Type="http://schemas.openxmlformats.org/officeDocument/2006/relationships/oleObject" Target="../embeddings/oleObject1069.bin"/><Relationship Id="rId24" Type="http://schemas.openxmlformats.org/officeDocument/2006/relationships/image" Target="../media/image760.wmf"/><Relationship Id="rId23" Type="http://schemas.openxmlformats.org/officeDocument/2006/relationships/oleObject" Target="../embeddings/oleObject1068.bin"/><Relationship Id="rId22" Type="http://schemas.openxmlformats.org/officeDocument/2006/relationships/image" Target="../media/image759.wmf"/><Relationship Id="rId21" Type="http://schemas.openxmlformats.org/officeDocument/2006/relationships/oleObject" Target="../embeddings/oleObject1067.bin"/><Relationship Id="rId20" Type="http://schemas.openxmlformats.org/officeDocument/2006/relationships/image" Target="../media/image758.wmf"/><Relationship Id="rId2" Type="http://schemas.openxmlformats.org/officeDocument/2006/relationships/image" Target="../media/image749.wmf"/><Relationship Id="rId19" Type="http://schemas.openxmlformats.org/officeDocument/2006/relationships/oleObject" Target="../embeddings/oleObject1066.bin"/><Relationship Id="rId18" Type="http://schemas.openxmlformats.org/officeDocument/2006/relationships/image" Target="../media/image757.wmf"/><Relationship Id="rId17" Type="http://schemas.openxmlformats.org/officeDocument/2006/relationships/oleObject" Target="../embeddings/oleObject1065.bin"/><Relationship Id="rId16" Type="http://schemas.openxmlformats.org/officeDocument/2006/relationships/image" Target="../media/image756.wmf"/><Relationship Id="rId15" Type="http://schemas.openxmlformats.org/officeDocument/2006/relationships/oleObject" Target="../embeddings/oleObject1064.bin"/><Relationship Id="rId14" Type="http://schemas.openxmlformats.org/officeDocument/2006/relationships/image" Target="../media/image755.wmf"/><Relationship Id="rId13" Type="http://schemas.openxmlformats.org/officeDocument/2006/relationships/oleObject" Target="../embeddings/oleObject1063.bin"/><Relationship Id="rId12" Type="http://schemas.openxmlformats.org/officeDocument/2006/relationships/image" Target="../media/image754.wmf"/><Relationship Id="rId11" Type="http://schemas.openxmlformats.org/officeDocument/2006/relationships/oleObject" Target="../embeddings/oleObject1062.bin"/><Relationship Id="rId10" Type="http://schemas.openxmlformats.org/officeDocument/2006/relationships/image" Target="../media/image753.wmf"/><Relationship Id="rId1" Type="http://schemas.openxmlformats.org/officeDocument/2006/relationships/oleObject" Target="../embeddings/oleObject1057.bin"/></Relationships>
</file>

<file path=ppt/slides/_rels/slide20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76.bin"/><Relationship Id="rId8" Type="http://schemas.openxmlformats.org/officeDocument/2006/relationships/image" Target="../media/image757.wmf"/><Relationship Id="rId7" Type="http://schemas.openxmlformats.org/officeDocument/2006/relationships/oleObject" Target="../embeddings/oleObject1075.bin"/><Relationship Id="rId6" Type="http://schemas.openxmlformats.org/officeDocument/2006/relationships/image" Target="../media/image751.wmf"/><Relationship Id="rId5" Type="http://schemas.openxmlformats.org/officeDocument/2006/relationships/oleObject" Target="../embeddings/oleObject1074.bin"/><Relationship Id="rId4" Type="http://schemas.openxmlformats.org/officeDocument/2006/relationships/image" Target="../media/image750.wmf"/><Relationship Id="rId30" Type="http://schemas.openxmlformats.org/officeDocument/2006/relationships/vmlDrawing" Target="../drawings/vmlDrawing172.vml"/><Relationship Id="rId3" Type="http://schemas.openxmlformats.org/officeDocument/2006/relationships/oleObject" Target="../embeddings/oleObject1073.bin"/><Relationship Id="rId29" Type="http://schemas.openxmlformats.org/officeDocument/2006/relationships/slideLayout" Target="../slideLayouts/slideLayout13.xml"/><Relationship Id="rId28" Type="http://schemas.openxmlformats.org/officeDocument/2006/relationships/image" Target="../media/image755.wmf"/><Relationship Id="rId27" Type="http://schemas.openxmlformats.org/officeDocument/2006/relationships/oleObject" Target="../embeddings/oleObject1085.bin"/><Relationship Id="rId26" Type="http://schemas.openxmlformats.org/officeDocument/2006/relationships/image" Target="../media/image767.wmf"/><Relationship Id="rId25" Type="http://schemas.openxmlformats.org/officeDocument/2006/relationships/oleObject" Target="../embeddings/oleObject1084.bin"/><Relationship Id="rId24" Type="http://schemas.openxmlformats.org/officeDocument/2006/relationships/image" Target="../media/image766.wmf"/><Relationship Id="rId23" Type="http://schemas.openxmlformats.org/officeDocument/2006/relationships/oleObject" Target="../embeddings/oleObject1083.bin"/><Relationship Id="rId22" Type="http://schemas.openxmlformats.org/officeDocument/2006/relationships/image" Target="../media/image765.wmf"/><Relationship Id="rId21" Type="http://schemas.openxmlformats.org/officeDocument/2006/relationships/oleObject" Target="../embeddings/oleObject1082.bin"/><Relationship Id="rId20" Type="http://schemas.openxmlformats.org/officeDocument/2006/relationships/image" Target="../media/image764.wmf"/><Relationship Id="rId2" Type="http://schemas.openxmlformats.org/officeDocument/2006/relationships/image" Target="../media/image749.wmf"/><Relationship Id="rId19" Type="http://schemas.openxmlformats.org/officeDocument/2006/relationships/oleObject" Target="../embeddings/oleObject1081.bin"/><Relationship Id="rId18" Type="http://schemas.openxmlformats.org/officeDocument/2006/relationships/image" Target="../media/image763.wmf"/><Relationship Id="rId17" Type="http://schemas.openxmlformats.org/officeDocument/2006/relationships/oleObject" Target="../embeddings/oleObject1080.bin"/><Relationship Id="rId16" Type="http://schemas.openxmlformats.org/officeDocument/2006/relationships/image" Target="../media/image762.wmf"/><Relationship Id="rId15" Type="http://schemas.openxmlformats.org/officeDocument/2006/relationships/oleObject" Target="../embeddings/oleObject1079.bin"/><Relationship Id="rId14" Type="http://schemas.openxmlformats.org/officeDocument/2006/relationships/image" Target="../media/image761.wmf"/><Relationship Id="rId13" Type="http://schemas.openxmlformats.org/officeDocument/2006/relationships/oleObject" Target="../embeddings/oleObject1078.bin"/><Relationship Id="rId12" Type="http://schemas.openxmlformats.org/officeDocument/2006/relationships/image" Target="../media/image760.wmf"/><Relationship Id="rId11" Type="http://schemas.openxmlformats.org/officeDocument/2006/relationships/oleObject" Target="../embeddings/oleObject1077.bin"/><Relationship Id="rId10" Type="http://schemas.openxmlformats.org/officeDocument/2006/relationships/image" Target="../media/image758.wmf"/><Relationship Id="rId1" Type="http://schemas.openxmlformats.org/officeDocument/2006/relationships/oleObject" Target="../embeddings/oleObject1072.bin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.xml"/><Relationship Id="rId8" Type="http://schemas.openxmlformats.org/officeDocument/2006/relationships/image" Target="../media/image771.wmf"/><Relationship Id="rId7" Type="http://schemas.openxmlformats.org/officeDocument/2006/relationships/oleObject" Target="../embeddings/oleObject1089.bin"/><Relationship Id="rId6" Type="http://schemas.openxmlformats.org/officeDocument/2006/relationships/image" Target="../media/image770.wmf"/><Relationship Id="rId5" Type="http://schemas.openxmlformats.org/officeDocument/2006/relationships/oleObject" Target="../embeddings/oleObject1088.bin"/><Relationship Id="rId4" Type="http://schemas.openxmlformats.org/officeDocument/2006/relationships/image" Target="../media/image769.wmf"/><Relationship Id="rId3" Type="http://schemas.openxmlformats.org/officeDocument/2006/relationships/oleObject" Target="../embeddings/oleObject1087.bin"/><Relationship Id="rId2" Type="http://schemas.openxmlformats.org/officeDocument/2006/relationships/image" Target="../media/image768.wmf"/><Relationship Id="rId10" Type="http://schemas.openxmlformats.org/officeDocument/2006/relationships/vmlDrawing" Target="../drawings/vmlDrawing173.vml"/><Relationship Id="rId1" Type="http://schemas.openxmlformats.org/officeDocument/2006/relationships/oleObject" Target="../embeddings/oleObject1086.bin"/></Relationships>
</file>

<file path=ppt/slides/_rels/slide20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94.bin"/><Relationship Id="rId8" Type="http://schemas.openxmlformats.org/officeDocument/2006/relationships/image" Target="../media/image775.wmf"/><Relationship Id="rId7" Type="http://schemas.openxmlformats.org/officeDocument/2006/relationships/oleObject" Target="../embeddings/oleObject1093.bin"/><Relationship Id="rId6" Type="http://schemas.openxmlformats.org/officeDocument/2006/relationships/image" Target="../media/image774.wmf"/><Relationship Id="rId5" Type="http://schemas.openxmlformats.org/officeDocument/2006/relationships/oleObject" Target="../embeddings/oleObject1092.bin"/><Relationship Id="rId4" Type="http://schemas.openxmlformats.org/officeDocument/2006/relationships/image" Target="../media/image773.wmf"/><Relationship Id="rId3" Type="http://schemas.openxmlformats.org/officeDocument/2006/relationships/oleObject" Target="../embeddings/oleObject1091.bin"/><Relationship Id="rId22" Type="http://schemas.openxmlformats.org/officeDocument/2006/relationships/vmlDrawing" Target="../drawings/vmlDrawing174.vml"/><Relationship Id="rId21" Type="http://schemas.openxmlformats.org/officeDocument/2006/relationships/slideLayout" Target="../slideLayouts/slideLayout12.xml"/><Relationship Id="rId20" Type="http://schemas.openxmlformats.org/officeDocument/2006/relationships/image" Target="../media/image781.wmf"/><Relationship Id="rId2" Type="http://schemas.openxmlformats.org/officeDocument/2006/relationships/image" Target="../media/image772.wmf"/><Relationship Id="rId19" Type="http://schemas.openxmlformats.org/officeDocument/2006/relationships/oleObject" Target="../embeddings/oleObject1099.bin"/><Relationship Id="rId18" Type="http://schemas.openxmlformats.org/officeDocument/2006/relationships/image" Target="../media/image780.wmf"/><Relationship Id="rId17" Type="http://schemas.openxmlformats.org/officeDocument/2006/relationships/oleObject" Target="../embeddings/oleObject1098.bin"/><Relationship Id="rId16" Type="http://schemas.openxmlformats.org/officeDocument/2006/relationships/image" Target="../media/image779.wmf"/><Relationship Id="rId15" Type="http://schemas.openxmlformats.org/officeDocument/2006/relationships/oleObject" Target="../embeddings/oleObject1097.bin"/><Relationship Id="rId14" Type="http://schemas.openxmlformats.org/officeDocument/2006/relationships/image" Target="../media/image778.wmf"/><Relationship Id="rId13" Type="http://schemas.openxmlformats.org/officeDocument/2006/relationships/oleObject" Target="../embeddings/oleObject1096.bin"/><Relationship Id="rId12" Type="http://schemas.openxmlformats.org/officeDocument/2006/relationships/image" Target="../media/image777.wmf"/><Relationship Id="rId11" Type="http://schemas.openxmlformats.org/officeDocument/2006/relationships/oleObject" Target="../embeddings/oleObject1095.bin"/><Relationship Id="rId10" Type="http://schemas.openxmlformats.org/officeDocument/2006/relationships/image" Target="../media/image776.wmf"/><Relationship Id="rId1" Type="http://schemas.openxmlformats.org/officeDocument/2006/relationships/oleObject" Target="../embeddings/oleObject1090.bin"/></Relationships>
</file>

<file path=ppt/slides/_rels/slide21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104.bin"/><Relationship Id="rId8" Type="http://schemas.openxmlformats.org/officeDocument/2006/relationships/image" Target="../media/image783.wmf"/><Relationship Id="rId7" Type="http://schemas.openxmlformats.org/officeDocument/2006/relationships/oleObject" Target="../embeddings/oleObject1103.bin"/><Relationship Id="rId6" Type="http://schemas.openxmlformats.org/officeDocument/2006/relationships/image" Target="../media/image782.wmf"/><Relationship Id="rId5" Type="http://schemas.openxmlformats.org/officeDocument/2006/relationships/oleObject" Target="../embeddings/oleObject1102.bin"/><Relationship Id="rId4" Type="http://schemas.openxmlformats.org/officeDocument/2006/relationships/image" Target="../media/image643.wmf"/><Relationship Id="rId3" Type="http://schemas.openxmlformats.org/officeDocument/2006/relationships/oleObject" Target="../embeddings/oleObject1101.bin"/><Relationship Id="rId2" Type="http://schemas.openxmlformats.org/officeDocument/2006/relationships/image" Target="../media/image642.wmf"/><Relationship Id="rId14" Type="http://schemas.openxmlformats.org/officeDocument/2006/relationships/vmlDrawing" Target="../drawings/vmlDrawing175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785.wmf"/><Relationship Id="rId11" Type="http://schemas.openxmlformats.org/officeDocument/2006/relationships/oleObject" Target="../embeddings/oleObject1105.bin"/><Relationship Id="rId10" Type="http://schemas.openxmlformats.org/officeDocument/2006/relationships/image" Target="../media/image784.wmf"/><Relationship Id="rId1" Type="http://schemas.openxmlformats.org/officeDocument/2006/relationships/oleObject" Target="../embeddings/oleObject1100.bin"/></Relationships>
</file>

<file path=ppt/slides/_rels/slide21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110.bin"/><Relationship Id="rId8" Type="http://schemas.openxmlformats.org/officeDocument/2006/relationships/image" Target="../media/image787.wmf"/><Relationship Id="rId7" Type="http://schemas.openxmlformats.org/officeDocument/2006/relationships/oleObject" Target="../embeddings/oleObject1109.bin"/><Relationship Id="rId6" Type="http://schemas.openxmlformats.org/officeDocument/2006/relationships/image" Target="../media/image786.wmf"/><Relationship Id="rId5" Type="http://schemas.openxmlformats.org/officeDocument/2006/relationships/oleObject" Target="../embeddings/oleObject1108.bin"/><Relationship Id="rId4" Type="http://schemas.openxmlformats.org/officeDocument/2006/relationships/image" Target="../media/image645.wmf"/><Relationship Id="rId3" Type="http://schemas.openxmlformats.org/officeDocument/2006/relationships/oleObject" Target="../embeddings/oleObject1107.bin"/><Relationship Id="rId2" Type="http://schemas.openxmlformats.org/officeDocument/2006/relationships/image" Target="../media/image644.emf"/><Relationship Id="rId13" Type="http://schemas.openxmlformats.org/officeDocument/2006/relationships/notesSlide" Target="../notesSlides/notesSlide130.xml"/><Relationship Id="rId12" Type="http://schemas.openxmlformats.org/officeDocument/2006/relationships/vmlDrawing" Target="../drawings/vmlDrawing176.vml"/><Relationship Id="rId11" Type="http://schemas.openxmlformats.org/officeDocument/2006/relationships/slideLayout" Target="../slideLayouts/slideLayout4.xml"/><Relationship Id="rId10" Type="http://schemas.openxmlformats.org/officeDocument/2006/relationships/image" Target="../media/image788.wmf"/><Relationship Id="rId1" Type="http://schemas.openxmlformats.org/officeDocument/2006/relationships/oleObject" Target="../embeddings/oleObject1106.bin"/></Relationships>
</file>

<file path=ppt/slides/_rels/slide21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115.bin"/><Relationship Id="rId8" Type="http://schemas.openxmlformats.org/officeDocument/2006/relationships/image" Target="../media/image792.wmf"/><Relationship Id="rId7" Type="http://schemas.openxmlformats.org/officeDocument/2006/relationships/oleObject" Target="../embeddings/oleObject1114.bin"/><Relationship Id="rId6" Type="http://schemas.openxmlformats.org/officeDocument/2006/relationships/image" Target="../media/image791.wmf"/><Relationship Id="rId5" Type="http://schemas.openxmlformats.org/officeDocument/2006/relationships/oleObject" Target="../embeddings/oleObject1113.bin"/><Relationship Id="rId4" Type="http://schemas.openxmlformats.org/officeDocument/2006/relationships/image" Target="../media/image790.wmf"/><Relationship Id="rId3" Type="http://schemas.openxmlformats.org/officeDocument/2006/relationships/oleObject" Target="../embeddings/oleObject1112.bin"/><Relationship Id="rId2" Type="http://schemas.openxmlformats.org/officeDocument/2006/relationships/image" Target="../media/image789.wmf"/><Relationship Id="rId15" Type="http://schemas.openxmlformats.org/officeDocument/2006/relationships/vmlDrawing" Target="../drawings/vmlDrawing177.vml"/><Relationship Id="rId14" Type="http://schemas.openxmlformats.org/officeDocument/2006/relationships/slideLayout" Target="../slideLayouts/slideLayout4.xml"/><Relationship Id="rId13" Type="http://schemas.openxmlformats.org/officeDocument/2006/relationships/image" Target="../media/image646.png"/><Relationship Id="rId12" Type="http://schemas.openxmlformats.org/officeDocument/2006/relationships/image" Target="../media/image794.wmf"/><Relationship Id="rId11" Type="http://schemas.openxmlformats.org/officeDocument/2006/relationships/oleObject" Target="../embeddings/oleObject1116.bin"/><Relationship Id="rId10" Type="http://schemas.openxmlformats.org/officeDocument/2006/relationships/image" Target="../media/image793.wmf"/><Relationship Id="rId1" Type="http://schemas.openxmlformats.org/officeDocument/2006/relationships/oleObject" Target="../embeddings/oleObject1111.bin"/></Relationships>
</file>

<file path=ppt/slides/_rels/slide213.xml.rels><?xml version="1.0" encoding="UTF-8" standalone="yes"?>
<Relationships xmlns="http://schemas.openxmlformats.org/package/2006/relationships"><Relationship Id="rId9" Type="http://schemas.openxmlformats.org/officeDocument/2006/relationships/image" Target="../media/image798.wmf"/><Relationship Id="rId8" Type="http://schemas.openxmlformats.org/officeDocument/2006/relationships/oleObject" Target="../embeddings/oleObject1120.bin"/><Relationship Id="rId7" Type="http://schemas.openxmlformats.org/officeDocument/2006/relationships/image" Target="../media/image797.wmf"/><Relationship Id="rId6" Type="http://schemas.openxmlformats.org/officeDocument/2006/relationships/oleObject" Target="../embeddings/oleObject1119.bin"/><Relationship Id="rId5" Type="http://schemas.openxmlformats.org/officeDocument/2006/relationships/image" Target="../media/image796.wmf"/><Relationship Id="rId4" Type="http://schemas.openxmlformats.org/officeDocument/2006/relationships/oleObject" Target="../embeddings/oleObject1118.bin"/><Relationship Id="rId3" Type="http://schemas.openxmlformats.org/officeDocument/2006/relationships/image" Target="../media/image795.wmf"/><Relationship Id="rId2" Type="http://schemas.openxmlformats.org/officeDocument/2006/relationships/oleObject" Target="../embeddings/oleObject1117.bin"/><Relationship Id="rId11" Type="http://schemas.openxmlformats.org/officeDocument/2006/relationships/vmlDrawing" Target="../drawings/vmlDrawing178.vml"/><Relationship Id="rId10" Type="http://schemas.openxmlformats.org/officeDocument/2006/relationships/slideLayout" Target="../slideLayouts/slideLayout4.xml"/><Relationship Id="rId1" Type="http://schemas.openxmlformats.org/officeDocument/2006/relationships/image" Target="../media/image646.png"/></Relationships>
</file>

<file path=ppt/slides/_rels/slide214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179.vml"/><Relationship Id="rId8" Type="http://schemas.openxmlformats.org/officeDocument/2006/relationships/slideLayout" Target="../slideLayouts/slideLayout4.xml"/><Relationship Id="rId7" Type="http://schemas.openxmlformats.org/officeDocument/2006/relationships/image" Target="../media/image801.wmf"/><Relationship Id="rId6" Type="http://schemas.openxmlformats.org/officeDocument/2006/relationships/oleObject" Target="../embeddings/oleObject1123.bin"/><Relationship Id="rId5" Type="http://schemas.openxmlformats.org/officeDocument/2006/relationships/image" Target="../media/image800.wmf"/><Relationship Id="rId4" Type="http://schemas.openxmlformats.org/officeDocument/2006/relationships/oleObject" Target="../embeddings/oleObject1122.bin"/><Relationship Id="rId3" Type="http://schemas.openxmlformats.org/officeDocument/2006/relationships/image" Target="../media/image799.wmf"/><Relationship Id="rId2" Type="http://schemas.openxmlformats.org/officeDocument/2006/relationships/oleObject" Target="../embeddings/oleObject1121.bin"/><Relationship Id="rId1" Type="http://schemas.openxmlformats.org/officeDocument/2006/relationships/image" Target="../media/image646.png"/></Relationships>
</file>

<file path=ppt/slides/_rels/slide215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80.vml"/><Relationship Id="rId4" Type="http://schemas.openxmlformats.org/officeDocument/2006/relationships/slideLayout" Target="../slideLayouts/slideLayout4.xml"/><Relationship Id="rId3" Type="http://schemas.openxmlformats.org/officeDocument/2006/relationships/image" Target="../media/image802.wmf"/><Relationship Id="rId2" Type="http://schemas.openxmlformats.org/officeDocument/2006/relationships/oleObject" Target="../embeddings/oleObject1124.bin"/><Relationship Id="rId1" Type="http://schemas.openxmlformats.org/officeDocument/2006/relationships/image" Target="../media/image646.png"/></Relationships>
</file>

<file path=ppt/slides/_rels/slide216.xml.rels><?xml version="1.0" encoding="UTF-8" standalone="yes"?>
<Relationships xmlns="http://schemas.openxmlformats.org/package/2006/relationships"><Relationship Id="rId9" Type="http://schemas.openxmlformats.org/officeDocument/2006/relationships/image" Target="../media/image806.wmf"/><Relationship Id="rId8" Type="http://schemas.openxmlformats.org/officeDocument/2006/relationships/oleObject" Target="../embeddings/oleObject1128.bin"/><Relationship Id="rId7" Type="http://schemas.openxmlformats.org/officeDocument/2006/relationships/image" Target="../media/image805.wmf"/><Relationship Id="rId6" Type="http://schemas.openxmlformats.org/officeDocument/2006/relationships/oleObject" Target="../embeddings/oleObject1127.bin"/><Relationship Id="rId5" Type="http://schemas.openxmlformats.org/officeDocument/2006/relationships/image" Target="../media/image804.wmf"/><Relationship Id="rId4" Type="http://schemas.openxmlformats.org/officeDocument/2006/relationships/oleObject" Target="../embeddings/oleObject1126.bin"/><Relationship Id="rId3" Type="http://schemas.openxmlformats.org/officeDocument/2006/relationships/image" Target="../media/image803.wmf"/><Relationship Id="rId2" Type="http://schemas.openxmlformats.org/officeDocument/2006/relationships/oleObject" Target="../embeddings/oleObject1125.bin"/><Relationship Id="rId17" Type="http://schemas.openxmlformats.org/officeDocument/2006/relationships/vmlDrawing" Target="../drawings/vmlDrawing181.vml"/><Relationship Id="rId16" Type="http://schemas.openxmlformats.org/officeDocument/2006/relationships/slideLayout" Target="../slideLayouts/slideLayout4.xml"/><Relationship Id="rId15" Type="http://schemas.openxmlformats.org/officeDocument/2006/relationships/image" Target="../media/image809.wmf"/><Relationship Id="rId14" Type="http://schemas.openxmlformats.org/officeDocument/2006/relationships/oleObject" Target="../embeddings/oleObject1131.bin"/><Relationship Id="rId13" Type="http://schemas.openxmlformats.org/officeDocument/2006/relationships/image" Target="../media/image808.wmf"/><Relationship Id="rId12" Type="http://schemas.openxmlformats.org/officeDocument/2006/relationships/oleObject" Target="../embeddings/oleObject1130.bin"/><Relationship Id="rId11" Type="http://schemas.openxmlformats.org/officeDocument/2006/relationships/image" Target="../media/image807.wmf"/><Relationship Id="rId10" Type="http://schemas.openxmlformats.org/officeDocument/2006/relationships/oleObject" Target="../embeddings/oleObject1129.bin"/><Relationship Id="rId1" Type="http://schemas.openxmlformats.org/officeDocument/2006/relationships/image" Target="../media/image646.pn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1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810.GI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2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3359150" y="90489"/>
            <a:ext cx="5651500" cy="746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>
              <a:spcBef>
                <a:spcPct val="0"/>
              </a:spcBef>
            </a:pPr>
            <a:r>
              <a:rPr lang="zh-CN" altLang="en-US" sz="3600" b="1" dirty="0">
                <a:solidFill>
                  <a:srgbClr val="FF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内  容</a:t>
            </a:r>
            <a:endParaRPr lang="en-US" altLang="zh-CN" sz="3600" b="1" dirty="0">
              <a:solidFill>
                <a:srgbClr val="FF0000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8128" y="1914128"/>
            <a:ext cx="4943872" cy="4943872"/>
          </a:xfrm>
          <a:prstGeom prst="rect">
            <a:avLst/>
          </a:prstGeom>
        </p:spPr>
      </p:pic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1199456" y="1195389"/>
            <a:ext cx="7488238" cy="37457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20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第一篇 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电阻电路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20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第二篇 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动态电路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20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第三篇 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稳态电路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023991" y="2240081"/>
            <a:ext cx="6157225" cy="4617919"/>
          </a:xfrm>
          <a:prstGeom prst="rect">
            <a:avLst/>
          </a:prstGeom>
        </p:spPr>
      </p:pic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1271464" y="1195389"/>
            <a:ext cx="7488238" cy="2809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zh-CN" altLang="en-US" sz="3200" b="1" dirty="0">
                <a:solidFill>
                  <a:schemeClr val="tx2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第八章 </a:t>
            </a:r>
            <a:r>
              <a:rPr lang="en-US" altLang="zh-CN" sz="3200" b="1" dirty="0">
                <a:solidFill>
                  <a:schemeClr val="tx2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 </a:t>
            </a:r>
            <a:r>
              <a:rPr lang="zh-CN" altLang="en-US" sz="3200" b="1" dirty="0">
                <a:solidFill>
                  <a:schemeClr val="tx2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正弦稳态电路分析</a:t>
            </a:r>
            <a:endParaRPr lang="en-US" altLang="zh-CN" sz="3200" b="1" dirty="0">
              <a:solidFill>
                <a:schemeClr val="tx2"/>
              </a:solidFill>
              <a:latin typeface="华文中宋" panose="02010600040101010101" pitchFamily="2" charset="-122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zh-CN" altLang="en-US" sz="3200" b="1" dirty="0">
                <a:solidFill>
                  <a:srgbClr val="0000FF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第九章 </a:t>
            </a:r>
            <a:r>
              <a:rPr lang="en-US" altLang="zh-CN" sz="3200" b="1" dirty="0">
                <a:solidFill>
                  <a:srgbClr val="0000FF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 </a:t>
            </a:r>
            <a:r>
              <a:rPr lang="zh-CN" altLang="en-US" sz="3200" b="1" dirty="0">
                <a:solidFill>
                  <a:srgbClr val="0000FF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三相电路</a:t>
            </a:r>
            <a:endParaRPr lang="en-US" altLang="zh-CN" sz="3200" b="1" dirty="0">
              <a:solidFill>
                <a:srgbClr val="0000FF"/>
              </a:solidFill>
              <a:latin typeface="华文中宋" panose="02010600040101010101" pitchFamily="2" charset="-122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zh-CN" altLang="en-US" sz="3200" b="1" dirty="0">
                <a:solidFill>
                  <a:schemeClr val="tx2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第十章 </a:t>
            </a:r>
            <a:r>
              <a:rPr lang="en-US" altLang="zh-CN" sz="3200" b="1" dirty="0">
                <a:solidFill>
                  <a:schemeClr val="tx2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 </a:t>
            </a:r>
            <a:r>
              <a:rPr lang="zh-CN" altLang="en-US" sz="3200" b="1" dirty="0">
                <a:solidFill>
                  <a:schemeClr val="tx2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非正弦周期稳态电路分析</a:t>
            </a:r>
            <a:endParaRPr lang="zh-CN" altLang="en-US" sz="3200" b="1" dirty="0">
              <a:solidFill>
                <a:schemeClr val="tx2"/>
              </a:solidFill>
              <a:latin typeface="华文中宋" panose="02010600040101010101" pitchFamily="2" charset="-122"/>
              <a:ea typeface="华文中宋" panose="02010600040101010101" pitchFamily="2" charset="-122"/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3359150" y="90489"/>
            <a:ext cx="5651500" cy="746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>
              <a:spcBef>
                <a:spcPct val="0"/>
              </a:spcBef>
            </a:pPr>
            <a:r>
              <a:rPr lang="zh-CN" altLang="en-US" sz="3200" b="1" dirty="0">
                <a:solidFill>
                  <a:srgbClr val="FF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第三篇  稳态电路</a:t>
            </a:r>
            <a:endParaRPr lang="en-US" altLang="zh-CN" sz="3200" b="1" dirty="0">
              <a:solidFill>
                <a:srgbClr val="FF0000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096"/>
          <a:stretch>
            <a:fillRect/>
          </a:stretch>
        </p:blipFill>
        <p:spPr>
          <a:xfrm>
            <a:off x="7464152" y="2842727"/>
            <a:ext cx="4706117" cy="3995701"/>
          </a:xfrm>
          <a:prstGeom prst="rect">
            <a:avLst/>
          </a:prstGeom>
        </p:spPr>
      </p:pic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1271465" y="1195388"/>
            <a:ext cx="6408712" cy="3817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latin typeface="+mn-lt"/>
                <a:ea typeface="华文中宋" panose="02010600040101010101" pitchFamily="2" charset="-122"/>
              </a:rPr>
              <a:t>9.1   </a:t>
            </a:r>
            <a:r>
              <a:rPr lang="zh-CN" altLang="en-US" sz="2800" b="1" dirty="0">
                <a:latin typeface="+mn-lt"/>
                <a:ea typeface="华文中宋" panose="02010600040101010101" pitchFamily="2" charset="-122"/>
              </a:rPr>
              <a:t>三相电路的基本概念</a:t>
            </a:r>
            <a:endParaRPr lang="en-US" altLang="zh-CN" sz="2800" b="1" dirty="0">
              <a:latin typeface="+mn-lt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FF00FF"/>
                </a:solidFill>
                <a:latin typeface="+mn-lt"/>
                <a:ea typeface="华文中宋" panose="02010600040101010101" pitchFamily="2" charset="-122"/>
              </a:rPr>
              <a:t>9.2   </a:t>
            </a:r>
            <a:r>
              <a:rPr lang="zh-CN" altLang="en-US" sz="2800" b="1" dirty="0">
                <a:solidFill>
                  <a:srgbClr val="FF00FF"/>
                </a:solidFill>
                <a:latin typeface="+mn-lt"/>
                <a:ea typeface="华文中宋" panose="02010600040101010101" pitchFamily="2" charset="-122"/>
              </a:rPr>
              <a:t>三相电路的计算</a:t>
            </a:r>
            <a:endParaRPr lang="en-US" altLang="zh-CN" sz="2800" b="1" dirty="0">
              <a:solidFill>
                <a:srgbClr val="FF00FF"/>
              </a:solidFill>
              <a:latin typeface="+mn-lt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FF00FF"/>
                </a:solidFill>
                <a:latin typeface="+mn-lt"/>
                <a:ea typeface="华文中宋" panose="02010600040101010101" pitchFamily="2" charset="-122"/>
              </a:rPr>
              <a:t>9.3   </a:t>
            </a:r>
            <a:r>
              <a:rPr lang="zh-CN" altLang="en-US" sz="2800" b="1" dirty="0">
                <a:solidFill>
                  <a:srgbClr val="FF00FF"/>
                </a:solidFill>
                <a:latin typeface="+mn-lt"/>
                <a:ea typeface="华文中宋" panose="02010600040101010101" pitchFamily="2" charset="-122"/>
              </a:rPr>
              <a:t>三相电路的功率</a:t>
            </a:r>
            <a:endParaRPr lang="en-US" altLang="zh-CN" sz="2800" b="1" dirty="0">
              <a:solidFill>
                <a:srgbClr val="FF00FF"/>
              </a:solidFill>
              <a:latin typeface="+mn-lt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00CC99"/>
                </a:solidFill>
                <a:latin typeface="+mn-lt"/>
                <a:ea typeface="华文中宋" panose="02010600040101010101" pitchFamily="2" charset="-122"/>
              </a:rPr>
              <a:t>9.4   </a:t>
            </a:r>
            <a:r>
              <a:rPr lang="zh-CN" altLang="en-US" sz="2800" b="1" dirty="0">
                <a:solidFill>
                  <a:srgbClr val="00CC99"/>
                </a:solidFill>
                <a:latin typeface="+mn-lt"/>
                <a:ea typeface="华文中宋" panose="02010600040101010101" pitchFamily="2" charset="-122"/>
              </a:rPr>
              <a:t>应用实例：电力系统简介</a:t>
            </a:r>
            <a:endParaRPr lang="en-US" altLang="zh-CN" sz="2800" b="1" dirty="0">
              <a:solidFill>
                <a:srgbClr val="00CC99"/>
              </a:solidFill>
              <a:latin typeface="+mn-lt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00CC99"/>
                </a:solidFill>
                <a:latin typeface="+mn-lt"/>
                <a:ea typeface="华文中宋" panose="02010600040101010101" pitchFamily="2" charset="-122"/>
              </a:rPr>
              <a:t>9.5   </a:t>
            </a:r>
            <a:r>
              <a:rPr lang="zh-CN" altLang="en-US" sz="2800" b="1" dirty="0">
                <a:solidFill>
                  <a:srgbClr val="00CC99"/>
                </a:solidFill>
                <a:latin typeface="+mn-lt"/>
                <a:ea typeface="华文中宋" panose="02010600040101010101" pitchFamily="2" charset="-122"/>
              </a:rPr>
              <a:t>应用实例：电力传输与节点技术</a:t>
            </a:r>
            <a:endParaRPr lang="zh-CN" altLang="en-US" sz="2800" b="1" dirty="0">
              <a:solidFill>
                <a:srgbClr val="00CC99"/>
              </a:solidFill>
              <a:latin typeface="+mn-lt"/>
              <a:ea typeface="华文中宋" panose="02010600040101010101" pitchFamily="2" charset="-122"/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3359150" y="90489"/>
            <a:ext cx="5651500" cy="746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>
              <a:spcBef>
                <a:spcPct val="0"/>
              </a:spcBef>
            </a:pPr>
            <a:r>
              <a:rPr lang="zh-CN" altLang="en-US" sz="3200" b="1" dirty="0">
                <a:solidFill>
                  <a:srgbClr val="FF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第九章  三相电路</a:t>
            </a:r>
            <a:endParaRPr lang="en-US" altLang="zh-CN" sz="3200" b="1" dirty="0">
              <a:solidFill>
                <a:srgbClr val="FF0000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1271464" y="980728"/>
            <a:ext cx="10297143" cy="50419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9.1.1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对称三相电源和对称三相负载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6273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9.1.1.1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对称三相电源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华文中宋" panose="02010600040101010101" pitchFamily="2" charset="-122"/>
              <a:cs typeface="+mn-cs"/>
            </a:endParaRPr>
          </a:p>
          <a:p>
            <a:pPr marL="449580" marR="0" lvl="0" indent="6273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9.1.1.2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对称三相负载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9.1.2 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三相电路的连接方式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6273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9.1.2.1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星形连接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Arial" panose="020B0604020202020204" pitchFamily="34" charset="0"/>
              <a:ea typeface="华文中宋" panose="02010600040101010101" pitchFamily="2" charset="-122"/>
              <a:cs typeface="+mn-cs"/>
            </a:endParaRPr>
          </a:p>
          <a:p>
            <a:pPr marL="449580" marR="0" lvl="0" indent="6273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9.1.2.2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三角形连接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Arial" panose="020B0604020202020204" pitchFamily="34" charset="0"/>
              <a:ea typeface="华文中宋" panose="02010600040101010101" pitchFamily="2" charset="-122"/>
              <a:cs typeface="+mn-cs"/>
            </a:endParaRPr>
          </a:p>
          <a:p>
            <a:pPr marL="449580" marR="0" lvl="0" indent="6273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9.1.2.3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华文中宋" panose="02010600040101010101" pitchFamily="2" charset="-122"/>
                <a:cs typeface="+mn-cs"/>
              </a:rPr>
              <a:t>电源和负载的连接方式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9.1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三相电路的基本概念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"/>
          <p:cNvSpPr>
            <a:spLocks noChangeArrowheads="1"/>
          </p:cNvSpPr>
          <p:nvPr/>
        </p:nvSpPr>
        <p:spPr bwMode="auto">
          <a:xfrm>
            <a:off x="1271464" y="958585"/>
            <a:ext cx="10297144" cy="23914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电力系统的供电方式基本上都采用三相制。因此，在通讯系统、工农业生产中，实际使用的交流电源都是三相交流电源。</a:t>
            </a:r>
            <a:endParaRPr lang="en-US" altLang="zh-CN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357505" indent="-357505" eaLnBrk="1" hangingPunct="1">
              <a:lnSpc>
                <a:spcPct val="120000"/>
              </a:lnSpc>
              <a:spcBef>
                <a:spcPts val="1800"/>
              </a:spcBef>
              <a:buSzPct val="120000"/>
            </a:pP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日常生活中所用的单相电源，多数也取自三相交流电源中的一相。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476" y="3635435"/>
            <a:ext cx="4856476" cy="3215519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28048" y="3622091"/>
            <a:ext cx="4856475" cy="3234413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1271464" y="908721"/>
            <a:ext cx="10297144" cy="32217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采用三相制输配电的理由（与单相电路相比）</a:t>
            </a:r>
            <a:endParaRPr lang="en-US" altLang="zh-CN" dirty="0"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19050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三相交流电机的制造节省材料、成本低；</a:t>
            </a:r>
            <a:endParaRPr lang="en-US" altLang="zh-CN" dirty="0"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19050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三相电机工作性能好、效率高；</a:t>
            </a:r>
            <a:endParaRPr lang="en-US" altLang="zh-CN" dirty="0"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indent="19050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(3)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三相输电经济；</a:t>
            </a:r>
            <a:endParaRPr lang="en-US" altLang="zh-CN" dirty="0"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901700" indent="-539750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(4)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对称三相交流电路的瞬时功率不随时间变化，与其平均功率相等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26" y="4224177"/>
            <a:ext cx="3779912" cy="2609413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95287" y="4221843"/>
            <a:ext cx="2395353" cy="2636157"/>
          </a:xfrm>
          <a:prstGeom prst="rect">
            <a:avLst/>
          </a:prstGeom>
        </p:spPr>
      </p:pic>
      <p:pic>
        <p:nvPicPr>
          <p:cNvPr id="6" name="图片 5"/>
          <p:cNvPicPr/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4" r="12139" b="10080"/>
          <a:stretch>
            <a:fillRect/>
          </a:stretch>
        </p:blipFill>
        <p:spPr>
          <a:xfrm>
            <a:off x="6987669" y="4236353"/>
            <a:ext cx="2807618" cy="2611886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92438" y="4239887"/>
            <a:ext cx="3195231" cy="2608352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" name="横卷形 7"/>
          <p:cNvSpPr/>
          <p:nvPr/>
        </p:nvSpPr>
        <p:spPr bwMode="auto">
          <a:xfrm>
            <a:off x="457768" y="980728"/>
            <a:ext cx="1337683" cy="720000"/>
          </a:xfrm>
          <a:prstGeom prst="horizontalScroll">
            <a:avLst/>
          </a:prstGeom>
          <a:solidFill>
            <a:srgbClr val="FFFF00"/>
          </a:solidFill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3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隶书" panose="02010509060101010101" pitchFamily="49" charset="-122"/>
                <a:ea typeface="隶书" panose="02010509060101010101" pitchFamily="49" charset="-122"/>
              </a:rPr>
              <a:t>辨析</a:t>
            </a:r>
            <a:endParaRPr kumimoji="0" lang="zh-CN" altLang="en-US" sz="2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隶书" panose="02010509060101010101" pitchFamily="49" charset="-122"/>
              <a:ea typeface="隶书" panose="02010509060101010101" pitchFamily="49" charset="-122"/>
            </a:endParaRPr>
          </a:p>
        </p:txBody>
      </p:sp>
      <p:sp>
        <p:nvSpPr>
          <p:cNvPr id="9" name="Rectangle 96"/>
          <p:cNvSpPr>
            <a:spLocks noChangeArrowheads="1"/>
          </p:cNvSpPr>
          <p:nvPr/>
        </p:nvSpPr>
        <p:spPr bwMode="auto">
          <a:xfrm>
            <a:off x="1919536" y="1088518"/>
            <a:ext cx="2166199" cy="5656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lvl="0" eaLnBrk="1" hangingPunct="1">
              <a:lnSpc>
                <a:spcPct val="120000"/>
              </a:lnSpc>
              <a:spcBef>
                <a:spcPct val="50000"/>
              </a:spcBef>
            </a:pPr>
            <a:r>
              <a:rPr kumimoji="1" lang="zh-CN" altLang="en-US" sz="2800" b="1" dirty="0">
                <a:solidFill>
                  <a:srgbClr val="0000FF"/>
                </a:solidFill>
                <a:latin typeface="楷体_GB2312"/>
                <a:ea typeface="楷体_GB2312"/>
                <a:cs typeface="Times New Roman" panose="02020603050405020304" pitchFamily="18" charset="0"/>
              </a:rPr>
              <a:t>两相？三相？</a:t>
            </a:r>
            <a:endParaRPr kumimoji="1" lang="zh-CN" altLang="en-US" sz="2800" b="1" dirty="0">
              <a:solidFill>
                <a:srgbClr val="0000FF"/>
              </a:solidFill>
              <a:latin typeface="楷体_GB2312"/>
              <a:ea typeface="楷体_GB2312"/>
              <a:cs typeface="Times New Roman" panose="02020603050405020304" pitchFamily="18" charset="0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 rotWithShape="1"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37" t="18757" r="18869" b="44494"/>
          <a:stretch>
            <a:fillRect/>
          </a:stretch>
        </p:blipFill>
        <p:spPr>
          <a:xfrm>
            <a:off x="9064594" y="1988840"/>
            <a:ext cx="3008070" cy="3096542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7481" r="11181" b="11670"/>
          <a:stretch>
            <a:fillRect/>
          </a:stretch>
        </p:blipFill>
        <p:spPr>
          <a:xfrm>
            <a:off x="5919992" y="1990265"/>
            <a:ext cx="3056328" cy="3096543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540" t="9520" r="18461" b="12781"/>
          <a:stretch>
            <a:fillRect/>
          </a:stretch>
        </p:blipFill>
        <p:spPr>
          <a:xfrm>
            <a:off x="91243" y="1990967"/>
            <a:ext cx="2513887" cy="3100461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195" t="13015" r="11206" b="12436"/>
          <a:stretch>
            <a:fillRect/>
          </a:stretch>
        </p:blipFill>
        <p:spPr>
          <a:xfrm>
            <a:off x="2709572" y="1988840"/>
            <a:ext cx="3105978" cy="3062839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472" y="5162985"/>
            <a:ext cx="1808884" cy="168268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" name="横卷形 7"/>
          <p:cNvSpPr/>
          <p:nvPr/>
        </p:nvSpPr>
        <p:spPr bwMode="auto">
          <a:xfrm>
            <a:off x="457768" y="980728"/>
            <a:ext cx="1337683" cy="720000"/>
          </a:xfrm>
          <a:prstGeom prst="horizontalScroll">
            <a:avLst/>
          </a:prstGeom>
          <a:solidFill>
            <a:srgbClr val="FFFF00"/>
          </a:solidFill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3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隶书" panose="02010509060101010101" pitchFamily="49" charset="-122"/>
                <a:ea typeface="隶书" panose="02010509060101010101" pitchFamily="49" charset="-122"/>
              </a:rPr>
              <a:t>辨析</a:t>
            </a:r>
            <a:endParaRPr kumimoji="0" lang="zh-CN" altLang="en-US" sz="2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隶书" panose="02010509060101010101" pitchFamily="49" charset="-122"/>
              <a:ea typeface="隶书" panose="02010509060101010101" pitchFamily="49" charset="-122"/>
            </a:endParaRPr>
          </a:p>
        </p:txBody>
      </p:sp>
      <p:sp>
        <p:nvSpPr>
          <p:cNvPr id="9" name="Rectangle 96"/>
          <p:cNvSpPr>
            <a:spLocks noChangeArrowheads="1"/>
          </p:cNvSpPr>
          <p:nvPr/>
        </p:nvSpPr>
        <p:spPr bwMode="auto">
          <a:xfrm>
            <a:off x="1919536" y="1088518"/>
            <a:ext cx="2166199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lvl="0" eaLnBrk="1" hangingPunct="1">
              <a:lnSpc>
                <a:spcPct val="120000"/>
              </a:lnSpc>
              <a:spcBef>
                <a:spcPct val="50000"/>
              </a:spcBef>
            </a:pPr>
            <a:r>
              <a:rPr kumimoji="1" lang="zh-CN" altLang="en-US" sz="2800" b="1" dirty="0">
                <a:solidFill>
                  <a:srgbClr val="0000FF"/>
                </a:solidFill>
                <a:latin typeface="楷体_GB2312"/>
                <a:cs typeface="Times New Roman" panose="02020603050405020304" pitchFamily="18" charset="0"/>
              </a:rPr>
              <a:t>两相？三相？</a:t>
            </a:r>
            <a:endParaRPr kumimoji="1" lang="zh-CN" altLang="en-US" sz="2800" b="1" dirty="0">
              <a:solidFill>
                <a:srgbClr val="0000FF"/>
              </a:solidFill>
              <a:latin typeface="楷体_GB2312"/>
              <a:cs typeface="Times New Roman" panose="02020603050405020304" pitchFamily="18" charset="0"/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5480" y="1645667"/>
            <a:ext cx="5904656" cy="5239717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37" t="18757" r="18869" b="44494"/>
          <a:stretch>
            <a:fillRect/>
          </a:stretch>
        </p:blipFill>
        <p:spPr>
          <a:xfrm>
            <a:off x="8266643" y="2276872"/>
            <a:ext cx="2448272" cy="2520280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01291" y="4869160"/>
            <a:ext cx="2143381" cy="1953894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50" name="Rectangle 3"/>
          <p:cNvSpPr>
            <a:spLocks noChangeArrowheads="1"/>
          </p:cNvSpPr>
          <p:nvPr/>
        </p:nvSpPr>
        <p:spPr bwMode="auto">
          <a:xfrm>
            <a:off x="827485" y="1628800"/>
            <a:ext cx="250532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三相电源：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112" name="组合 111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115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9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5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20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1" name="组合 140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145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50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1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2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6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147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8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9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42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14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598" name="Line 2"/>
          <p:cNvSpPr>
            <a:spLocks noChangeShapeType="1"/>
          </p:cNvSpPr>
          <p:nvPr/>
        </p:nvSpPr>
        <p:spPr bwMode="auto">
          <a:xfrm rot="18155963">
            <a:off x="2278833" y="5799980"/>
            <a:ext cx="1587" cy="2524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76200">
                <a:solidFill>
                  <a:srgbClr val="008080"/>
                </a:solidFill>
                <a:rou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kumimoji="1" lang="zh-CN" altLang="en-US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601" name="Text Box 6"/>
          <p:cNvSpPr txBox="1">
            <a:spLocks noChangeArrowheads="1"/>
          </p:cNvSpPr>
          <p:nvPr/>
        </p:nvSpPr>
        <p:spPr bwMode="auto">
          <a:xfrm>
            <a:off x="1172902" y="2231404"/>
            <a:ext cx="394941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en-US" altLang="zh-CN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(1) </a:t>
            </a:r>
            <a:r>
              <a:rPr kumimoji="1" lang="zh-CN" altLang="en-US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工作原理：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动磁生电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1602" name="Group 7"/>
          <p:cNvGrpSpPr/>
          <p:nvPr/>
        </p:nvGrpSpPr>
        <p:grpSpPr bwMode="auto">
          <a:xfrm>
            <a:off x="7536160" y="1178224"/>
            <a:ext cx="3687763" cy="2489199"/>
            <a:chOff x="3277" y="354"/>
            <a:chExt cx="2323" cy="1568"/>
          </a:xfrm>
        </p:grpSpPr>
        <p:sp>
          <p:nvSpPr>
            <p:cNvPr id="1603" name="Text Box 8"/>
            <p:cNvSpPr txBox="1">
              <a:spLocks noChangeArrowheads="1"/>
            </p:cNvSpPr>
            <p:nvPr/>
          </p:nvSpPr>
          <p:spPr bwMode="auto">
            <a:xfrm>
              <a:off x="3293" y="1572"/>
              <a:ext cx="72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(</a:t>
              </a:r>
              <a:r>
                <a:rPr kumimoji="1" lang="zh-CN" altLang="en-US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尾端</a:t>
              </a:r>
              <a:r>
                <a:rPr kumimoji="1" lang="en-US" altLang="zh-CN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)</a:t>
              </a:r>
              <a:endParaRPr kumimoji="1" lang="en-US" altLang="zh-CN" sz="2800" b="1" kern="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604" name="Text Box 9"/>
            <p:cNvSpPr txBox="1">
              <a:spLocks noChangeArrowheads="1"/>
            </p:cNvSpPr>
            <p:nvPr/>
          </p:nvSpPr>
          <p:spPr bwMode="auto">
            <a:xfrm>
              <a:off x="5139" y="698"/>
              <a:ext cx="22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>
                  <a:solidFill>
                    <a:srgbClr val="000000"/>
                  </a:solidFill>
                </a:rPr>
                <a:t>+</a:t>
              </a:r>
              <a:endParaRPr lang="en-US" altLang="zh-CN" b="1" kern="0">
                <a:solidFill>
                  <a:srgbClr val="000000"/>
                </a:solidFill>
              </a:endParaRPr>
            </a:p>
          </p:txBody>
        </p:sp>
        <p:grpSp>
          <p:nvGrpSpPr>
            <p:cNvPr id="1605" name="Group 10"/>
            <p:cNvGrpSpPr/>
            <p:nvPr/>
          </p:nvGrpSpPr>
          <p:grpSpPr bwMode="auto">
            <a:xfrm>
              <a:off x="4608" y="681"/>
              <a:ext cx="68" cy="918"/>
              <a:chOff x="4357" y="1764"/>
              <a:chExt cx="68" cy="918"/>
            </a:xfrm>
          </p:grpSpPr>
          <p:sp>
            <p:nvSpPr>
              <p:cNvPr id="1641" name="Line 11"/>
              <p:cNvSpPr>
                <a:spLocks noChangeShapeType="1"/>
              </p:cNvSpPr>
              <p:nvPr/>
            </p:nvSpPr>
            <p:spPr bwMode="auto">
              <a:xfrm>
                <a:off x="4362" y="2454"/>
                <a:ext cx="0" cy="228"/>
              </a:xfrm>
              <a:prstGeom prst="line">
                <a:avLst/>
              </a:prstGeom>
              <a:noFill/>
              <a:ln w="38100">
                <a:solidFill>
                  <a:srgbClr val="3333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42" name="Line 12"/>
              <p:cNvSpPr>
                <a:spLocks noChangeShapeType="1"/>
              </p:cNvSpPr>
              <p:nvPr/>
            </p:nvSpPr>
            <p:spPr bwMode="auto">
              <a:xfrm>
                <a:off x="4362" y="1764"/>
                <a:ext cx="0" cy="228"/>
              </a:xfrm>
              <a:prstGeom prst="line">
                <a:avLst/>
              </a:prstGeom>
              <a:noFill/>
              <a:ln w="38100">
                <a:solidFill>
                  <a:srgbClr val="3333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643" name="Group 13"/>
              <p:cNvGrpSpPr/>
              <p:nvPr/>
            </p:nvGrpSpPr>
            <p:grpSpPr bwMode="auto">
              <a:xfrm>
                <a:off x="4357" y="1985"/>
                <a:ext cx="68" cy="474"/>
                <a:chOff x="4357" y="1985"/>
                <a:chExt cx="68" cy="474"/>
              </a:xfrm>
            </p:grpSpPr>
            <p:sp>
              <p:nvSpPr>
                <p:cNvPr id="1644" name="Freeform 14"/>
                <p:cNvSpPr/>
                <p:nvPr/>
              </p:nvSpPr>
              <p:spPr bwMode="auto">
                <a:xfrm>
                  <a:off x="4357" y="2099"/>
                  <a:ext cx="68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8 w 140"/>
                    <a:gd name="T3" fmla="*/ 36 h 198"/>
                    <a:gd name="T4" fmla="*/ 58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3333CC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45" name="Freeform 15"/>
                <p:cNvSpPr/>
                <p:nvPr/>
              </p:nvSpPr>
              <p:spPr bwMode="auto">
                <a:xfrm>
                  <a:off x="4357" y="2219"/>
                  <a:ext cx="68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8 w 140"/>
                    <a:gd name="T3" fmla="*/ 36 h 198"/>
                    <a:gd name="T4" fmla="*/ 58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3333CC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46" name="Freeform 16"/>
                <p:cNvSpPr/>
                <p:nvPr/>
              </p:nvSpPr>
              <p:spPr bwMode="auto">
                <a:xfrm>
                  <a:off x="4357" y="2339"/>
                  <a:ext cx="68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8 w 140"/>
                    <a:gd name="T3" fmla="*/ 36 h 198"/>
                    <a:gd name="T4" fmla="*/ 58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3333CC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647" name="Freeform 17"/>
                <p:cNvSpPr/>
                <p:nvPr/>
              </p:nvSpPr>
              <p:spPr bwMode="auto">
                <a:xfrm>
                  <a:off x="4357" y="1985"/>
                  <a:ext cx="68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8 w 140"/>
                    <a:gd name="T3" fmla="*/ 36 h 198"/>
                    <a:gd name="T4" fmla="*/ 58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3333CC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sp>
          <p:nvSpPr>
            <p:cNvPr id="1606" name="Text Box 18"/>
            <p:cNvSpPr txBox="1">
              <a:spLocks noChangeArrowheads="1"/>
            </p:cNvSpPr>
            <p:nvPr/>
          </p:nvSpPr>
          <p:spPr bwMode="auto">
            <a:xfrm>
              <a:off x="4201" y="883"/>
              <a:ext cx="405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sz="3200" b="1" i="1" kern="0" dirty="0" err="1">
                  <a:solidFill>
                    <a:srgbClr val="000000"/>
                  </a:solidFill>
                </a:rPr>
                <a:t>u</a:t>
              </a:r>
              <a:r>
                <a:rPr lang="en-US" altLang="zh-CN" sz="3200" b="1" kern="0" baseline="-25000" dirty="0" err="1">
                  <a:solidFill>
                    <a:srgbClr val="000000"/>
                  </a:solidFill>
                </a:rPr>
                <a:t>U</a:t>
              </a:r>
              <a:endParaRPr lang="en-US" altLang="zh-CN" b="1" kern="0" dirty="0">
                <a:solidFill>
                  <a:srgbClr val="000000"/>
                </a:solidFill>
              </a:endParaRPr>
            </a:p>
          </p:txBody>
        </p:sp>
        <p:sp>
          <p:nvSpPr>
            <p:cNvPr id="1607" name="Text Box 19"/>
            <p:cNvSpPr txBox="1">
              <a:spLocks noChangeArrowheads="1"/>
            </p:cNvSpPr>
            <p:nvPr/>
          </p:nvSpPr>
          <p:spPr bwMode="auto">
            <a:xfrm>
              <a:off x="4671" y="888"/>
              <a:ext cx="405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sz="3200" b="1" i="1" kern="0" dirty="0" err="1">
                  <a:solidFill>
                    <a:srgbClr val="000000"/>
                  </a:solidFill>
                </a:rPr>
                <a:t>u</a:t>
              </a:r>
              <a:r>
                <a:rPr lang="en-US" altLang="zh-CN" sz="3200" b="1" kern="0" baseline="-25000" dirty="0" err="1">
                  <a:solidFill>
                    <a:srgbClr val="000000"/>
                  </a:solidFill>
                </a:rPr>
                <a:t>V</a:t>
              </a:r>
              <a:endParaRPr lang="en-US" altLang="zh-CN" b="1" kern="0" dirty="0">
                <a:solidFill>
                  <a:srgbClr val="000000"/>
                </a:solidFill>
              </a:endParaRPr>
            </a:p>
          </p:txBody>
        </p:sp>
        <p:sp>
          <p:nvSpPr>
            <p:cNvPr id="1608" name="Text Box 20"/>
            <p:cNvSpPr txBox="1">
              <a:spLocks noChangeArrowheads="1"/>
            </p:cNvSpPr>
            <p:nvPr/>
          </p:nvSpPr>
          <p:spPr bwMode="auto">
            <a:xfrm>
              <a:off x="5136" y="888"/>
              <a:ext cx="464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sz="3200" b="1" i="1" kern="0" dirty="0" err="1">
                  <a:solidFill>
                    <a:srgbClr val="000000"/>
                  </a:solidFill>
                </a:rPr>
                <a:t>u</a:t>
              </a:r>
              <a:r>
                <a:rPr lang="en-US" altLang="zh-CN" sz="3200" b="1" kern="0" baseline="-25000" dirty="0" err="1">
                  <a:solidFill>
                    <a:srgbClr val="000000"/>
                  </a:solidFill>
                </a:rPr>
                <a:t>W</a:t>
              </a:r>
              <a:endParaRPr lang="en-US" altLang="zh-CN" b="1" kern="0" dirty="0">
                <a:solidFill>
                  <a:srgbClr val="000000"/>
                </a:solidFill>
              </a:endParaRPr>
            </a:p>
          </p:txBody>
        </p:sp>
        <p:sp>
          <p:nvSpPr>
            <p:cNvPr id="1609" name="Oval 21"/>
            <p:cNvSpPr>
              <a:spLocks noChangeArrowheads="1"/>
            </p:cNvSpPr>
            <p:nvPr/>
          </p:nvSpPr>
          <p:spPr bwMode="auto">
            <a:xfrm>
              <a:off x="4595" y="1600"/>
              <a:ext cx="59" cy="5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rgbClr val="000000"/>
                </a:solidFill>
              </a:endParaRPr>
            </a:p>
          </p:txBody>
        </p:sp>
        <p:sp>
          <p:nvSpPr>
            <p:cNvPr id="1610" name="Oval 22"/>
            <p:cNvSpPr>
              <a:spLocks noChangeArrowheads="1"/>
            </p:cNvSpPr>
            <p:nvPr/>
          </p:nvSpPr>
          <p:spPr bwMode="auto">
            <a:xfrm>
              <a:off x="4572" y="622"/>
              <a:ext cx="59" cy="5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rgbClr val="000000"/>
                </a:solidFill>
              </a:endParaRPr>
            </a:p>
          </p:txBody>
        </p:sp>
        <p:grpSp>
          <p:nvGrpSpPr>
            <p:cNvPr id="1611" name="Group 23"/>
            <p:cNvGrpSpPr/>
            <p:nvPr/>
          </p:nvGrpSpPr>
          <p:grpSpPr bwMode="auto">
            <a:xfrm rot="5400000">
              <a:off x="3729" y="1117"/>
              <a:ext cx="918" cy="68"/>
              <a:chOff x="1275" y="2268"/>
              <a:chExt cx="918" cy="68"/>
            </a:xfrm>
          </p:grpSpPr>
          <p:sp>
            <p:nvSpPr>
              <p:cNvPr id="1635" name="Freeform 24"/>
              <p:cNvSpPr/>
              <p:nvPr/>
            </p:nvSpPr>
            <p:spPr bwMode="auto">
              <a:xfrm rot="-5400000">
                <a:off x="1636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6" name="Freeform 25"/>
              <p:cNvSpPr/>
              <p:nvPr/>
            </p:nvSpPr>
            <p:spPr bwMode="auto">
              <a:xfrm rot="-5400000">
                <a:off x="1756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7" name="Freeform 26"/>
              <p:cNvSpPr/>
              <p:nvPr/>
            </p:nvSpPr>
            <p:spPr bwMode="auto">
              <a:xfrm rot="-5400000">
                <a:off x="1876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8" name="Line 27"/>
              <p:cNvSpPr>
                <a:spLocks noChangeShapeType="1"/>
              </p:cNvSpPr>
              <p:nvPr/>
            </p:nvSpPr>
            <p:spPr bwMode="auto">
              <a:xfrm rot="-5400000">
                <a:off x="2079" y="2217"/>
                <a:ext cx="0" cy="228"/>
              </a:xfrm>
              <a:prstGeom prst="line">
                <a:avLst/>
              </a:prstGeom>
              <a:noFill/>
              <a:ln w="38100">
                <a:solidFill>
                  <a:srgbClr val="3333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9" name="Line 28"/>
              <p:cNvSpPr>
                <a:spLocks noChangeShapeType="1"/>
              </p:cNvSpPr>
              <p:nvPr/>
            </p:nvSpPr>
            <p:spPr bwMode="auto">
              <a:xfrm rot="-5400000">
                <a:off x="1389" y="2217"/>
                <a:ext cx="0" cy="228"/>
              </a:xfrm>
              <a:prstGeom prst="line">
                <a:avLst/>
              </a:prstGeom>
              <a:noFill/>
              <a:ln w="38100">
                <a:solidFill>
                  <a:srgbClr val="3333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40" name="Freeform 29"/>
              <p:cNvSpPr/>
              <p:nvPr/>
            </p:nvSpPr>
            <p:spPr bwMode="auto">
              <a:xfrm rot="-5400000">
                <a:off x="1522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612" name="Oval 30"/>
            <p:cNvSpPr>
              <a:spLocks noChangeArrowheads="1"/>
            </p:cNvSpPr>
            <p:nvPr/>
          </p:nvSpPr>
          <p:spPr bwMode="auto">
            <a:xfrm>
              <a:off x="4129" y="1600"/>
              <a:ext cx="59" cy="5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altLang="zh-CN" kern="0">
                <a:solidFill>
                  <a:srgbClr val="000000"/>
                </a:solidFill>
              </a:endParaRPr>
            </a:p>
          </p:txBody>
        </p:sp>
        <p:sp>
          <p:nvSpPr>
            <p:cNvPr id="1613" name="Oval 31"/>
            <p:cNvSpPr>
              <a:spLocks noChangeArrowheads="1"/>
            </p:cNvSpPr>
            <p:nvPr/>
          </p:nvSpPr>
          <p:spPr bwMode="auto">
            <a:xfrm>
              <a:off x="4129" y="628"/>
              <a:ext cx="59" cy="5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altLang="zh-CN" b="1" kern="0">
                <a:solidFill>
                  <a:srgbClr val="FFFFFF"/>
                </a:solidFill>
              </a:endParaRPr>
            </a:p>
          </p:txBody>
        </p:sp>
        <p:sp>
          <p:nvSpPr>
            <p:cNvPr id="1614" name="Text Box 32"/>
            <p:cNvSpPr txBox="1">
              <a:spLocks noChangeArrowheads="1"/>
            </p:cNvSpPr>
            <p:nvPr/>
          </p:nvSpPr>
          <p:spPr bwMode="auto">
            <a:xfrm>
              <a:off x="3988" y="1631"/>
              <a:ext cx="354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FFFF6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FF0000"/>
                  </a:solidFill>
                </a:rPr>
                <a:t>U2</a:t>
              </a:r>
              <a:endParaRPr lang="en-US" altLang="zh-CN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15" name="Text Box 33"/>
            <p:cNvSpPr txBox="1">
              <a:spLocks noChangeArrowheads="1"/>
            </p:cNvSpPr>
            <p:nvPr/>
          </p:nvSpPr>
          <p:spPr bwMode="auto">
            <a:xfrm>
              <a:off x="3949" y="354"/>
              <a:ext cx="354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FF0000"/>
                  </a:solidFill>
                </a:rPr>
                <a:t>U1</a:t>
              </a:r>
              <a:endParaRPr lang="en-US" altLang="zh-CN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16" name="Text Box 34"/>
            <p:cNvSpPr txBox="1">
              <a:spLocks noChangeArrowheads="1"/>
            </p:cNvSpPr>
            <p:nvPr/>
          </p:nvSpPr>
          <p:spPr bwMode="auto">
            <a:xfrm>
              <a:off x="4409" y="354"/>
              <a:ext cx="354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FFFF6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FF0000"/>
                  </a:solidFill>
                </a:rPr>
                <a:t>V1</a:t>
              </a:r>
              <a:endParaRPr lang="en-US" altLang="zh-CN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17" name="Text Box 35"/>
            <p:cNvSpPr txBox="1">
              <a:spLocks noChangeArrowheads="1"/>
            </p:cNvSpPr>
            <p:nvPr/>
          </p:nvSpPr>
          <p:spPr bwMode="auto">
            <a:xfrm>
              <a:off x="4472" y="1630"/>
              <a:ext cx="35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FFFF6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FF0000"/>
                  </a:solidFill>
                </a:rPr>
                <a:t>V2</a:t>
              </a:r>
              <a:endParaRPr lang="en-US" altLang="zh-CN" b="1" kern="0" dirty="0">
                <a:solidFill>
                  <a:srgbClr val="FF0000"/>
                </a:solidFill>
              </a:endParaRPr>
            </a:p>
          </p:txBody>
        </p:sp>
        <p:grpSp>
          <p:nvGrpSpPr>
            <p:cNvPr id="1618" name="Group 36"/>
            <p:cNvGrpSpPr/>
            <p:nvPr/>
          </p:nvGrpSpPr>
          <p:grpSpPr bwMode="auto">
            <a:xfrm rot="5400000">
              <a:off x="4653" y="1112"/>
              <a:ext cx="918" cy="68"/>
              <a:chOff x="1275" y="2268"/>
              <a:chExt cx="918" cy="68"/>
            </a:xfrm>
          </p:grpSpPr>
          <p:sp>
            <p:nvSpPr>
              <p:cNvPr id="1629" name="Freeform 37"/>
              <p:cNvSpPr/>
              <p:nvPr/>
            </p:nvSpPr>
            <p:spPr bwMode="auto">
              <a:xfrm rot="-5400000">
                <a:off x="1636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0" name="Freeform 38"/>
              <p:cNvSpPr/>
              <p:nvPr/>
            </p:nvSpPr>
            <p:spPr bwMode="auto">
              <a:xfrm rot="-5400000">
                <a:off x="1756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1" name="Freeform 39"/>
              <p:cNvSpPr/>
              <p:nvPr/>
            </p:nvSpPr>
            <p:spPr bwMode="auto">
              <a:xfrm rot="-5400000">
                <a:off x="1876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2" name="Line 40"/>
              <p:cNvSpPr>
                <a:spLocks noChangeShapeType="1"/>
              </p:cNvSpPr>
              <p:nvPr/>
            </p:nvSpPr>
            <p:spPr bwMode="auto">
              <a:xfrm rot="-5400000">
                <a:off x="2079" y="2217"/>
                <a:ext cx="0" cy="228"/>
              </a:xfrm>
              <a:prstGeom prst="line">
                <a:avLst/>
              </a:prstGeom>
              <a:noFill/>
              <a:ln w="38100">
                <a:solidFill>
                  <a:srgbClr val="3333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3" name="Line 41"/>
              <p:cNvSpPr>
                <a:spLocks noChangeShapeType="1"/>
              </p:cNvSpPr>
              <p:nvPr/>
            </p:nvSpPr>
            <p:spPr bwMode="auto">
              <a:xfrm rot="-5400000">
                <a:off x="1389" y="2217"/>
                <a:ext cx="0" cy="228"/>
              </a:xfrm>
              <a:prstGeom prst="line">
                <a:avLst/>
              </a:prstGeom>
              <a:noFill/>
              <a:ln w="38100">
                <a:solidFill>
                  <a:srgbClr val="3333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634" name="Freeform 42"/>
              <p:cNvSpPr/>
              <p:nvPr/>
            </p:nvSpPr>
            <p:spPr bwMode="auto">
              <a:xfrm rot="-5400000">
                <a:off x="1522" y="2242"/>
                <a:ext cx="68" cy="120"/>
              </a:xfrm>
              <a:custGeom>
                <a:avLst/>
                <a:gdLst>
                  <a:gd name="T0" fmla="*/ 0 w 140"/>
                  <a:gd name="T1" fmla="*/ 0 h 198"/>
                  <a:gd name="T2" fmla="*/ 58 w 140"/>
                  <a:gd name="T3" fmla="*/ 36 h 198"/>
                  <a:gd name="T4" fmla="*/ 58 w 140"/>
                  <a:gd name="T5" fmla="*/ 87 h 198"/>
                  <a:gd name="T6" fmla="*/ 0 w 140"/>
                  <a:gd name="T7" fmla="*/ 120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rgbClr val="3333CC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1800" kern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619" name="Oval 43"/>
            <p:cNvSpPr>
              <a:spLocks noChangeArrowheads="1"/>
            </p:cNvSpPr>
            <p:nvPr/>
          </p:nvSpPr>
          <p:spPr bwMode="auto">
            <a:xfrm>
              <a:off x="5047" y="1606"/>
              <a:ext cx="59" cy="5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rgbClr val="000000"/>
                </a:solidFill>
              </a:endParaRPr>
            </a:p>
          </p:txBody>
        </p:sp>
        <p:sp>
          <p:nvSpPr>
            <p:cNvPr id="1620" name="Oval 44"/>
            <p:cNvSpPr>
              <a:spLocks noChangeArrowheads="1"/>
            </p:cNvSpPr>
            <p:nvPr/>
          </p:nvSpPr>
          <p:spPr bwMode="auto">
            <a:xfrm>
              <a:off x="5053" y="628"/>
              <a:ext cx="59" cy="5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altLang="zh-CN" kern="0">
                <a:solidFill>
                  <a:srgbClr val="000000"/>
                </a:solidFill>
              </a:endParaRPr>
            </a:p>
          </p:txBody>
        </p:sp>
        <p:sp>
          <p:nvSpPr>
            <p:cNvPr id="1621" name="Text Box 45"/>
            <p:cNvSpPr txBox="1">
              <a:spLocks noChangeArrowheads="1"/>
            </p:cNvSpPr>
            <p:nvPr/>
          </p:nvSpPr>
          <p:spPr bwMode="auto">
            <a:xfrm>
              <a:off x="4872" y="354"/>
              <a:ext cx="407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FFFF6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FF0000"/>
                  </a:solidFill>
                </a:rPr>
                <a:t>W1</a:t>
              </a:r>
              <a:endParaRPr lang="en-US" altLang="zh-CN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22" name="Text Box 46"/>
            <p:cNvSpPr txBox="1">
              <a:spLocks noChangeArrowheads="1"/>
            </p:cNvSpPr>
            <p:nvPr/>
          </p:nvSpPr>
          <p:spPr bwMode="auto">
            <a:xfrm>
              <a:off x="4922" y="1631"/>
              <a:ext cx="407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FFFF6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FF0000"/>
                  </a:solidFill>
                </a:rPr>
                <a:t>W2</a:t>
              </a:r>
              <a:endParaRPr lang="en-US" altLang="zh-CN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23" name="Text Box 47"/>
            <p:cNvSpPr txBox="1">
              <a:spLocks noChangeArrowheads="1"/>
            </p:cNvSpPr>
            <p:nvPr/>
          </p:nvSpPr>
          <p:spPr bwMode="auto">
            <a:xfrm>
              <a:off x="3277" y="358"/>
              <a:ext cx="72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(</a:t>
              </a:r>
              <a:r>
                <a:rPr kumimoji="1" lang="zh-CN" altLang="en-US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首端</a:t>
              </a:r>
              <a:r>
                <a:rPr kumimoji="1" lang="en-US" altLang="zh-CN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)</a:t>
              </a:r>
              <a:endParaRPr kumimoji="1" lang="en-US" altLang="zh-CN" sz="2800" b="1" kern="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624" name="Text Box 48"/>
            <p:cNvSpPr txBox="1">
              <a:spLocks noChangeArrowheads="1"/>
            </p:cNvSpPr>
            <p:nvPr/>
          </p:nvSpPr>
          <p:spPr bwMode="auto">
            <a:xfrm>
              <a:off x="4224" y="698"/>
              <a:ext cx="22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>
                  <a:solidFill>
                    <a:srgbClr val="000000"/>
                  </a:solidFill>
                </a:rPr>
                <a:t>+</a:t>
              </a:r>
              <a:endParaRPr lang="en-US" altLang="zh-CN" sz="1600" b="1" kern="0">
                <a:solidFill>
                  <a:srgbClr val="000000"/>
                </a:solidFill>
              </a:endParaRPr>
            </a:p>
          </p:txBody>
        </p:sp>
        <p:sp>
          <p:nvSpPr>
            <p:cNvPr id="1625" name="Text Box 49"/>
            <p:cNvSpPr txBox="1">
              <a:spLocks noChangeArrowheads="1"/>
            </p:cNvSpPr>
            <p:nvPr/>
          </p:nvSpPr>
          <p:spPr bwMode="auto">
            <a:xfrm>
              <a:off x="4707" y="698"/>
              <a:ext cx="22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>
                  <a:solidFill>
                    <a:srgbClr val="000000"/>
                  </a:solidFill>
                </a:rPr>
                <a:t>+</a:t>
              </a:r>
              <a:endParaRPr lang="en-US" altLang="zh-CN" b="1" kern="0">
                <a:solidFill>
                  <a:srgbClr val="000000"/>
                </a:solidFill>
              </a:endParaRPr>
            </a:p>
          </p:txBody>
        </p:sp>
        <p:sp>
          <p:nvSpPr>
            <p:cNvPr id="1626" name="Text Box 50"/>
            <p:cNvSpPr txBox="1">
              <a:spLocks noChangeArrowheads="1"/>
            </p:cNvSpPr>
            <p:nvPr/>
          </p:nvSpPr>
          <p:spPr bwMode="auto">
            <a:xfrm>
              <a:off x="4224" y="119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>
                  <a:solidFill>
                    <a:srgbClr val="000000"/>
                  </a:solidFill>
                </a:rPr>
                <a:t>–</a:t>
              </a:r>
              <a:endParaRPr lang="en-US" altLang="zh-CN" b="1" kern="0">
                <a:solidFill>
                  <a:srgbClr val="000000"/>
                </a:solidFill>
              </a:endParaRPr>
            </a:p>
          </p:txBody>
        </p:sp>
        <p:sp>
          <p:nvSpPr>
            <p:cNvPr id="1627" name="Text Box 51"/>
            <p:cNvSpPr txBox="1">
              <a:spLocks noChangeArrowheads="1"/>
            </p:cNvSpPr>
            <p:nvPr/>
          </p:nvSpPr>
          <p:spPr bwMode="auto">
            <a:xfrm>
              <a:off x="4719" y="1191"/>
              <a:ext cx="26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000000"/>
                  </a:solidFill>
                </a:rPr>
                <a:t>–</a:t>
              </a:r>
              <a:r>
                <a:rPr lang="en-US" altLang="zh-CN" b="1" kern="0" dirty="0">
                  <a:solidFill>
                    <a:srgbClr val="3333CC"/>
                  </a:solidFill>
                </a:rPr>
                <a:t> </a:t>
              </a:r>
              <a:endParaRPr lang="en-US" altLang="zh-CN" b="1" kern="0" dirty="0">
                <a:solidFill>
                  <a:srgbClr val="3333CC"/>
                </a:solidFill>
              </a:endParaRPr>
            </a:p>
          </p:txBody>
        </p:sp>
        <p:sp>
          <p:nvSpPr>
            <p:cNvPr id="1628" name="Text Box 52"/>
            <p:cNvSpPr txBox="1">
              <a:spLocks noChangeArrowheads="1"/>
            </p:cNvSpPr>
            <p:nvPr/>
          </p:nvSpPr>
          <p:spPr bwMode="auto">
            <a:xfrm>
              <a:off x="5151" y="119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n-US" altLang="zh-CN" b="1" kern="0" dirty="0">
                  <a:solidFill>
                    <a:srgbClr val="000000"/>
                  </a:solidFill>
                </a:rPr>
                <a:t>–</a:t>
              </a:r>
              <a:endParaRPr lang="en-US" altLang="zh-CN" sz="1600" b="1" kern="0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1679" name="Group 201"/>
          <p:cNvGrpSpPr/>
          <p:nvPr/>
        </p:nvGrpSpPr>
        <p:grpSpPr bwMode="auto">
          <a:xfrm>
            <a:off x="3458344" y="3231405"/>
            <a:ext cx="1600200" cy="701675"/>
            <a:chOff x="2016" y="998"/>
            <a:chExt cx="1008" cy="442"/>
          </a:xfrm>
        </p:grpSpPr>
        <p:sp>
          <p:nvSpPr>
            <p:cNvPr id="1680" name="Text Box 202"/>
            <p:cNvSpPr txBox="1">
              <a:spLocks noChangeArrowheads="1"/>
            </p:cNvSpPr>
            <p:nvPr/>
          </p:nvSpPr>
          <p:spPr bwMode="auto">
            <a:xfrm>
              <a:off x="2352" y="998"/>
              <a:ext cx="67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99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zh-CN" altLang="zh-CN" sz="2800" b="1" kern="0" dirty="0">
                  <a:solidFill>
                    <a:srgbClr val="FF0000"/>
                  </a:solidFill>
                </a:rPr>
                <a:t>定子</a:t>
              </a:r>
              <a:endParaRPr lang="zh-CN" altLang="zh-CN" sz="2800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81" name="Line 203"/>
            <p:cNvSpPr>
              <a:spLocks noChangeShapeType="1"/>
            </p:cNvSpPr>
            <p:nvPr/>
          </p:nvSpPr>
          <p:spPr bwMode="auto">
            <a:xfrm flipH="1">
              <a:off x="2016" y="1248"/>
              <a:ext cx="384" cy="192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1" lang="zh-CN" altLang="en-US" sz="1800" kern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1685" name="Group 210"/>
          <p:cNvGrpSpPr/>
          <p:nvPr/>
        </p:nvGrpSpPr>
        <p:grpSpPr bwMode="auto">
          <a:xfrm>
            <a:off x="985020" y="2940892"/>
            <a:ext cx="3854452" cy="3800476"/>
            <a:chOff x="458" y="1151"/>
            <a:chExt cx="2428" cy="2394"/>
          </a:xfrm>
        </p:grpSpPr>
        <p:grpSp>
          <p:nvGrpSpPr>
            <p:cNvPr id="1686" name="Group 53"/>
            <p:cNvGrpSpPr/>
            <p:nvPr/>
          </p:nvGrpSpPr>
          <p:grpSpPr bwMode="auto">
            <a:xfrm>
              <a:off x="458" y="1151"/>
              <a:ext cx="2428" cy="2394"/>
              <a:chOff x="458" y="1151"/>
              <a:chExt cx="2428" cy="2394"/>
            </a:xfrm>
          </p:grpSpPr>
          <p:sp>
            <p:nvSpPr>
              <p:cNvPr id="1688" name="Text Box 54"/>
              <p:cNvSpPr txBox="1">
                <a:spLocks noChangeArrowheads="1"/>
              </p:cNvSpPr>
              <p:nvPr/>
            </p:nvSpPr>
            <p:spPr bwMode="auto">
              <a:xfrm>
                <a:off x="2430" y="1766"/>
                <a:ext cx="456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FFFF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lang="en-US" altLang="zh-CN" sz="2800" b="1" kern="0" dirty="0">
                    <a:solidFill>
                      <a:srgbClr val="3333CC"/>
                    </a:solidFill>
                  </a:rPr>
                  <a:t>W2</a:t>
                </a:r>
                <a:endParaRPr lang="en-US" altLang="zh-CN" sz="1600" b="1" kern="0" dirty="0">
                  <a:solidFill>
                    <a:srgbClr val="3333CC"/>
                  </a:solidFill>
                </a:endParaRPr>
              </a:p>
            </p:txBody>
          </p:sp>
          <p:sp>
            <p:nvSpPr>
              <p:cNvPr id="1689" name="Text Box 55"/>
              <p:cNvSpPr txBox="1">
                <a:spLocks noChangeArrowheads="1"/>
              </p:cNvSpPr>
              <p:nvPr/>
            </p:nvSpPr>
            <p:spPr bwMode="auto">
              <a:xfrm>
                <a:off x="1495" y="1151"/>
                <a:ext cx="393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FFFF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lang="en-US" altLang="zh-CN" sz="2800" b="1" kern="0" dirty="0">
                    <a:solidFill>
                      <a:srgbClr val="000099"/>
                    </a:solidFill>
                  </a:rPr>
                  <a:t>U1</a:t>
                </a:r>
                <a:endParaRPr lang="en-US" altLang="zh-CN" sz="1600" b="1" kern="0" dirty="0">
                  <a:solidFill>
                    <a:srgbClr val="000099"/>
                  </a:solidFill>
                </a:endParaRPr>
              </a:p>
            </p:txBody>
          </p:sp>
          <p:grpSp>
            <p:nvGrpSpPr>
              <p:cNvPr id="1690" name="Group 56"/>
              <p:cNvGrpSpPr/>
              <p:nvPr/>
            </p:nvGrpSpPr>
            <p:grpSpPr bwMode="auto">
              <a:xfrm>
                <a:off x="458" y="1437"/>
                <a:ext cx="2294" cy="2108"/>
                <a:chOff x="458" y="1437"/>
                <a:chExt cx="2294" cy="2108"/>
              </a:xfrm>
            </p:grpSpPr>
            <p:sp>
              <p:nvSpPr>
                <p:cNvPr id="1691" name="Text Box 57"/>
                <p:cNvSpPr txBox="1">
                  <a:spLocks noChangeArrowheads="1"/>
                </p:cNvSpPr>
                <p:nvPr/>
              </p:nvSpPr>
              <p:spPr bwMode="auto">
                <a:xfrm>
                  <a:off x="1472" y="3215"/>
                  <a:ext cx="393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FFFF66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 dirty="0">
                      <a:solidFill>
                        <a:srgbClr val="000099"/>
                      </a:solidFill>
                    </a:rPr>
                    <a:t>U2</a:t>
                  </a:r>
                  <a:endParaRPr lang="en-US" altLang="zh-CN" sz="1600" b="1" kern="0" dirty="0">
                    <a:solidFill>
                      <a:srgbClr val="000099"/>
                    </a:solidFill>
                  </a:endParaRPr>
                </a:p>
              </p:txBody>
            </p:sp>
            <p:sp>
              <p:nvSpPr>
                <p:cNvPr id="1692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458" y="1766"/>
                  <a:ext cx="393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FFFF66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 dirty="0">
                      <a:solidFill>
                        <a:srgbClr val="000099"/>
                      </a:solidFill>
                    </a:rPr>
                    <a:t>V2</a:t>
                  </a:r>
                  <a:endParaRPr lang="en-US" altLang="zh-CN" sz="2800" b="1" kern="0" dirty="0">
                    <a:solidFill>
                      <a:srgbClr val="000099"/>
                    </a:solidFill>
                  </a:endParaRPr>
                </a:p>
              </p:txBody>
            </p:sp>
            <p:sp>
              <p:nvSpPr>
                <p:cNvPr id="1693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1488" y="2622"/>
                  <a:ext cx="336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8080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i="1" kern="0">
                      <a:solidFill>
                        <a:srgbClr val="CC0000"/>
                      </a:solidFill>
                    </a:rPr>
                    <a:t>N</a:t>
                  </a:r>
                  <a:endParaRPr lang="en-US" altLang="zh-CN" sz="3200" b="1" i="1" kern="0">
                    <a:solidFill>
                      <a:srgbClr val="CC0000"/>
                    </a:solidFill>
                  </a:endParaRPr>
                </a:p>
              </p:txBody>
            </p:sp>
            <p:sp>
              <p:nvSpPr>
                <p:cNvPr id="1694" name="Text Box 60"/>
                <p:cNvSpPr txBox="1">
                  <a:spLocks noChangeArrowheads="1"/>
                </p:cNvSpPr>
                <p:nvPr/>
              </p:nvSpPr>
              <p:spPr bwMode="auto">
                <a:xfrm>
                  <a:off x="1488" y="1710"/>
                  <a:ext cx="336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8080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i="1" kern="0">
                      <a:solidFill>
                        <a:srgbClr val="CC0000"/>
                      </a:solidFill>
                    </a:rPr>
                    <a:t>S</a:t>
                  </a:r>
                  <a:endParaRPr lang="en-US" altLang="zh-CN" sz="1600" b="1" kern="0">
                    <a:solidFill>
                      <a:srgbClr val="CC0000"/>
                    </a:solidFill>
                  </a:endParaRPr>
                </a:p>
              </p:txBody>
            </p:sp>
            <p:sp>
              <p:nvSpPr>
                <p:cNvPr id="1695" name="Oval 61"/>
                <p:cNvSpPr>
                  <a:spLocks noChangeArrowheads="1"/>
                </p:cNvSpPr>
                <p:nvPr/>
              </p:nvSpPr>
              <p:spPr bwMode="auto">
                <a:xfrm>
                  <a:off x="729" y="1437"/>
                  <a:ext cx="1863" cy="1834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696" name="Group 62"/>
                <p:cNvGrpSpPr/>
                <p:nvPr/>
              </p:nvGrpSpPr>
              <p:grpSpPr bwMode="auto">
                <a:xfrm rot="924321">
                  <a:off x="912" y="2670"/>
                  <a:ext cx="208" cy="269"/>
                  <a:chOff x="1288" y="2249"/>
                  <a:chExt cx="208" cy="269"/>
                </a:xfrm>
              </p:grpSpPr>
              <p:sp>
                <p:nvSpPr>
                  <p:cNvPr id="1801" name="Line 63"/>
                  <p:cNvSpPr>
                    <a:spLocks noChangeShapeType="1"/>
                  </p:cNvSpPr>
                  <p:nvPr/>
                </p:nvSpPr>
                <p:spPr bwMode="auto">
                  <a:xfrm rot="-3449118">
                    <a:off x="1409" y="2430"/>
                    <a:ext cx="17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802" name="Line 64"/>
                  <p:cNvSpPr>
                    <a:spLocks noChangeShapeType="1"/>
                  </p:cNvSpPr>
                  <p:nvPr/>
                </p:nvSpPr>
                <p:spPr bwMode="auto">
                  <a:xfrm rot="-3449118">
                    <a:off x="1376" y="2364"/>
                    <a:ext cx="1" cy="17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803" name="Line 65"/>
                  <p:cNvSpPr>
                    <a:spLocks noChangeShapeType="1"/>
                  </p:cNvSpPr>
                  <p:nvPr/>
                </p:nvSpPr>
                <p:spPr bwMode="auto">
                  <a:xfrm rot="-3449118">
                    <a:off x="1259" y="2335"/>
                    <a:ext cx="17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697" name="Oval 66"/>
                <p:cNvSpPr>
                  <a:spLocks noChangeArrowheads="1"/>
                </p:cNvSpPr>
                <p:nvPr/>
              </p:nvSpPr>
              <p:spPr bwMode="auto">
                <a:xfrm>
                  <a:off x="966" y="1688"/>
                  <a:ext cx="1362" cy="1350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98" name="Oval 67"/>
                <p:cNvSpPr>
                  <a:spLocks noChangeArrowheads="1"/>
                </p:cNvSpPr>
                <p:nvPr/>
              </p:nvSpPr>
              <p:spPr bwMode="auto">
                <a:xfrm>
                  <a:off x="1031" y="1772"/>
                  <a:ext cx="1214" cy="1182"/>
                </a:xfrm>
                <a:prstGeom prst="ellips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699" name="Group 68"/>
                <p:cNvGrpSpPr/>
                <p:nvPr/>
              </p:nvGrpSpPr>
              <p:grpSpPr bwMode="auto">
                <a:xfrm>
                  <a:off x="1137" y="2030"/>
                  <a:ext cx="283" cy="678"/>
                  <a:chOff x="2268" y="1674"/>
                  <a:chExt cx="288" cy="678"/>
                </a:xfrm>
              </p:grpSpPr>
              <p:sp>
                <p:nvSpPr>
                  <p:cNvPr id="1798" name="Line 69"/>
                  <p:cNvSpPr>
                    <a:spLocks noChangeShapeType="1"/>
                  </p:cNvSpPr>
                  <p:nvPr/>
                </p:nvSpPr>
                <p:spPr bwMode="auto">
                  <a:xfrm>
                    <a:off x="2268" y="1674"/>
                    <a:ext cx="288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66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9" name="Line 70"/>
                  <p:cNvSpPr>
                    <a:spLocks noChangeShapeType="1"/>
                  </p:cNvSpPr>
                  <p:nvPr/>
                </p:nvSpPr>
                <p:spPr bwMode="auto">
                  <a:xfrm>
                    <a:off x="2550" y="1674"/>
                    <a:ext cx="0" cy="678"/>
                  </a:xfrm>
                  <a:prstGeom prst="line">
                    <a:avLst/>
                  </a:prstGeom>
                  <a:noFill/>
                  <a:ln w="38100">
                    <a:solidFill>
                      <a:srgbClr val="0066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800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2268" y="2340"/>
                    <a:ext cx="288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66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00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1844" y="2030"/>
                  <a:ext cx="289" cy="1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01" name="Line 73"/>
                <p:cNvSpPr>
                  <a:spLocks noChangeShapeType="1"/>
                </p:cNvSpPr>
                <p:nvPr/>
              </p:nvSpPr>
              <p:spPr bwMode="auto">
                <a:xfrm flipH="1">
                  <a:off x="1850" y="2030"/>
                  <a:ext cx="1" cy="678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02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1844" y="2696"/>
                  <a:ext cx="295" cy="1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03" name="Rectangle 75"/>
                <p:cNvSpPr>
                  <a:spLocks noChangeArrowheads="1"/>
                </p:cNvSpPr>
                <p:nvPr/>
              </p:nvSpPr>
              <p:spPr bwMode="auto">
                <a:xfrm>
                  <a:off x="2139" y="2552"/>
                  <a:ext cx="65" cy="12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808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04" name="Rectangle 76"/>
                <p:cNvSpPr>
                  <a:spLocks noChangeArrowheads="1"/>
                </p:cNvSpPr>
                <p:nvPr/>
              </p:nvSpPr>
              <p:spPr bwMode="auto">
                <a:xfrm>
                  <a:off x="2186" y="2168"/>
                  <a:ext cx="95" cy="36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808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05" name="Rectangle 77"/>
                <p:cNvSpPr>
                  <a:spLocks noChangeArrowheads="1"/>
                </p:cNvSpPr>
                <p:nvPr/>
              </p:nvSpPr>
              <p:spPr bwMode="auto">
                <a:xfrm>
                  <a:off x="1043" y="2120"/>
                  <a:ext cx="65" cy="12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808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06" name="Rectangle 78"/>
                <p:cNvSpPr>
                  <a:spLocks noChangeArrowheads="1"/>
                </p:cNvSpPr>
                <p:nvPr/>
              </p:nvSpPr>
              <p:spPr bwMode="auto">
                <a:xfrm>
                  <a:off x="2175" y="2108"/>
                  <a:ext cx="64" cy="12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00808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07" name="Rectangle 79"/>
                <p:cNvSpPr>
                  <a:spLocks noChangeArrowheads="1"/>
                </p:cNvSpPr>
                <p:nvPr/>
              </p:nvSpPr>
              <p:spPr bwMode="auto">
                <a:xfrm>
                  <a:off x="2180" y="2480"/>
                  <a:ext cx="65" cy="12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808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08" name="Text Box 80"/>
                <p:cNvSpPr txBox="1">
                  <a:spLocks noChangeArrowheads="1"/>
                </p:cNvSpPr>
                <p:nvPr/>
              </p:nvSpPr>
              <p:spPr bwMode="auto">
                <a:xfrm>
                  <a:off x="553" y="2831"/>
                  <a:ext cx="456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FFFF66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 dirty="0">
                      <a:solidFill>
                        <a:srgbClr val="000099"/>
                      </a:solidFill>
                    </a:rPr>
                    <a:t>W1</a:t>
                  </a:r>
                  <a:endParaRPr lang="en-US" altLang="zh-CN" sz="1600" b="1" kern="0" dirty="0">
                    <a:solidFill>
                      <a:srgbClr val="000099"/>
                    </a:solidFill>
                  </a:endParaRPr>
                </a:p>
              </p:txBody>
            </p:sp>
            <p:sp>
              <p:nvSpPr>
                <p:cNvPr id="1709" name="Text Box 81"/>
                <p:cNvSpPr txBox="1">
                  <a:spLocks noChangeArrowheads="1"/>
                </p:cNvSpPr>
                <p:nvPr/>
              </p:nvSpPr>
              <p:spPr bwMode="auto">
                <a:xfrm>
                  <a:off x="1877" y="2266"/>
                  <a:ext cx="211" cy="40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3600" kern="0">
                      <a:solidFill>
                        <a:srgbClr val="FF3300"/>
                      </a:solidFill>
                    </a:rPr>
                    <a:t>-</a:t>
                  </a:r>
                  <a:endParaRPr lang="en-US" altLang="zh-CN" sz="3200" kern="0">
                    <a:solidFill>
                      <a:srgbClr val="FF3300"/>
                    </a:solidFill>
                  </a:endParaRPr>
                </a:p>
              </p:txBody>
            </p:sp>
            <p:sp>
              <p:nvSpPr>
                <p:cNvPr id="1710" name="Text Box 82"/>
                <p:cNvSpPr txBox="1">
                  <a:spLocks noChangeArrowheads="1"/>
                </p:cNvSpPr>
                <p:nvPr/>
              </p:nvSpPr>
              <p:spPr bwMode="auto">
                <a:xfrm>
                  <a:off x="1872" y="2094"/>
                  <a:ext cx="144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E1EDFB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FFFF66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b="1" kern="0">
                      <a:solidFill>
                        <a:srgbClr val="FF3300"/>
                      </a:solidFill>
                    </a:rPr>
                    <a:t>+</a:t>
                  </a:r>
                  <a:endParaRPr lang="en-US" altLang="zh-CN" b="1" kern="0">
                    <a:solidFill>
                      <a:srgbClr val="FF3300"/>
                    </a:solidFill>
                  </a:endParaRPr>
                </a:p>
              </p:txBody>
            </p:sp>
            <p:sp>
              <p:nvSpPr>
                <p:cNvPr id="1711" name="Freeform 83"/>
                <p:cNvSpPr/>
                <p:nvPr/>
              </p:nvSpPr>
              <p:spPr bwMode="auto">
                <a:xfrm>
                  <a:off x="1536" y="1682"/>
                  <a:ext cx="192" cy="16"/>
                </a:xfrm>
                <a:custGeom>
                  <a:avLst/>
                  <a:gdLst>
                    <a:gd name="T0" fmla="*/ 0 w 192"/>
                    <a:gd name="T1" fmla="*/ 16 h 16"/>
                    <a:gd name="T2" fmla="*/ 192 w 192"/>
                    <a:gd name="T3" fmla="*/ 10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16">
                      <a:moveTo>
                        <a:pt x="0" y="16"/>
                      </a:moveTo>
                      <a:cubicBezTo>
                        <a:pt x="64" y="0"/>
                        <a:pt x="126" y="10"/>
                        <a:pt x="192" y="10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B6D8FA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1712" name="Group 84"/>
                <p:cNvGrpSpPr/>
                <p:nvPr/>
              </p:nvGrpSpPr>
              <p:grpSpPr bwMode="auto">
                <a:xfrm>
                  <a:off x="1536" y="1540"/>
                  <a:ext cx="192" cy="167"/>
                  <a:chOff x="1728" y="934"/>
                  <a:chExt cx="192" cy="167"/>
                </a:xfrm>
              </p:grpSpPr>
              <p:sp>
                <p:nvSpPr>
                  <p:cNvPr id="1795" name="Line 85"/>
                  <p:cNvSpPr>
                    <a:spLocks noChangeShapeType="1"/>
                  </p:cNvSpPr>
                  <p:nvPr/>
                </p:nvSpPr>
                <p:spPr bwMode="auto">
                  <a:xfrm>
                    <a:off x="1728" y="934"/>
                    <a:ext cx="0" cy="16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6" name="Line 86"/>
                  <p:cNvSpPr>
                    <a:spLocks noChangeShapeType="1"/>
                  </p:cNvSpPr>
                  <p:nvPr/>
                </p:nvSpPr>
                <p:spPr bwMode="auto">
                  <a:xfrm>
                    <a:off x="1728" y="936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7" name="Line 87"/>
                  <p:cNvSpPr>
                    <a:spLocks noChangeShapeType="1"/>
                  </p:cNvSpPr>
                  <p:nvPr/>
                </p:nvSpPr>
                <p:spPr bwMode="auto">
                  <a:xfrm>
                    <a:off x="1920" y="936"/>
                    <a:ext cx="0" cy="16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13" name="Oval 88"/>
                <p:cNvSpPr>
                  <a:spLocks noChangeArrowheads="1"/>
                </p:cNvSpPr>
                <p:nvPr/>
              </p:nvSpPr>
              <p:spPr bwMode="auto">
                <a:xfrm rot="3070882">
                  <a:off x="1572" y="1569"/>
                  <a:ext cx="120" cy="120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14" name="Oval 89"/>
                <p:cNvSpPr>
                  <a:spLocks noChangeArrowheads="1"/>
                </p:cNvSpPr>
                <p:nvPr/>
              </p:nvSpPr>
              <p:spPr bwMode="auto">
                <a:xfrm flipH="1">
                  <a:off x="1968" y="2126"/>
                  <a:ext cx="46" cy="48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15" name="Freeform 90"/>
                <p:cNvSpPr/>
                <p:nvPr/>
              </p:nvSpPr>
              <p:spPr bwMode="auto">
                <a:xfrm rot="2091090" flipH="1">
                  <a:off x="1373" y="2305"/>
                  <a:ext cx="67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7 w 140"/>
                    <a:gd name="T3" fmla="*/ 36 h 198"/>
                    <a:gd name="T4" fmla="*/ 57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000000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16" name="Freeform 91"/>
                <p:cNvSpPr/>
                <p:nvPr/>
              </p:nvSpPr>
              <p:spPr bwMode="auto">
                <a:xfrm rot="12084564" flipH="1">
                  <a:off x="1827" y="2233"/>
                  <a:ext cx="67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7 w 140"/>
                    <a:gd name="T3" fmla="*/ 36 h 198"/>
                    <a:gd name="T4" fmla="*/ 57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000000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17" name="Freeform 92"/>
                <p:cNvSpPr/>
                <p:nvPr/>
              </p:nvSpPr>
              <p:spPr bwMode="auto">
                <a:xfrm rot="2224694" flipH="1">
                  <a:off x="1366" y="2120"/>
                  <a:ext cx="73" cy="119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6 h 198"/>
                    <a:gd name="T4" fmla="*/ 63 w 140"/>
                    <a:gd name="T5" fmla="*/ 87 h 198"/>
                    <a:gd name="T6" fmla="*/ 0 w 140"/>
                    <a:gd name="T7" fmla="*/ 119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000000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18" name="Line 93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1918" y="2524"/>
                  <a:ext cx="1" cy="14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19" name="Freeform 94"/>
                <p:cNvSpPr/>
                <p:nvPr/>
              </p:nvSpPr>
              <p:spPr bwMode="auto">
                <a:xfrm rot="2091090" flipH="1">
                  <a:off x="1373" y="2461"/>
                  <a:ext cx="67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7 w 140"/>
                    <a:gd name="T3" fmla="*/ 36 h 198"/>
                    <a:gd name="T4" fmla="*/ 57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000000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0" name="Freeform 95"/>
                <p:cNvSpPr/>
                <p:nvPr/>
              </p:nvSpPr>
              <p:spPr bwMode="auto">
                <a:xfrm rot="12084564" flipH="1">
                  <a:off x="1827" y="2389"/>
                  <a:ext cx="67" cy="120"/>
                </a:xfrm>
                <a:custGeom>
                  <a:avLst/>
                  <a:gdLst>
                    <a:gd name="T0" fmla="*/ 0 w 140"/>
                    <a:gd name="T1" fmla="*/ 0 h 198"/>
                    <a:gd name="T2" fmla="*/ 57 w 140"/>
                    <a:gd name="T3" fmla="*/ 36 h 198"/>
                    <a:gd name="T4" fmla="*/ 57 w 140"/>
                    <a:gd name="T5" fmla="*/ 87 h 198"/>
                    <a:gd name="T6" fmla="*/ 0 w 140"/>
                    <a:gd name="T7" fmla="*/ 120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000000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1" name="Line 96"/>
                <p:cNvSpPr>
                  <a:spLocks noChangeShapeType="1"/>
                </p:cNvSpPr>
                <p:nvPr/>
              </p:nvSpPr>
              <p:spPr bwMode="auto">
                <a:xfrm flipH="1" flipV="1">
                  <a:off x="1432" y="2151"/>
                  <a:ext cx="54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2" name="Line 97"/>
                <p:cNvSpPr>
                  <a:spLocks noChangeShapeType="1"/>
                </p:cNvSpPr>
                <p:nvPr/>
              </p:nvSpPr>
              <p:spPr bwMode="auto">
                <a:xfrm flipH="1" flipV="1">
                  <a:off x="1407" y="2322"/>
                  <a:ext cx="431" cy="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3" name="Line 98"/>
                <p:cNvSpPr>
                  <a:spLocks noChangeShapeType="1"/>
                </p:cNvSpPr>
                <p:nvPr/>
              </p:nvSpPr>
              <p:spPr bwMode="auto">
                <a:xfrm flipH="1" flipV="1">
                  <a:off x="1407" y="2478"/>
                  <a:ext cx="431" cy="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4" name="Oval 99"/>
                <p:cNvSpPr>
                  <a:spLocks noChangeArrowheads="1"/>
                </p:cNvSpPr>
                <p:nvPr/>
              </p:nvSpPr>
              <p:spPr bwMode="auto">
                <a:xfrm flipH="1">
                  <a:off x="1968" y="2556"/>
                  <a:ext cx="46" cy="48"/>
                </a:xfrm>
                <a:prstGeom prst="ellipse">
                  <a:avLst/>
                </a:prstGeom>
                <a:solidFill>
                  <a:srgbClr val="E1EDFB"/>
                </a:solidFill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25" name="Freeform 100"/>
                <p:cNvSpPr/>
                <p:nvPr/>
              </p:nvSpPr>
              <p:spPr bwMode="auto">
                <a:xfrm>
                  <a:off x="2069" y="1935"/>
                  <a:ext cx="133" cy="231"/>
                </a:xfrm>
                <a:custGeom>
                  <a:avLst/>
                  <a:gdLst>
                    <a:gd name="T0" fmla="*/ 7 w 133"/>
                    <a:gd name="T1" fmla="*/ 9 h 231"/>
                    <a:gd name="T2" fmla="*/ 31 w 133"/>
                    <a:gd name="T3" fmla="*/ 39 h 231"/>
                    <a:gd name="T4" fmla="*/ 55 w 133"/>
                    <a:gd name="T5" fmla="*/ 69 h 231"/>
                    <a:gd name="T6" fmla="*/ 79 w 133"/>
                    <a:gd name="T7" fmla="*/ 99 h 231"/>
                    <a:gd name="T8" fmla="*/ 103 w 133"/>
                    <a:gd name="T9" fmla="*/ 153 h 231"/>
                    <a:gd name="T10" fmla="*/ 133 w 133"/>
                    <a:gd name="T11" fmla="*/ 231 h 2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3" h="231">
                      <a:moveTo>
                        <a:pt x="7" y="9"/>
                      </a:moveTo>
                      <a:cubicBezTo>
                        <a:pt x="22" y="54"/>
                        <a:pt x="0" y="0"/>
                        <a:pt x="31" y="39"/>
                      </a:cubicBezTo>
                      <a:cubicBezTo>
                        <a:pt x="64" y="80"/>
                        <a:pt x="3" y="35"/>
                        <a:pt x="55" y="69"/>
                      </a:cubicBezTo>
                      <a:cubicBezTo>
                        <a:pt x="70" y="114"/>
                        <a:pt x="48" y="60"/>
                        <a:pt x="79" y="99"/>
                      </a:cubicBezTo>
                      <a:cubicBezTo>
                        <a:pt x="90" y="112"/>
                        <a:pt x="95" y="137"/>
                        <a:pt x="103" y="153"/>
                      </a:cubicBezTo>
                      <a:cubicBezTo>
                        <a:pt x="115" y="177"/>
                        <a:pt x="133" y="203"/>
                        <a:pt x="133" y="231"/>
                      </a:cubicBezTo>
                    </a:path>
                  </a:pathLst>
                </a:custGeom>
                <a:solidFill>
                  <a:schemeClr val="bg1"/>
                </a:solidFill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6" name="Line 101"/>
                <p:cNvSpPr>
                  <a:spLocks noChangeShapeType="1"/>
                </p:cNvSpPr>
                <p:nvPr/>
              </p:nvSpPr>
              <p:spPr bwMode="auto">
                <a:xfrm>
                  <a:off x="2064" y="1950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7" name="Freeform 102"/>
                <p:cNvSpPr/>
                <p:nvPr/>
              </p:nvSpPr>
              <p:spPr bwMode="auto">
                <a:xfrm>
                  <a:off x="2076" y="2028"/>
                  <a:ext cx="47" cy="66"/>
                </a:xfrm>
                <a:custGeom>
                  <a:avLst/>
                  <a:gdLst>
                    <a:gd name="T0" fmla="*/ 0 w 36"/>
                    <a:gd name="T1" fmla="*/ 0 h 1"/>
                    <a:gd name="T2" fmla="*/ 47 w 36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6" h="1">
                      <a:moveTo>
                        <a:pt x="0" y="0"/>
                      </a:moveTo>
                      <a:cubicBezTo>
                        <a:pt x="12" y="0"/>
                        <a:pt x="24" y="0"/>
                        <a:pt x="36" y="0"/>
                      </a:cubicBezTo>
                    </a:path>
                  </a:pathLst>
                </a:custGeom>
                <a:noFill/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28" name="Freeform 103"/>
                <p:cNvSpPr/>
                <p:nvPr/>
              </p:nvSpPr>
              <p:spPr bwMode="auto">
                <a:xfrm>
                  <a:off x="1128" y="2688"/>
                  <a:ext cx="90" cy="6"/>
                </a:xfrm>
                <a:custGeom>
                  <a:avLst/>
                  <a:gdLst>
                    <a:gd name="T0" fmla="*/ 0 w 90"/>
                    <a:gd name="T1" fmla="*/ 0 h 6"/>
                    <a:gd name="T2" fmla="*/ 90 w 90"/>
                    <a:gd name="T3" fmla="*/ 6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0" h="6">
                      <a:moveTo>
                        <a:pt x="0" y="0"/>
                      </a:moveTo>
                      <a:cubicBezTo>
                        <a:pt x="86" y="6"/>
                        <a:pt x="56" y="6"/>
                        <a:pt x="90" y="6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1729" name="Group 104"/>
                <p:cNvGrpSpPr/>
                <p:nvPr/>
              </p:nvGrpSpPr>
              <p:grpSpPr bwMode="auto">
                <a:xfrm flipV="1">
                  <a:off x="1584" y="3031"/>
                  <a:ext cx="204" cy="167"/>
                  <a:chOff x="1728" y="934"/>
                  <a:chExt cx="192" cy="167"/>
                </a:xfrm>
              </p:grpSpPr>
              <p:sp>
                <p:nvSpPr>
                  <p:cNvPr id="1792" name="Line 105"/>
                  <p:cNvSpPr>
                    <a:spLocks noChangeShapeType="1"/>
                  </p:cNvSpPr>
                  <p:nvPr/>
                </p:nvSpPr>
                <p:spPr bwMode="auto">
                  <a:xfrm>
                    <a:off x="1728" y="934"/>
                    <a:ext cx="0" cy="16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3" name="Line 106"/>
                  <p:cNvSpPr>
                    <a:spLocks noChangeShapeType="1"/>
                  </p:cNvSpPr>
                  <p:nvPr/>
                </p:nvSpPr>
                <p:spPr bwMode="auto">
                  <a:xfrm>
                    <a:off x="1728" y="936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4" name="Line 107"/>
                  <p:cNvSpPr>
                    <a:spLocks noChangeShapeType="1"/>
                  </p:cNvSpPr>
                  <p:nvPr/>
                </p:nvSpPr>
                <p:spPr bwMode="auto">
                  <a:xfrm>
                    <a:off x="1920" y="936"/>
                    <a:ext cx="0" cy="16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30" name="Freeform 108"/>
                <p:cNvSpPr/>
                <p:nvPr/>
              </p:nvSpPr>
              <p:spPr bwMode="auto">
                <a:xfrm>
                  <a:off x="1590" y="3031"/>
                  <a:ext cx="174" cy="12"/>
                </a:xfrm>
                <a:custGeom>
                  <a:avLst/>
                  <a:gdLst>
                    <a:gd name="T0" fmla="*/ 0 w 174"/>
                    <a:gd name="T1" fmla="*/ 12 h 12"/>
                    <a:gd name="T2" fmla="*/ 174 w 174"/>
                    <a:gd name="T3" fmla="*/ 0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4" h="12">
                      <a:moveTo>
                        <a:pt x="0" y="12"/>
                      </a:moveTo>
                      <a:cubicBezTo>
                        <a:pt x="58" y="8"/>
                        <a:pt x="116" y="0"/>
                        <a:pt x="174" y="0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D4ECFC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1731" name="Group 109"/>
                <p:cNvGrpSpPr/>
                <p:nvPr/>
              </p:nvGrpSpPr>
              <p:grpSpPr bwMode="auto">
                <a:xfrm>
                  <a:off x="2244" y="1963"/>
                  <a:ext cx="224" cy="207"/>
                  <a:chOff x="2436" y="1380"/>
                  <a:chExt cx="238" cy="207"/>
                </a:xfrm>
              </p:grpSpPr>
              <p:sp>
                <p:nvSpPr>
                  <p:cNvPr id="1789" name="Line 110"/>
                  <p:cNvSpPr>
                    <a:spLocks noChangeShapeType="1"/>
                  </p:cNvSpPr>
                  <p:nvPr/>
                </p:nvSpPr>
                <p:spPr bwMode="auto">
                  <a:xfrm rot="20254596" flipH="1">
                    <a:off x="2497" y="1580"/>
                    <a:ext cx="177" cy="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0" name="Line 111"/>
                  <p:cNvSpPr>
                    <a:spLocks noChangeShapeType="1"/>
                  </p:cNvSpPr>
                  <p:nvPr/>
                </p:nvSpPr>
                <p:spPr bwMode="auto">
                  <a:xfrm rot="20254596" flipH="1">
                    <a:off x="2436" y="1425"/>
                    <a:ext cx="156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91" name="Freeform 112"/>
                  <p:cNvSpPr/>
                  <p:nvPr/>
                </p:nvSpPr>
                <p:spPr bwMode="auto">
                  <a:xfrm>
                    <a:off x="2586" y="1380"/>
                    <a:ext cx="78" cy="174"/>
                  </a:xfrm>
                  <a:custGeom>
                    <a:avLst/>
                    <a:gdLst>
                      <a:gd name="T0" fmla="*/ 0 w 78"/>
                      <a:gd name="T1" fmla="*/ 0 h 174"/>
                      <a:gd name="T2" fmla="*/ 48 w 78"/>
                      <a:gd name="T3" fmla="*/ 90 h 174"/>
                      <a:gd name="T4" fmla="*/ 78 w 78"/>
                      <a:gd name="T5" fmla="*/ 174 h 1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8" h="174">
                        <a:moveTo>
                          <a:pt x="0" y="0"/>
                        </a:moveTo>
                        <a:cubicBezTo>
                          <a:pt x="11" y="32"/>
                          <a:pt x="34" y="59"/>
                          <a:pt x="48" y="90"/>
                        </a:cubicBezTo>
                        <a:cubicBezTo>
                          <a:pt x="60" y="117"/>
                          <a:pt x="65" y="147"/>
                          <a:pt x="78" y="174"/>
                        </a:cubicBezTo>
                      </a:path>
                    </a:pathLst>
                  </a:custGeom>
                  <a:noFill/>
                  <a:ln w="38100" cap="flat" cmpd="sng">
                    <a:solidFill>
                      <a:srgbClr val="000000"/>
                    </a:solidFill>
                    <a:prstDash val="solid"/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33CC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32" name="Freeform 113"/>
                <p:cNvSpPr/>
                <p:nvPr/>
              </p:nvSpPr>
              <p:spPr bwMode="auto">
                <a:xfrm>
                  <a:off x="2244" y="2052"/>
                  <a:ext cx="60" cy="156"/>
                </a:xfrm>
                <a:custGeom>
                  <a:avLst/>
                  <a:gdLst>
                    <a:gd name="T0" fmla="*/ 0 w 60"/>
                    <a:gd name="T1" fmla="*/ 0 h 150"/>
                    <a:gd name="T2" fmla="*/ 6 w 60"/>
                    <a:gd name="T3" fmla="*/ 19 h 150"/>
                    <a:gd name="T4" fmla="*/ 18 w 60"/>
                    <a:gd name="T5" fmla="*/ 37 h 150"/>
                    <a:gd name="T6" fmla="*/ 36 w 60"/>
                    <a:gd name="T7" fmla="*/ 94 h 150"/>
                    <a:gd name="T8" fmla="*/ 60 w 60"/>
                    <a:gd name="T9" fmla="*/ 156 h 1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0" h="150">
                      <a:moveTo>
                        <a:pt x="0" y="0"/>
                      </a:moveTo>
                      <a:cubicBezTo>
                        <a:pt x="2" y="6"/>
                        <a:pt x="3" y="12"/>
                        <a:pt x="6" y="18"/>
                      </a:cubicBezTo>
                      <a:cubicBezTo>
                        <a:pt x="9" y="24"/>
                        <a:pt x="15" y="29"/>
                        <a:pt x="18" y="36"/>
                      </a:cubicBezTo>
                      <a:cubicBezTo>
                        <a:pt x="26" y="53"/>
                        <a:pt x="25" y="74"/>
                        <a:pt x="36" y="90"/>
                      </a:cubicBezTo>
                      <a:cubicBezTo>
                        <a:pt x="48" y="108"/>
                        <a:pt x="60" y="127"/>
                        <a:pt x="60" y="150"/>
                      </a:cubicBezTo>
                    </a:path>
                  </a:pathLst>
                </a:custGeom>
                <a:noFill/>
                <a:ln w="7620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grpSp>
              <p:nvGrpSpPr>
                <p:cNvPr id="1733" name="Group 114"/>
                <p:cNvGrpSpPr/>
                <p:nvPr/>
              </p:nvGrpSpPr>
              <p:grpSpPr bwMode="auto">
                <a:xfrm rot="-1785581">
                  <a:off x="813" y="1966"/>
                  <a:ext cx="277" cy="255"/>
                  <a:chOff x="1234" y="1056"/>
                  <a:chExt cx="254" cy="258"/>
                </a:xfrm>
              </p:grpSpPr>
              <p:sp>
                <p:nvSpPr>
                  <p:cNvPr id="1786" name="Line 115"/>
                  <p:cNvSpPr>
                    <a:spLocks noChangeShapeType="1"/>
                  </p:cNvSpPr>
                  <p:nvPr/>
                </p:nvSpPr>
                <p:spPr bwMode="auto">
                  <a:xfrm rot="3070882">
                    <a:off x="1219" y="1226"/>
                    <a:ext cx="17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87" name="Line 116"/>
                  <p:cNvSpPr>
                    <a:spLocks noChangeShapeType="1"/>
                  </p:cNvSpPr>
                  <p:nvPr/>
                </p:nvSpPr>
                <p:spPr bwMode="auto">
                  <a:xfrm rot="3070882">
                    <a:off x="1322" y="1020"/>
                    <a:ext cx="1" cy="17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88" name="Line 117"/>
                  <p:cNvSpPr>
                    <a:spLocks noChangeShapeType="1"/>
                  </p:cNvSpPr>
                  <p:nvPr/>
                </p:nvSpPr>
                <p:spPr bwMode="auto">
                  <a:xfrm>
                    <a:off x="1392" y="1056"/>
                    <a:ext cx="96" cy="144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34" name="Freeform 118"/>
                <p:cNvSpPr/>
                <p:nvPr/>
              </p:nvSpPr>
              <p:spPr bwMode="auto">
                <a:xfrm>
                  <a:off x="1056" y="2694"/>
                  <a:ext cx="99" cy="163"/>
                </a:xfrm>
                <a:custGeom>
                  <a:avLst/>
                  <a:gdLst>
                    <a:gd name="T0" fmla="*/ 0 w 99"/>
                    <a:gd name="T1" fmla="*/ 0 h 163"/>
                    <a:gd name="T2" fmla="*/ 24 w 99"/>
                    <a:gd name="T3" fmla="*/ 8 h 163"/>
                    <a:gd name="T4" fmla="*/ 40 w 99"/>
                    <a:gd name="T5" fmla="*/ 56 h 163"/>
                    <a:gd name="T6" fmla="*/ 96 w 99"/>
                    <a:gd name="T7" fmla="*/ 120 h 163"/>
                    <a:gd name="T8" fmla="*/ 96 w 99"/>
                    <a:gd name="T9" fmla="*/ 136 h 1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9" h="163">
                      <a:moveTo>
                        <a:pt x="0" y="0"/>
                      </a:moveTo>
                      <a:cubicBezTo>
                        <a:pt x="8" y="3"/>
                        <a:pt x="19" y="1"/>
                        <a:pt x="24" y="8"/>
                      </a:cubicBezTo>
                      <a:cubicBezTo>
                        <a:pt x="34" y="22"/>
                        <a:pt x="35" y="40"/>
                        <a:pt x="40" y="56"/>
                      </a:cubicBezTo>
                      <a:cubicBezTo>
                        <a:pt x="76" y="163"/>
                        <a:pt x="57" y="68"/>
                        <a:pt x="96" y="120"/>
                      </a:cubicBezTo>
                      <a:cubicBezTo>
                        <a:pt x="99" y="124"/>
                        <a:pt x="96" y="131"/>
                        <a:pt x="96" y="136"/>
                      </a:cubicBezTo>
                    </a:path>
                  </a:pathLst>
                </a:custGeom>
                <a:solidFill>
                  <a:schemeClr val="bg1"/>
                </a:solidFill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35" name="Freeform 119"/>
                <p:cNvSpPr/>
                <p:nvPr/>
              </p:nvSpPr>
              <p:spPr bwMode="auto">
                <a:xfrm>
                  <a:off x="1026" y="2174"/>
                  <a:ext cx="38" cy="288"/>
                </a:xfrm>
                <a:custGeom>
                  <a:avLst/>
                  <a:gdLst>
                    <a:gd name="T0" fmla="*/ 38 w 38"/>
                    <a:gd name="T1" fmla="*/ 0 h 288"/>
                    <a:gd name="T2" fmla="*/ 30 w 38"/>
                    <a:gd name="T3" fmla="*/ 32 h 288"/>
                    <a:gd name="T4" fmla="*/ 14 w 38"/>
                    <a:gd name="T5" fmla="*/ 80 h 288"/>
                    <a:gd name="T6" fmla="*/ 6 w 38"/>
                    <a:gd name="T7" fmla="*/ 288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" h="288">
                      <a:moveTo>
                        <a:pt x="38" y="0"/>
                      </a:moveTo>
                      <a:cubicBezTo>
                        <a:pt x="35" y="11"/>
                        <a:pt x="33" y="21"/>
                        <a:pt x="30" y="32"/>
                      </a:cubicBezTo>
                      <a:cubicBezTo>
                        <a:pt x="25" y="48"/>
                        <a:pt x="14" y="80"/>
                        <a:pt x="14" y="80"/>
                      </a:cubicBezTo>
                      <a:cubicBezTo>
                        <a:pt x="0" y="192"/>
                        <a:pt x="6" y="123"/>
                        <a:pt x="6" y="288"/>
                      </a:cubicBezTo>
                    </a:path>
                  </a:pathLst>
                </a:custGeom>
                <a:solidFill>
                  <a:srgbClr val="0000FF"/>
                </a:solidFill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36" name="Freeform 120"/>
                <p:cNvSpPr/>
                <p:nvPr/>
              </p:nvSpPr>
              <p:spPr bwMode="auto">
                <a:xfrm>
                  <a:off x="1025" y="2443"/>
                  <a:ext cx="95" cy="251"/>
                </a:xfrm>
                <a:custGeom>
                  <a:avLst/>
                  <a:gdLst>
                    <a:gd name="T0" fmla="*/ 16 w 88"/>
                    <a:gd name="T1" fmla="*/ 3 h 251"/>
                    <a:gd name="T2" fmla="*/ 64 w 88"/>
                    <a:gd name="T3" fmla="*/ 179 h 251"/>
                    <a:gd name="T4" fmla="*/ 80 w 88"/>
                    <a:gd name="T5" fmla="*/ 227 h 251"/>
                    <a:gd name="T6" fmla="*/ 88 w 88"/>
                    <a:gd name="T7" fmla="*/ 251 h 251"/>
                    <a:gd name="T8" fmla="*/ 80 w 88"/>
                    <a:gd name="T9" fmla="*/ 227 h 251"/>
                    <a:gd name="T10" fmla="*/ 64 w 88"/>
                    <a:gd name="T11" fmla="*/ 203 h 251"/>
                    <a:gd name="T12" fmla="*/ 0 w 88"/>
                    <a:gd name="T13" fmla="*/ 27 h 251"/>
                    <a:gd name="T14" fmla="*/ 16 w 88"/>
                    <a:gd name="T15" fmla="*/ 3 h 25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88" h="251">
                      <a:moveTo>
                        <a:pt x="16" y="3"/>
                      </a:moveTo>
                      <a:cubicBezTo>
                        <a:pt x="25" y="65"/>
                        <a:pt x="44" y="120"/>
                        <a:pt x="64" y="179"/>
                      </a:cubicBezTo>
                      <a:cubicBezTo>
                        <a:pt x="69" y="195"/>
                        <a:pt x="75" y="211"/>
                        <a:pt x="80" y="227"/>
                      </a:cubicBezTo>
                      <a:cubicBezTo>
                        <a:pt x="83" y="235"/>
                        <a:pt x="88" y="251"/>
                        <a:pt x="88" y="251"/>
                      </a:cubicBezTo>
                      <a:cubicBezTo>
                        <a:pt x="85" y="243"/>
                        <a:pt x="84" y="235"/>
                        <a:pt x="80" y="227"/>
                      </a:cubicBezTo>
                      <a:cubicBezTo>
                        <a:pt x="76" y="218"/>
                        <a:pt x="68" y="212"/>
                        <a:pt x="64" y="203"/>
                      </a:cubicBezTo>
                      <a:cubicBezTo>
                        <a:pt x="39" y="145"/>
                        <a:pt x="35" y="80"/>
                        <a:pt x="0" y="27"/>
                      </a:cubicBezTo>
                      <a:cubicBezTo>
                        <a:pt x="9" y="0"/>
                        <a:pt x="0" y="3"/>
                        <a:pt x="16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810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37" name="Freeform 121"/>
                <p:cNvSpPr/>
                <p:nvPr/>
              </p:nvSpPr>
              <p:spPr bwMode="auto">
                <a:xfrm>
                  <a:off x="1112" y="2638"/>
                  <a:ext cx="35" cy="64"/>
                </a:xfrm>
                <a:custGeom>
                  <a:avLst/>
                  <a:gdLst>
                    <a:gd name="T0" fmla="*/ 0 w 35"/>
                    <a:gd name="T1" fmla="*/ 0 h 64"/>
                    <a:gd name="T2" fmla="*/ 32 w 35"/>
                    <a:gd name="T3" fmla="*/ 64 h 6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5" h="64">
                      <a:moveTo>
                        <a:pt x="0" y="0"/>
                      </a:moveTo>
                      <a:cubicBezTo>
                        <a:pt x="35" y="52"/>
                        <a:pt x="32" y="29"/>
                        <a:pt x="32" y="64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38" name="Freeform 122"/>
                <p:cNvSpPr/>
                <p:nvPr/>
              </p:nvSpPr>
              <p:spPr bwMode="auto">
                <a:xfrm>
                  <a:off x="996" y="2034"/>
                  <a:ext cx="60" cy="132"/>
                </a:xfrm>
                <a:custGeom>
                  <a:avLst/>
                  <a:gdLst>
                    <a:gd name="T0" fmla="*/ 60 w 60"/>
                    <a:gd name="T1" fmla="*/ 0 h 132"/>
                    <a:gd name="T2" fmla="*/ 0 w 60"/>
                    <a:gd name="T3" fmla="*/ 132 h 13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0" h="132">
                      <a:moveTo>
                        <a:pt x="60" y="0"/>
                      </a:moveTo>
                      <a:cubicBezTo>
                        <a:pt x="44" y="49"/>
                        <a:pt x="0" y="80"/>
                        <a:pt x="0" y="132"/>
                      </a:cubicBezTo>
                    </a:path>
                  </a:pathLst>
                </a:custGeom>
                <a:solidFill>
                  <a:schemeClr val="bg1"/>
                </a:solidFill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39" name="Rectangle 123"/>
                <p:cNvSpPr>
                  <a:spLocks noChangeArrowheads="1"/>
                </p:cNvSpPr>
                <p:nvPr/>
              </p:nvSpPr>
              <p:spPr bwMode="auto">
                <a:xfrm>
                  <a:off x="1056" y="2046"/>
                  <a:ext cx="48" cy="19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0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04" y="1998"/>
                  <a:ext cx="48" cy="19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1" name="Rectangle 125"/>
                <p:cNvSpPr>
                  <a:spLocks noChangeArrowheads="1"/>
                </p:cNvSpPr>
                <p:nvPr/>
              </p:nvSpPr>
              <p:spPr bwMode="auto">
                <a:xfrm>
                  <a:off x="1145" y="1950"/>
                  <a:ext cx="48" cy="19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2" name="Line 126"/>
                <p:cNvSpPr>
                  <a:spLocks noChangeShapeType="1"/>
                </p:cNvSpPr>
                <p:nvPr/>
              </p:nvSpPr>
              <p:spPr bwMode="auto">
                <a:xfrm>
                  <a:off x="1200" y="1950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44" name="Line 128"/>
                <p:cNvSpPr>
                  <a:spLocks noChangeShapeType="1"/>
                </p:cNvSpPr>
                <p:nvPr/>
              </p:nvSpPr>
              <p:spPr bwMode="auto">
                <a:xfrm>
                  <a:off x="1222" y="2696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45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2359" y="2783"/>
                  <a:ext cx="393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rgbClr val="FFFF66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fontAlgn="auto" hangingPunct="1">
                    <a:spcBef>
                      <a:spcPct val="5000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 dirty="0">
                      <a:solidFill>
                        <a:srgbClr val="000099"/>
                      </a:solidFill>
                    </a:rPr>
                    <a:t>V1</a:t>
                  </a:r>
                  <a:endParaRPr lang="en-US" altLang="zh-CN" sz="2800" b="1" kern="0" dirty="0">
                    <a:solidFill>
                      <a:srgbClr val="000099"/>
                    </a:solidFill>
                  </a:endParaRPr>
                </a:p>
              </p:txBody>
            </p:sp>
            <p:sp>
              <p:nvSpPr>
                <p:cNvPr id="1746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1536" y="1456"/>
                  <a:ext cx="194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>
                      <a:solidFill>
                        <a:srgbClr val="000000"/>
                      </a:solidFill>
                      <a:cs typeface="Times New Roman" panose="02020603050405020304" pitchFamily="18" charset="0"/>
                    </a:rPr>
                    <a:t>•</a:t>
                  </a:r>
                  <a:endParaRPr lang="en-US" altLang="zh-CN" sz="2800" b="1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7" name="Oval 131"/>
                <p:cNvSpPr>
                  <a:spLocks noChangeArrowheads="1"/>
                </p:cNvSpPr>
                <p:nvPr/>
              </p:nvSpPr>
              <p:spPr bwMode="auto">
                <a:xfrm rot="3070882">
                  <a:off x="888" y="2022"/>
                  <a:ext cx="120" cy="120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8" name="Oval 132"/>
                <p:cNvSpPr>
                  <a:spLocks noChangeArrowheads="1"/>
                </p:cNvSpPr>
                <p:nvPr/>
              </p:nvSpPr>
              <p:spPr bwMode="auto">
                <a:xfrm rot="3070882">
                  <a:off x="2304" y="2022"/>
                  <a:ext cx="120" cy="120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49" name="Text Box 133"/>
                <p:cNvSpPr txBox="1">
                  <a:spLocks noChangeArrowheads="1"/>
                </p:cNvSpPr>
                <p:nvPr/>
              </p:nvSpPr>
              <p:spPr bwMode="auto">
                <a:xfrm>
                  <a:off x="2267" y="1911"/>
                  <a:ext cx="194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>
                      <a:solidFill>
                        <a:srgbClr val="000000"/>
                      </a:solidFill>
                      <a:cs typeface="Times New Roman" panose="02020603050405020304" pitchFamily="18" charset="0"/>
                    </a:rPr>
                    <a:t>•</a:t>
                  </a:r>
                  <a:endParaRPr lang="en-US" altLang="zh-CN" sz="2800" b="1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50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864" y="1914"/>
                  <a:ext cx="194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sz="2800" b="1" kern="0">
                      <a:solidFill>
                        <a:srgbClr val="000000"/>
                      </a:solidFill>
                      <a:cs typeface="Times New Roman" panose="02020603050405020304" pitchFamily="18" charset="0"/>
                    </a:rPr>
                    <a:t>•</a:t>
                  </a:r>
                  <a:endParaRPr lang="en-US" altLang="zh-CN" sz="2800" b="1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51" name="Oval 135"/>
                <p:cNvSpPr>
                  <a:spLocks noChangeArrowheads="1"/>
                </p:cNvSpPr>
                <p:nvPr/>
              </p:nvSpPr>
              <p:spPr bwMode="auto">
                <a:xfrm rot="3070882">
                  <a:off x="982" y="2748"/>
                  <a:ext cx="120" cy="123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752" name="Oval 136"/>
                <p:cNvSpPr>
                  <a:spLocks noChangeArrowheads="1"/>
                </p:cNvSpPr>
                <p:nvPr/>
              </p:nvSpPr>
              <p:spPr bwMode="auto">
                <a:xfrm rot="3070882">
                  <a:off x="1615" y="3055"/>
                  <a:ext cx="127" cy="127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753" name="Group 137"/>
                <p:cNvGrpSpPr/>
                <p:nvPr/>
              </p:nvGrpSpPr>
              <p:grpSpPr bwMode="auto">
                <a:xfrm>
                  <a:off x="768" y="1536"/>
                  <a:ext cx="720" cy="1680"/>
                  <a:chOff x="624" y="2304"/>
                  <a:chExt cx="452" cy="1254"/>
                </a:xfrm>
              </p:grpSpPr>
              <p:grpSp>
                <p:nvGrpSpPr>
                  <p:cNvPr id="1780" name="Group 138"/>
                  <p:cNvGrpSpPr/>
                  <p:nvPr/>
                </p:nvGrpSpPr>
                <p:grpSpPr bwMode="auto">
                  <a:xfrm>
                    <a:off x="624" y="2304"/>
                    <a:ext cx="452" cy="1254"/>
                    <a:chOff x="960" y="384"/>
                    <a:chExt cx="480" cy="1344"/>
                  </a:xfrm>
                </p:grpSpPr>
                <p:sp>
                  <p:nvSpPr>
                    <p:cNvPr id="1782" name="Line 1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40" y="614"/>
                      <a:ext cx="0" cy="957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3300"/>
                      </a:solidFill>
                      <a:prstDash val="sysDot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  <p:sp>
                  <p:nvSpPr>
                    <p:cNvPr id="1783" name="Freeform 140"/>
                    <p:cNvSpPr/>
                    <p:nvPr/>
                  </p:nvSpPr>
                  <p:spPr bwMode="auto">
                    <a:xfrm>
                      <a:off x="1173" y="384"/>
                      <a:ext cx="267" cy="230"/>
                    </a:xfrm>
                    <a:custGeom>
                      <a:avLst/>
                      <a:gdLst>
                        <a:gd name="T0" fmla="*/ 0 w 240"/>
                        <a:gd name="T1" fmla="*/ 124 h 208"/>
                        <a:gd name="T2" fmla="*/ 214 w 240"/>
                        <a:gd name="T3" fmla="*/ 18 h 208"/>
                        <a:gd name="T4" fmla="*/ 267 w 240"/>
                        <a:gd name="T5" fmla="*/ 230 h 20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08">
                          <a:moveTo>
                            <a:pt x="0" y="112"/>
                          </a:moveTo>
                          <a:cubicBezTo>
                            <a:pt x="76" y="56"/>
                            <a:pt x="152" y="0"/>
                            <a:pt x="192" y="16"/>
                          </a:cubicBezTo>
                          <a:cubicBezTo>
                            <a:pt x="232" y="32"/>
                            <a:pt x="236" y="120"/>
                            <a:pt x="240" y="208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FF33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  <p:sp>
                  <p:nvSpPr>
                    <p:cNvPr id="1784" name="Freeform 141"/>
                    <p:cNvSpPr/>
                    <p:nvPr/>
                  </p:nvSpPr>
                  <p:spPr bwMode="auto">
                    <a:xfrm>
                      <a:off x="1173" y="1522"/>
                      <a:ext cx="267" cy="206"/>
                    </a:xfrm>
                    <a:custGeom>
                      <a:avLst/>
                      <a:gdLst>
                        <a:gd name="T0" fmla="*/ 0 w 288"/>
                        <a:gd name="T1" fmla="*/ 49 h 200"/>
                        <a:gd name="T2" fmla="*/ 223 w 288"/>
                        <a:gd name="T3" fmla="*/ 198 h 200"/>
                        <a:gd name="T4" fmla="*/ 267 w 288"/>
                        <a:gd name="T5" fmla="*/ 0 h 20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8" h="200">
                          <a:moveTo>
                            <a:pt x="0" y="48"/>
                          </a:moveTo>
                          <a:cubicBezTo>
                            <a:pt x="96" y="124"/>
                            <a:pt x="192" y="200"/>
                            <a:pt x="240" y="192"/>
                          </a:cubicBezTo>
                          <a:cubicBezTo>
                            <a:pt x="288" y="184"/>
                            <a:pt x="288" y="92"/>
                            <a:pt x="288" y="0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FF33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  <p:sp>
                  <p:nvSpPr>
                    <p:cNvPr id="1785" name="Freeform 142"/>
                    <p:cNvSpPr/>
                    <p:nvPr/>
                  </p:nvSpPr>
                  <p:spPr bwMode="auto">
                    <a:xfrm>
                      <a:off x="960" y="483"/>
                      <a:ext cx="267" cy="1138"/>
                    </a:xfrm>
                    <a:custGeom>
                      <a:avLst/>
                      <a:gdLst>
                        <a:gd name="T0" fmla="*/ 230 w 344"/>
                        <a:gd name="T1" fmla="*/ 0 h 1104"/>
                        <a:gd name="T2" fmla="*/ 81 w 344"/>
                        <a:gd name="T3" fmla="*/ 247 h 1104"/>
                        <a:gd name="T4" fmla="*/ 6 w 344"/>
                        <a:gd name="T5" fmla="*/ 594 h 1104"/>
                        <a:gd name="T6" fmla="*/ 118 w 344"/>
                        <a:gd name="T7" fmla="*/ 940 h 1104"/>
                        <a:gd name="T8" fmla="*/ 267 w 344"/>
                        <a:gd name="T9" fmla="*/ 1138 h 1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344" h="1104">
                          <a:moveTo>
                            <a:pt x="296" y="0"/>
                          </a:moveTo>
                          <a:cubicBezTo>
                            <a:pt x="224" y="72"/>
                            <a:pt x="152" y="144"/>
                            <a:pt x="104" y="240"/>
                          </a:cubicBezTo>
                          <a:cubicBezTo>
                            <a:pt x="56" y="336"/>
                            <a:pt x="0" y="464"/>
                            <a:pt x="8" y="576"/>
                          </a:cubicBezTo>
                          <a:cubicBezTo>
                            <a:pt x="16" y="688"/>
                            <a:pt x="96" y="824"/>
                            <a:pt x="152" y="912"/>
                          </a:cubicBezTo>
                          <a:cubicBezTo>
                            <a:pt x="208" y="1000"/>
                            <a:pt x="276" y="1052"/>
                            <a:pt x="344" y="1104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FF33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</p:grpSp>
              <p:sp>
                <p:nvSpPr>
                  <p:cNvPr id="1781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1073" y="2720"/>
                    <a:ext cx="0" cy="358"/>
                  </a:xfrm>
                  <a:prstGeom prst="line">
                    <a:avLst/>
                  </a:prstGeom>
                  <a:noFill/>
                  <a:ln w="38100">
                    <a:solidFill>
                      <a:srgbClr val="FF3300"/>
                    </a:solidFill>
                    <a:round/>
                    <a:tailEnd type="triangl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grpSp>
              <p:nvGrpSpPr>
                <p:cNvPr id="1754" name="Group 144"/>
                <p:cNvGrpSpPr/>
                <p:nvPr/>
              </p:nvGrpSpPr>
              <p:grpSpPr bwMode="auto">
                <a:xfrm flipH="1">
                  <a:off x="1768" y="1536"/>
                  <a:ext cx="816" cy="1680"/>
                  <a:chOff x="624" y="2304"/>
                  <a:chExt cx="452" cy="1254"/>
                </a:xfrm>
              </p:grpSpPr>
              <p:grpSp>
                <p:nvGrpSpPr>
                  <p:cNvPr id="1774" name="Group 145"/>
                  <p:cNvGrpSpPr/>
                  <p:nvPr/>
                </p:nvGrpSpPr>
                <p:grpSpPr bwMode="auto">
                  <a:xfrm>
                    <a:off x="624" y="2304"/>
                    <a:ext cx="452" cy="1254"/>
                    <a:chOff x="960" y="384"/>
                    <a:chExt cx="480" cy="1344"/>
                  </a:xfrm>
                </p:grpSpPr>
                <p:sp>
                  <p:nvSpPr>
                    <p:cNvPr id="1776" name="Line 14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40" y="614"/>
                      <a:ext cx="0" cy="957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3300"/>
                      </a:solidFill>
                      <a:prstDash val="sysDot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  <p:sp>
                  <p:nvSpPr>
                    <p:cNvPr id="1777" name="Freeform 147"/>
                    <p:cNvSpPr/>
                    <p:nvPr/>
                  </p:nvSpPr>
                  <p:spPr bwMode="auto">
                    <a:xfrm>
                      <a:off x="1173" y="384"/>
                      <a:ext cx="267" cy="230"/>
                    </a:xfrm>
                    <a:custGeom>
                      <a:avLst/>
                      <a:gdLst>
                        <a:gd name="T0" fmla="*/ 0 w 240"/>
                        <a:gd name="T1" fmla="*/ 124 h 208"/>
                        <a:gd name="T2" fmla="*/ 214 w 240"/>
                        <a:gd name="T3" fmla="*/ 18 h 208"/>
                        <a:gd name="T4" fmla="*/ 267 w 240"/>
                        <a:gd name="T5" fmla="*/ 230 h 20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08">
                          <a:moveTo>
                            <a:pt x="0" y="112"/>
                          </a:moveTo>
                          <a:cubicBezTo>
                            <a:pt x="76" y="56"/>
                            <a:pt x="152" y="0"/>
                            <a:pt x="192" y="16"/>
                          </a:cubicBezTo>
                          <a:cubicBezTo>
                            <a:pt x="232" y="32"/>
                            <a:pt x="236" y="120"/>
                            <a:pt x="240" y="208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FF33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  <p:sp>
                  <p:nvSpPr>
                    <p:cNvPr id="1778" name="Freeform 148"/>
                    <p:cNvSpPr/>
                    <p:nvPr/>
                  </p:nvSpPr>
                  <p:spPr bwMode="auto">
                    <a:xfrm>
                      <a:off x="1173" y="1522"/>
                      <a:ext cx="267" cy="206"/>
                    </a:xfrm>
                    <a:custGeom>
                      <a:avLst/>
                      <a:gdLst>
                        <a:gd name="T0" fmla="*/ 0 w 288"/>
                        <a:gd name="T1" fmla="*/ 49 h 200"/>
                        <a:gd name="T2" fmla="*/ 223 w 288"/>
                        <a:gd name="T3" fmla="*/ 198 h 200"/>
                        <a:gd name="T4" fmla="*/ 267 w 288"/>
                        <a:gd name="T5" fmla="*/ 0 h 20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8" h="200">
                          <a:moveTo>
                            <a:pt x="0" y="48"/>
                          </a:moveTo>
                          <a:cubicBezTo>
                            <a:pt x="96" y="124"/>
                            <a:pt x="192" y="200"/>
                            <a:pt x="240" y="192"/>
                          </a:cubicBezTo>
                          <a:cubicBezTo>
                            <a:pt x="288" y="184"/>
                            <a:pt x="288" y="92"/>
                            <a:pt x="288" y="0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FF33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  <p:sp>
                  <p:nvSpPr>
                    <p:cNvPr id="1779" name="Freeform 149"/>
                    <p:cNvSpPr/>
                    <p:nvPr/>
                  </p:nvSpPr>
                  <p:spPr bwMode="auto">
                    <a:xfrm>
                      <a:off x="960" y="483"/>
                      <a:ext cx="267" cy="1138"/>
                    </a:xfrm>
                    <a:custGeom>
                      <a:avLst/>
                      <a:gdLst>
                        <a:gd name="T0" fmla="*/ 230 w 344"/>
                        <a:gd name="T1" fmla="*/ 0 h 1104"/>
                        <a:gd name="T2" fmla="*/ 81 w 344"/>
                        <a:gd name="T3" fmla="*/ 247 h 1104"/>
                        <a:gd name="T4" fmla="*/ 6 w 344"/>
                        <a:gd name="T5" fmla="*/ 594 h 1104"/>
                        <a:gd name="T6" fmla="*/ 118 w 344"/>
                        <a:gd name="T7" fmla="*/ 940 h 1104"/>
                        <a:gd name="T8" fmla="*/ 267 w 344"/>
                        <a:gd name="T9" fmla="*/ 1138 h 1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344" h="1104">
                          <a:moveTo>
                            <a:pt x="296" y="0"/>
                          </a:moveTo>
                          <a:cubicBezTo>
                            <a:pt x="224" y="72"/>
                            <a:pt x="152" y="144"/>
                            <a:pt x="104" y="240"/>
                          </a:cubicBezTo>
                          <a:cubicBezTo>
                            <a:pt x="56" y="336"/>
                            <a:pt x="0" y="464"/>
                            <a:pt x="8" y="576"/>
                          </a:cubicBezTo>
                          <a:cubicBezTo>
                            <a:pt x="16" y="688"/>
                            <a:pt x="96" y="824"/>
                            <a:pt x="152" y="912"/>
                          </a:cubicBezTo>
                          <a:cubicBezTo>
                            <a:pt x="208" y="1000"/>
                            <a:pt x="276" y="1052"/>
                            <a:pt x="344" y="1104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FF33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1" lang="zh-CN" altLang="en-US" sz="1800" ker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endParaRPr>
                    </a:p>
                  </p:txBody>
                </p:sp>
              </p:grpSp>
              <p:sp>
                <p:nvSpPr>
                  <p:cNvPr id="1775" name="Line 150"/>
                  <p:cNvSpPr>
                    <a:spLocks noChangeShapeType="1"/>
                  </p:cNvSpPr>
                  <p:nvPr/>
                </p:nvSpPr>
                <p:spPr bwMode="auto">
                  <a:xfrm>
                    <a:off x="1073" y="2720"/>
                    <a:ext cx="0" cy="358"/>
                  </a:xfrm>
                  <a:prstGeom prst="line">
                    <a:avLst/>
                  </a:prstGeom>
                  <a:noFill/>
                  <a:ln w="38100">
                    <a:solidFill>
                      <a:srgbClr val="FF3300"/>
                    </a:solidFill>
                    <a:round/>
                    <a:tailEnd type="triangl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grpSp>
              <p:nvGrpSpPr>
                <p:cNvPr id="1755" name="Group 151"/>
                <p:cNvGrpSpPr/>
                <p:nvPr/>
              </p:nvGrpSpPr>
              <p:grpSpPr bwMode="auto">
                <a:xfrm rot="-1380248">
                  <a:off x="2208" y="2622"/>
                  <a:ext cx="206" cy="274"/>
                  <a:chOff x="2226" y="2216"/>
                  <a:chExt cx="206" cy="274"/>
                </a:xfrm>
              </p:grpSpPr>
              <p:sp>
                <p:nvSpPr>
                  <p:cNvPr id="1771" name="Line 152"/>
                  <p:cNvSpPr>
                    <a:spLocks noChangeShapeType="1"/>
                  </p:cNvSpPr>
                  <p:nvPr/>
                </p:nvSpPr>
                <p:spPr bwMode="auto">
                  <a:xfrm rot="3335080" flipH="1">
                    <a:off x="2140" y="2402"/>
                    <a:ext cx="17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72" name="Line 153"/>
                  <p:cNvSpPr>
                    <a:spLocks noChangeShapeType="1"/>
                  </p:cNvSpPr>
                  <p:nvPr/>
                </p:nvSpPr>
                <p:spPr bwMode="auto">
                  <a:xfrm rot="3335080" flipH="1">
                    <a:off x="2343" y="2332"/>
                    <a:ext cx="1" cy="17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73" name="Line 154"/>
                  <p:cNvSpPr>
                    <a:spLocks noChangeShapeType="1"/>
                  </p:cNvSpPr>
                  <p:nvPr/>
                </p:nvSpPr>
                <p:spPr bwMode="auto">
                  <a:xfrm rot="3335080" flipH="1">
                    <a:off x="2286" y="2302"/>
                    <a:ext cx="17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56" name="Freeform 155"/>
                <p:cNvSpPr/>
                <p:nvPr/>
              </p:nvSpPr>
              <p:spPr bwMode="auto">
                <a:xfrm>
                  <a:off x="2064" y="2694"/>
                  <a:ext cx="48" cy="6"/>
                </a:xfrm>
                <a:custGeom>
                  <a:avLst/>
                  <a:gdLst>
                    <a:gd name="T0" fmla="*/ 0 w 48"/>
                    <a:gd name="T1" fmla="*/ 0 h 6"/>
                    <a:gd name="T2" fmla="*/ 48 w 48"/>
                    <a:gd name="T3" fmla="*/ 6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6">
                      <a:moveTo>
                        <a:pt x="0" y="0"/>
                      </a:moveTo>
                      <a:cubicBezTo>
                        <a:pt x="16" y="2"/>
                        <a:pt x="48" y="6"/>
                        <a:pt x="48" y="6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D4ECFC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57" name="Freeform 156"/>
                <p:cNvSpPr/>
                <p:nvPr/>
              </p:nvSpPr>
              <p:spPr bwMode="auto">
                <a:xfrm>
                  <a:off x="2058" y="2670"/>
                  <a:ext cx="90" cy="102"/>
                </a:xfrm>
                <a:custGeom>
                  <a:avLst/>
                  <a:gdLst>
                    <a:gd name="T0" fmla="*/ 90 w 90"/>
                    <a:gd name="T1" fmla="*/ 0 h 102"/>
                    <a:gd name="T2" fmla="*/ 30 w 90"/>
                    <a:gd name="T3" fmla="*/ 78 h 102"/>
                    <a:gd name="T4" fmla="*/ 0 w 90"/>
                    <a:gd name="T5" fmla="*/ 102 h 10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0" h="102">
                      <a:moveTo>
                        <a:pt x="90" y="0"/>
                      </a:moveTo>
                      <a:cubicBezTo>
                        <a:pt x="61" y="10"/>
                        <a:pt x="48" y="51"/>
                        <a:pt x="30" y="78"/>
                      </a:cubicBezTo>
                      <a:cubicBezTo>
                        <a:pt x="23" y="89"/>
                        <a:pt x="9" y="93"/>
                        <a:pt x="0" y="102"/>
                      </a:cubicBezTo>
                    </a:path>
                  </a:pathLst>
                </a:custGeom>
                <a:noFill/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58" name="Freeform 157"/>
                <p:cNvSpPr/>
                <p:nvPr/>
              </p:nvSpPr>
              <p:spPr bwMode="auto">
                <a:xfrm>
                  <a:off x="2064" y="2670"/>
                  <a:ext cx="90" cy="124"/>
                </a:xfrm>
                <a:custGeom>
                  <a:avLst/>
                  <a:gdLst>
                    <a:gd name="T0" fmla="*/ 90 w 90"/>
                    <a:gd name="T1" fmla="*/ 0 h 124"/>
                    <a:gd name="T2" fmla="*/ 12 w 90"/>
                    <a:gd name="T3" fmla="*/ 102 h 124"/>
                    <a:gd name="T4" fmla="*/ 0 w 90"/>
                    <a:gd name="T5" fmla="*/ 114 h 1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0" h="124">
                      <a:moveTo>
                        <a:pt x="90" y="0"/>
                      </a:moveTo>
                      <a:cubicBezTo>
                        <a:pt x="76" y="41"/>
                        <a:pt x="48" y="78"/>
                        <a:pt x="12" y="102"/>
                      </a:cubicBezTo>
                      <a:cubicBezTo>
                        <a:pt x="5" y="123"/>
                        <a:pt x="10" y="124"/>
                        <a:pt x="0" y="114"/>
                      </a:cubicBezTo>
                    </a:path>
                  </a:pathLst>
                </a:custGeom>
                <a:solidFill>
                  <a:srgbClr val="33CCFF"/>
                </a:solidFill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59" name="Line 158"/>
                <p:cNvSpPr>
                  <a:spLocks noChangeShapeType="1"/>
                </p:cNvSpPr>
                <p:nvPr/>
              </p:nvSpPr>
              <p:spPr bwMode="auto">
                <a:xfrm>
                  <a:off x="2050" y="2691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rgbClr val="0066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60" name="Freeform 159"/>
                <p:cNvSpPr/>
                <p:nvPr/>
              </p:nvSpPr>
              <p:spPr bwMode="auto">
                <a:xfrm>
                  <a:off x="2160" y="2670"/>
                  <a:ext cx="96" cy="132"/>
                </a:xfrm>
                <a:custGeom>
                  <a:avLst/>
                  <a:gdLst>
                    <a:gd name="T0" fmla="*/ 96 w 96"/>
                    <a:gd name="T1" fmla="*/ 0 h 132"/>
                    <a:gd name="T2" fmla="*/ 24 w 96"/>
                    <a:gd name="T3" fmla="*/ 96 h 132"/>
                    <a:gd name="T4" fmla="*/ 0 w 96"/>
                    <a:gd name="T5" fmla="*/ 132 h 1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32">
                      <a:moveTo>
                        <a:pt x="96" y="0"/>
                      </a:moveTo>
                      <a:cubicBezTo>
                        <a:pt x="80" y="48"/>
                        <a:pt x="66" y="68"/>
                        <a:pt x="24" y="96"/>
                      </a:cubicBezTo>
                      <a:cubicBezTo>
                        <a:pt x="16" y="108"/>
                        <a:pt x="0" y="132"/>
                        <a:pt x="0" y="132"/>
                      </a:cubicBezTo>
                    </a:path>
                  </a:pathLst>
                </a:custGeom>
                <a:noFill/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33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61" name="Oval 160"/>
                <p:cNvSpPr>
                  <a:spLocks noChangeArrowheads="1"/>
                </p:cNvSpPr>
                <p:nvPr/>
              </p:nvSpPr>
              <p:spPr bwMode="auto">
                <a:xfrm rot="3070882">
                  <a:off x="2226" y="2707"/>
                  <a:ext cx="127" cy="127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CC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kern="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762" name="Group 161"/>
                <p:cNvGrpSpPr/>
                <p:nvPr/>
              </p:nvGrpSpPr>
              <p:grpSpPr bwMode="auto">
                <a:xfrm>
                  <a:off x="986" y="2758"/>
                  <a:ext cx="118" cy="111"/>
                  <a:chOff x="986" y="2758"/>
                  <a:chExt cx="118" cy="111"/>
                </a:xfrm>
              </p:grpSpPr>
              <p:sp>
                <p:nvSpPr>
                  <p:cNvPr id="1769" name="Line 162"/>
                  <p:cNvSpPr>
                    <a:spLocks noChangeShapeType="1"/>
                  </p:cNvSpPr>
                  <p:nvPr/>
                </p:nvSpPr>
                <p:spPr bwMode="auto">
                  <a:xfrm>
                    <a:off x="1042" y="2758"/>
                    <a:ext cx="0" cy="11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70" name="Line 163"/>
                  <p:cNvSpPr>
                    <a:spLocks noChangeShapeType="1"/>
                  </p:cNvSpPr>
                  <p:nvPr/>
                </p:nvSpPr>
                <p:spPr bwMode="auto">
                  <a:xfrm>
                    <a:off x="986" y="2808"/>
                    <a:ext cx="118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grpSp>
              <p:nvGrpSpPr>
                <p:cNvPr id="1763" name="Group 164"/>
                <p:cNvGrpSpPr/>
                <p:nvPr/>
              </p:nvGrpSpPr>
              <p:grpSpPr bwMode="auto">
                <a:xfrm>
                  <a:off x="1632" y="3072"/>
                  <a:ext cx="118" cy="111"/>
                  <a:chOff x="986" y="2758"/>
                  <a:chExt cx="118" cy="111"/>
                </a:xfrm>
              </p:grpSpPr>
              <p:sp>
                <p:nvSpPr>
                  <p:cNvPr id="1767" name="Line 165"/>
                  <p:cNvSpPr>
                    <a:spLocks noChangeShapeType="1"/>
                  </p:cNvSpPr>
                  <p:nvPr/>
                </p:nvSpPr>
                <p:spPr bwMode="auto">
                  <a:xfrm>
                    <a:off x="1042" y="2758"/>
                    <a:ext cx="0" cy="11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768" name="Line 166"/>
                  <p:cNvSpPr>
                    <a:spLocks noChangeShapeType="1"/>
                  </p:cNvSpPr>
                  <p:nvPr/>
                </p:nvSpPr>
                <p:spPr bwMode="auto">
                  <a:xfrm>
                    <a:off x="986" y="2808"/>
                    <a:ext cx="118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1" lang="zh-CN" altLang="en-US" sz="1800" kern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1764" name="Line 167"/>
                <p:cNvSpPr>
                  <a:spLocks noChangeShapeType="1"/>
                </p:cNvSpPr>
                <p:nvPr/>
              </p:nvSpPr>
              <p:spPr bwMode="auto">
                <a:xfrm>
                  <a:off x="2294" y="2720"/>
                  <a:ext cx="0" cy="11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65" name="Line 168"/>
                <p:cNvSpPr>
                  <a:spLocks noChangeShapeType="1"/>
                </p:cNvSpPr>
                <p:nvPr/>
              </p:nvSpPr>
              <p:spPr bwMode="auto">
                <a:xfrm>
                  <a:off x="2230" y="2770"/>
                  <a:ext cx="11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743" name="Freeform 127"/>
                <p:cNvSpPr/>
                <p:nvPr/>
              </p:nvSpPr>
              <p:spPr bwMode="auto">
                <a:xfrm>
                  <a:off x="1123" y="2693"/>
                  <a:ext cx="89" cy="97"/>
                </a:xfrm>
                <a:custGeom>
                  <a:avLst/>
                  <a:gdLst>
                    <a:gd name="T0" fmla="*/ 0 w 72"/>
                    <a:gd name="T1" fmla="*/ 0 h 84"/>
                    <a:gd name="T2" fmla="*/ 72 w 72"/>
                    <a:gd name="T3" fmla="*/ 84 h 8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2" h="84">
                      <a:moveTo>
                        <a:pt x="0" y="0"/>
                      </a:moveTo>
                      <a:cubicBezTo>
                        <a:pt x="37" y="25"/>
                        <a:pt x="52" y="45"/>
                        <a:pt x="72" y="84"/>
                      </a:cubicBezTo>
                    </a:path>
                  </a:pathLst>
                </a:custGeom>
                <a:solidFill>
                  <a:schemeClr val="bg1"/>
                </a:solidFill>
                <a:ln w="57150" cap="flat" cmpd="sng">
                  <a:solidFill>
                    <a:schemeClr val="accent3"/>
                  </a:solidFill>
                  <a:prstDash val="solid"/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1800" kern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sp>
          <p:nvSpPr>
            <p:cNvPr id="1687" name="Freeform 209"/>
            <p:cNvSpPr/>
            <p:nvPr/>
          </p:nvSpPr>
          <p:spPr bwMode="auto">
            <a:xfrm rot="1198874">
              <a:off x="1822" y="1832"/>
              <a:ext cx="384" cy="192"/>
            </a:xfrm>
            <a:custGeom>
              <a:avLst/>
              <a:gdLst>
                <a:gd name="T0" fmla="*/ 0 w 336"/>
                <a:gd name="T1" fmla="*/ 0 h 240"/>
                <a:gd name="T2" fmla="*/ 219 w 336"/>
                <a:gd name="T3" fmla="*/ 38 h 240"/>
                <a:gd name="T4" fmla="*/ 329 w 336"/>
                <a:gd name="T5" fmla="*/ 115 h 240"/>
                <a:gd name="T6" fmla="*/ 384 w 336"/>
                <a:gd name="T7" fmla="*/ 192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240">
                  <a:moveTo>
                    <a:pt x="0" y="0"/>
                  </a:moveTo>
                  <a:cubicBezTo>
                    <a:pt x="72" y="12"/>
                    <a:pt x="144" y="24"/>
                    <a:pt x="192" y="48"/>
                  </a:cubicBezTo>
                  <a:cubicBezTo>
                    <a:pt x="240" y="72"/>
                    <a:pt x="264" y="112"/>
                    <a:pt x="288" y="144"/>
                  </a:cubicBezTo>
                  <a:cubicBezTo>
                    <a:pt x="312" y="176"/>
                    <a:pt x="328" y="216"/>
                    <a:pt x="336" y="240"/>
                  </a:cubicBezTo>
                </a:path>
              </a:pathLst>
            </a:custGeom>
            <a:noFill/>
            <a:ln w="28575" cmpd="sng">
              <a:solidFill>
                <a:srgbClr val="FF0000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1" lang="zh-CN" altLang="en-US" sz="1800" kern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804" name="Rectangle 7"/>
          <p:cNvSpPr>
            <a:spLocks noChangeArrowheads="1"/>
          </p:cNvSpPr>
          <p:nvPr/>
        </p:nvSpPr>
        <p:spPr bwMode="auto">
          <a:xfrm>
            <a:off x="6402285" y="3982392"/>
            <a:ext cx="5607508" cy="2825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当发电机转子按顺时针方向以 </a:t>
            </a:r>
            <a:r>
              <a:rPr lang="zh-CN" altLang="en-US" sz="2800" b="1" i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Symbol" panose="05050102010706020507" pitchFamily="18" charset="2"/>
              </a:rPr>
              <a:t>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（频率）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匀速旋转时，三个绕组两端都感应出随时间按正弦规律变化的电压，这三个绕组就相当于</a:t>
            </a:r>
            <a:r>
              <a:rPr lang="zh-CN" altLang="en-US" sz="2800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三个独立的正弦电压源</a:t>
            </a:r>
            <a:r>
              <a:rPr lang="zh-CN" altLang="en-US" sz="2800" b="1" dirty="0">
                <a:solidFill>
                  <a:srgbClr val="000066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。</a:t>
            </a:r>
            <a:endParaRPr lang="zh-CN" altLang="en-US" sz="2800" b="1" dirty="0">
              <a:solidFill>
                <a:srgbClr val="000066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pSp>
        <p:nvGrpSpPr>
          <p:cNvPr id="1682" name="Group 204"/>
          <p:cNvGrpSpPr/>
          <p:nvPr/>
        </p:nvGrpSpPr>
        <p:grpSpPr bwMode="auto">
          <a:xfrm>
            <a:off x="3153544" y="4634755"/>
            <a:ext cx="2438400" cy="974725"/>
            <a:chOff x="1872" y="1843"/>
            <a:chExt cx="1536" cy="614"/>
          </a:xfrm>
        </p:grpSpPr>
        <p:sp>
          <p:nvSpPr>
            <p:cNvPr id="1683" name="Text Box 205"/>
            <p:cNvSpPr txBox="1">
              <a:spLocks noChangeArrowheads="1"/>
            </p:cNvSpPr>
            <p:nvPr/>
          </p:nvSpPr>
          <p:spPr bwMode="auto">
            <a:xfrm>
              <a:off x="2688" y="1843"/>
              <a:ext cx="7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zh-CN" altLang="en-US" sz="2800" b="1" kern="0" dirty="0">
                  <a:solidFill>
                    <a:srgbClr val="FF0000"/>
                  </a:solidFill>
                </a:rPr>
                <a:t>转子</a:t>
              </a:r>
              <a:endParaRPr lang="zh-CN" altLang="en-US" sz="2800" b="1" kern="0" dirty="0">
                <a:solidFill>
                  <a:srgbClr val="FF0000"/>
                </a:solidFill>
              </a:endParaRPr>
            </a:p>
          </p:txBody>
        </p:sp>
        <p:sp>
          <p:nvSpPr>
            <p:cNvPr id="1684" name="Line 206"/>
            <p:cNvSpPr>
              <a:spLocks noChangeShapeType="1"/>
            </p:cNvSpPr>
            <p:nvPr/>
          </p:nvSpPr>
          <p:spPr bwMode="auto">
            <a:xfrm flipH="1">
              <a:off x="1872" y="2064"/>
              <a:ext cx="864" cy="393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1" lang="zh-CN" altLang="en-US" sz="1800" kern="0">
                <a:ln>
                  <a:solidFill>
                    <a:srgbClr val="0000FF"/>
                  </a:solidFill>
                </a:ln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1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1601" grpId="0"/>
      <p:bldP spid="180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36" name="Group 4"/>
          <p:cNvGrpSpPr/>
          <p:nvPr/>
        </p:nvGrpSpPr>
        <p:grpSpPr bwMode="auto">
          <a:xfrm>
            <a:off x="4564186" y="1841188"/>
            <a:ext cx="6356351" cy="1709735"/>
            <a:chOff x="2186" y="106"/>
            <a:chExt cx="4004" cy="1077"/>
          </a:xfrm>
        </p:grpSpPr>
        <p:grpSp>
          <p:nvGrpSpPr>
            <p:cNvPr id="237" name="Group 5"/>
            <p:cNvGrpSpPr/>
            <p:nvPr/>
          </p:nvGrpSpPr>
          <p:grpSpPr bwMode="auto">
            <a:xfrm>
              <a:off x="2186" y="106"/>
              <a:ext cx="4004" cy="1077"/>
              <a:chOff x="2186" y="106"/>
              <a:chExt cx="4004" cy="1077"/>
            </a:xfrm>
          </p:grpSpPr>
          <p:sp>
            <p:nvSpPr>
              <p:cNvPr id="239" name="AutoShape 6"/>
              <p:cNvSpPr/>
              <p:nvPr/>
            </p:nvSpPr>
            <p:spPr bwMode="auto">
              <a:xfrm>
                <a:off x="2186" y="231"/>
                <a:ext cx="96" cy="670"/>
              </a:xfrm>
              <a:prstGeom prst="leftBrace">
                <a:avLst>
                  <a:gd name="adj1" fmla="val 50000"/>
                  <a:gd name="adj2" fmla="val 50000"/>
                </a:avLst>
              </a:prstGeom>
              <a:noFill/>
              <a:ln w="38100">
                <a:solidFill>
                  <a:srgbClr val="0066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40" name="Text Box 7"/>
              <p:cNvSpPr txBox="1">
                <a:spLocks noChangeArrowheads="1"/>
              </p:cNvSpPr>
              <p:nvPr/>
            </p:nvSpPr>
            <p:spPr bwMode="auto">
              <a:xfrm>
                <a:off x="2282" y="106"/>
                <a:ext cx="236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2800" b="1" kern="0" dirty="0">
                    <a:solidFill>
                      <a:srgbClr val="006600"/>
                    </a:solidFill>
                  </a:rPr>
                  <a:t>铁心</a:t>
                </a:r>
                <a:r>
                  <a:rPr lang="zh-CN" altLang="en-US" sz="2800" b="1" kern="0" dirty="0">
                    <a:solidFill>
                      <a:srgbClr val="000000"/>
                    </a:solidFill>
                  </a:rPr>
                  <a:t>（作为导磁路经）</a:t>
                </a:r>
                <a:endParaRPr lang="zh-CN" altLang="en-US" sz="2800" b="1" kern="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41" name="Text Box 8"/>
              <p:cNvSpPr txBox="1">
                <a:spLocks noChangeArrowheads="1"/>
              </p:cNvSpPr>
              <p:nvPr/>
            </p:nvSpPr>
            <p:spPr bwMode="auto">
              <a:xfrm>
                <a:off x="2282" y="710"/>
                <a:ext cx="101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2800" b="1" kern="0" dirty="0">
                    <a:solidFill>
                      <a:srgbClr val="006600"/>
                    </a:solidFill>
                  </a:rPr>
                  <a:t>三相绕组</a:t>
                </a:r>
                <a:endParaRPr lang="zh-CN" altLang="en-US" sz="2800" b="1" kern="0" dirty="0">
                  <a:solidFill>
                    <a:srgbClr val="006600"/>
                  </a:solidFill>
                </a:endParaRPr>
              </a:p>
            </p:txBody>
          </p:sp>
          <p:sp>
            <p:nvSpPr>
              <p:cNvPr id="242" name="Text Box 9"/>
              <p:cNvSpPr txBox="1">
                <a:spLocks noChangeArrowheads="1"/>
              </p:cNvSpPr>
              <p:nvPr/>
            </p:nvSpPr>
            <p:spPr bwMode="auto">
              <a:xfrm>
                <a:off x="3397" y="512"/>
                <a:ext cx="193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1" lang="zh-CN" altLang="en-US" sz="2800" b="1" kern="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匝数相同</a:t>
                </a:r>
                <a:r>
                  <a:rPr kumimoji="1" lang="zh-CN" altLang="en-US" sz="2800" b="1" kern="0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（大小）</a:t>
                </a:r>
                <a:endParaRPr kumimoji="1" lang="zh-CN" altLang="en-US" sz="28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43" name="Text Box 10"/>
              <p:cNvSpPr txBox="1">
                <a:spLocks noChangeArrowheads="1"/>
              </p:cNvSpPr>
              <p:nvPr/>
            </p:nvSpPr>
            <p:spPr bwMode="auto">
              <a:xfrm>
                <a:off x="3402" y="853"/>
                <a:ext cx="2788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1" lang="zh-CN" altLang="en-US" sz="2800" b="1" kern="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空间排列互差</a:t>
                </a:r>
                <a:r>
                  <a:rPr kumimoji="1" lang="en-US" altLang="zh-CN" sz="2800" b="1" kern="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120</a:t>
                </a:r>
                <a:r>
                  <a:rPr kumimoji="1" lang="en-US" altLang="zh-CN" sz="2800" b="1" kern="0" baseline="30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</a:t>
                </a:r>
                <a:r>
                  <a:rPr kumimoji="1" lang="zh-CN" altLang="en-US" sz="2800" b="1" kern="0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（相位）</a:t>
                </a:r>
                <a:endParaRPr kumimoji="1" lang="en-US" altLang="zh-CN" sz="28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238" name="AutoShape 11"/>
            <p:cNvSpPr/>
            <p:nvPr/>
          </p:nvSpPr>
          <p:spPr bwMode="auto">
            <a:xfrm>
              <a:off x="3349" y="652"/>
              <a:ext cx="96" cy="432"/>
            </a:xfrm>
            <a:prstGeom prst="leftBrace">
              <a:avLst>
                <a:gd name="adj1" fmla="val 37500"/>
                <a:gd name="adj2" fmla="val 50000"/>
              </a:avLst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rgbClr val="000000"/>
                </a:solidFill>
              </a:endParaRPr>
            </a:p>
          </p:txBody>
        </p:sp>
      </p:grpSp>
      <p:sp>
        <p:nvSpPr>
          <p:cNvPr id="244" name="Rectangle 12"/>
          <p:cNvSpPr>
            <a:spLocks noChangeArrowheads="1"/>
          </p:cNvSpPr>
          <p:nvPr/>
        </p:nvSpPr>
        <p:spPr bwMode="auto">
          <a:xfrm>
            <a:off x="4399878" y="3557960"/>
            <a:ext cx="324961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0000"/>
                </a:solidFill>
              </a:rPr>
              <a:t>: </a:t>
            </a:r>
            <a:r>
              <a:rPr lang="zh-CN" altLang="en-US" sz="2800" b="1" kern="0" dirty="0">
                <a:solidFill>
                  <a:srgbClr val="000000"/>
                </a:solidFill>
              </a:rPr>
              <a:t>直流励磁的电磁铁</a:t>
            </a:r>
            <a:endParaRPr lang="zh-CN" altLang="en-US" sz="2800" b="1" kern="0" dirty="0">
              <a:solidFill>
                <a:srgbClr val="000000"/>
              </a:solidFill>
            </a:endParaRPr>
          </a:p>
        </p:txBody>
      </p:sp>
      <p:grpSp>
        <p:nvGrpSpPr>
          <p:cNvPr id="245" name="Group 13"/>
          <p:cNvGrpSpPr/>
          <p:nvPr/>
        </p:nvGrpSpPr>
        <p:grpSpPr bwMode="auto">
          <a:xfrm>
            <a:off x="1460502" y="2338076"/>
            <a:ext cx="3059113" cy="1717675"/>
            <a:chOff x="319" y="419"/>
            <a:chExt cx="1927" cy="1082"/>
          </a:xfrm>
        </p:grpSpPr>
        <p:grpSp>
          <p:nvGrpSpPr>
            <p:cNvPr id="246" name="Group 14"/>
            <p:cNvGrpSpPr/>
            <p:nvPr/>
          </p:nvGrpSpPr>
          <p:grpSpPr bwMode="auto">
            <a:xfrm>
              <a:off x="1584" y="419"/>
              <a:ext cx="662" cy="1082"/>
              <a:chOff x="528" y="1144"/>
              <a:chExt cx="662" cy="1082"/>
            </a:xfrm>
          </p:grpSpPr>
          <p:sp>
            <p:nvSpPr>
              <p:cNvPr id="248" name="AutoShape 15"/>
              <p:cNvSpPr/>
              <p:nvPr/>
            </p:nvSpPr>
            <p:spPr bwMode="auto">
              <a:xfrm>
                <a:off x="528" y="1296"/>
                <a:ext cx="86" cy="768"/>
              </a:xfrm>
              <a:prstGeom prst="leftBrace">
                <a:avLst>
                  <a:gd name="adj1" fmla="val 36111"/>
                  <a:gd name="adj2" fmla="val 50000"/>
                </a:avLst>
              </a:prstGeom>
              <a:noFill/>
              <a:ln w="38100">
                <a:solidFill>
                  <a:srgbClr val="CC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49" name="Text Box 16"/>
              <p:cNvSpPr txBox="1">
                <a:spLocks noChangeArrowheads="1"/>
              </p:cNvSpPr>
              <p:nvPr/>
            </p:nvSpPr>
            <p:spPr bwMode="auto">
              <a:xfrm>
                <a:off x="624" y="1144"/>
                <a:ext cx="56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2800" b="1" kern="0" dirty="0">
                    <a:solidFill>
                      <a:srgbClr val="0000FF"/>
                    </a:solidFill>
                  </a:rPr>
                  <a:t>定子</a:t>
                </a:r>
                <a:endParaRPr lang="zh-CN" altLang="en-US" sz="2800" b="1" kern="0" dirty="0">
                  <a:solidFill>
                    <a:srgbClr val="0000FF"/>
                  </a:solidFill>
                </a:endParaRPr>
              </a:p>
            </p:txBody>
          </p:sp>
          <p:sp>
            <p:nvSpPr>
              <p:cNvPr id="250" name="Text Box 17"/>
              <p:cNvSpPr txBox="1">
                <a:spLocks noChangeArrowheads="1"/>
              </p:cNvSpPr>
              <p:nvPr/>
            </p:nvSpPr>
            <p:spPr bwMode="auto">
              <a:xfrm>
                <a:off x="624" y="1899"/>
                <a:ext cx="56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2800" b="1" kern="0" dirty="0">
                    <a:solidFill>
                      <a:srgbClr val="0000FF"/>
                    </a:solidFill>
                  </a:rPr>
                  <a:t>转子</a:t>
                </a:r>
                <a:endParaRPr lang="zh-CN" altLang="en-US" sz="2800" b="1" kern="0" dirty="0">
                  <a:solidFill>
                    <a:srgbClr val="0000FF"/>
                  </a:solidFill>
                </a:endParaRPr>
              </a:p>
            </p:txBody>
          </p:sp>
        </p:grpSp>
        <p:sp>
          <p:nvSpPr>
            <p:cNvPr id="247" name="Rectangle 18"/>
            <p:cNvSpPr>
              <a:spLocks noChangeArrowheads="1"/>
            </p:cNvSpPr>
            <p:nvPr/>
          </p:nvSpPr>
          <p:spPr bwMode="auto">
            <a:xfrm>
              <a:off x="319" y="758"/>
              <a:ext cx="124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sz="2800" b="1" kern="0" dirty="0">
                  <a:solidFill>
                    <a:srgbClr val="CC0000"/>
                  </a:solidFill>
                </a:rPr>
                <a:t>发电机结构</a:t>
              </a:r>
              <a:endParaRPr lang="zh-CN" altLang="en-US" sz="2800" b="1" kern="0" dirty="0">
                <a:solidFill>
                  <a:srgbClr val="CC0000"/>
                </a:solidFill>
              </a:endParaRPr>
            </a:p>
          </p:txBody>
        </p:sp>
      </p:grpSp>
      <p:graphicFrame>
        <p:nvGraphicFramePr>
          <p:cNvPr id="253" name="Object 23"/>
          <p:cNvGraphicFramePr>
            <a:graphicFrameLocks noChangeAspect="1"/>
          </p:cNvGraphicFramePr>
          <p:nvPr/>
        </p:nvGraphicFramePr>
        <p:xfrm>
          <a:off x="5808220" y="4096077"/>
          <a:ext cx="5532437" cy="2646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6235" name="Visio" r:id="rId1" imgW="2929890" imgH="1397635" progId="Visio.Drawing.11">
                  <p:embed/>
                </p:oleObj>
              </mc:Choice>
              <mc:Fallback>
                <p:oleObj name="Visio" r:id="rId1" imgW="2929890" imgH="1397635" progId="Visio.Drawing.11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08220" y="4096077"/>
                        <a:ext cx="5532437" cy="26463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5" name="Object 29"/>
          <p:cNvGraphicFramePr>
            <a:graphicFrameLocks noChangeAspect="1"/>
          </p:cNvGraphicFramePr>
          <p:nvPr/>
        </p:nvGraphicFramePr>
        <p:xfrm>
          <a:off x="1699022" y="4507334"/>
          <a:ext cx="2951163" cy="1871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6236" name="Visio" r:id="rId3" imgW="2359660" imgH="1569085" progId="Visio.Drawing.11">
                  <p:embed/>
                </p:oleObj>
              </mc:Choice>
              <mc:Fallback>
                <p:oleObj name="Visio" r:id="rId3" imgW="2359660" imgH="1569085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99022" y="4507334"/>
                        <a:ext cx="2951163" cy="18716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65" name="Rectangle 3"/>
          <p:cNvSpPr>
            <a:spLocks noChangeArrowheads="1"/>
          </p:cNvSpPr>
          <p:nvPr/>
        </p:nvSpPr>
        <p:spPr bwMode="auto">
          <a:xfrm>
            <a:off x="827485" y="1628800"/>
            <a:ext cx="250532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三相电源：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楷体_GB231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67" name="Picture 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1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1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72" name="Picture 1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1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1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2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2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2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3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3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3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5" name="组合 94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99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04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5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6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0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10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96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9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68" name="Rectangle 14"/>
          <p:cNvSpPr>
            <a:spLocks noChangeArrowheads="1"/>
          </p:cNvSpPr>
          <p:nvPr/>
        </p:nvSpPr>
        <p:spPr bwMode="auto">
          <a:xfrm>
            <a:off x="1147083" y="2144607"/>
            <a:ext cx="26695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三相电压：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062436" y="4775200"/>
            <a:ext cx="4962170" cy="2082800"/>
            <a:chOff x="208494" y="4799932"/>
            <a:chExt cx="4962170" cy="2082800"/>
          </a:xfrm>
        </p:grpSpPr>
        <p:sp>
          <p:nvSpPr>
            <p:cNvPr id="70" name="Rectangle 17"/>
            <p:cNvSpPr>
              <a:spLocks noChangeArrowheads="1"/>
            </p:cNvSpPr>
            <p:nvPr/>
          </p:nvSpPr>
          <p:spPr bwMode="auto">
            <a:xfrm>
              <a:off x="208494" y="5376615"/>
              <a:ext cx="1266693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2800" dirty="0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相量</a:t>
              </a:r>
              <a:endParaRPr lang="en-US" altLang="zh-CN" sz="2800" dirty="0">
                <a:solidFill>
                  <a:srgbClr val="000000"/>
                </a:solidFill>
                <a:latin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2800" dirty="0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表达式</a:t>
              </a:r>
              <a:endParaRPr lang="en-US" altLang="zh-CN" sz="2800" dirty="0">
                <a:solidFill>
                  <a:srgbClr val="000000"/>
                </a:solidFill>
                <a:latin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71" name="Object 18"/>
            <p:cNvGraphicFramePr>
              <a:graphicFrameLocks noChangeAspect="1"/>
            </p:cNvGraphicFramePr>
            <p:nvPr/>
          </p:nvGraphicFramePr>
          <p:xfrm>
            <a:off x="1568627" y="4799932"/>
            <a:ext cx="3602037" cy="2082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57347" name="Equation" r:id="rId1" imgW="32613600" imgH="18897600" progId="Equation.DSMT4">
                    <p:embed/>
                  </p:oleObj>
                </mc:Choice>
                <mc:Fallback>
                  <p:oleObj name="Equation" r:id="rId1" imgW="32613600" imgH="188976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68627" y="4799932"/>
                          <a:ext cx="3602037" cy="20828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2" name="Rectangle 20"/>
          <p:cNvSpPr>
            <a:spLocks noChangeArrowheads="1"/>
          </p:cNvSpPr>
          <p:nvPr/>
        </p:nvSpPr>
        <p:spPr bwMode="auto">
          <a:xfrm>
            <a:off x="8040216" y="4315976"/>
            <a:ext cx="3888433" cy="1558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rgbClr val="00007D"/>
              </a:buClr>
              <a:buSzPct val="75000"/>
            </a:pPr>
            <a:r>
              <a:rPr lang="zh-CN" altLang="en-US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三个电压的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振幅</a:t>
            </a:r>
            <a:r>
              <a:rPr lang="zh-CN" altLang="en-US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频率</a:t>
            </a:r>
            <a:r>
              <a:rPr lang="zh-CN" altLang="en-US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都相同，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相位</a:t>
            </a:r>
            <a:r>
              <a:rPr lang="zh-CN" altLang="en-US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依次相差</a:t>
            </a:r>
            <a:r>
              <a:rPr lang="en-US" altLang="zh-CN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120º</a:t>
            </a:r>
            <a:r>
              <a:rPr lang="zh-CN" altLang="en-US" sz="28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，称</a:t>
            </a: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对称三相电压</a:t>
            </a:r>
            <a:endParaRPr lang="en-US" altLang="zh-CN" sz="28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73" name="Object 23"/>
          <p:cNvGraphicFramePr>
            <a:graphicFrameLocks noChangeAspect="1"/>
          </p:cNvGraphicFramePr>
          <p:nvPr/>
        </p:nvGraphicFramePr>
        <p:xfrm>
          <a:off x="8616280" y="1190600"/>
          <a:ext cx="2732087" cy="2914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57348" name="Visio" r:id="rId3" imgW="2590800" imgH="2724150" progId="Visio.Drawing.11">
                  <p:embed/>
                </p:oleObj>
              </mc:Choice>
              <mc:Fallback>
                <p:oleObj name="Visio" r:id="rId3" imgW="2590800" imgH="2724150" progId="Visio.Drawing.11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16280" y="1190600"/>
                        <a:ext cx="2732087" cy="2914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组合 1"/>
          <p:cNvGrpSpPr/>
          <p:nvPr/>
        </p:nvGrpSpPr>
        <p:grpSpPr>
          <a:xfrm>
            <a:off x="1162335" y="2564904"/>
            <a:ext cx="6266940" cy="2144713"/>
            <a:chOff x="0" y="2700107"/>
            <a:chExt cx="6266940" cy="2144713"/>
          </a:xfrm>
        </p:grpSpPr>
        <p:graphicFrame>
          <p:nvGraphicFramePr>
            <p:cNvPr id="69" name="Object 15"/>
            <p:cNvGraphicFramePr>
              <a:graphicFrameLocks noChangeAspect="1"/>
            </p:cNvGraphicFramePr>
            <p:nvPr/>
          </p:nvGraphicFramePr>
          <p:xfrm>
            <a:off x="1283777" y="2700107"/>
            <a:ext cx="4983163" cy="21447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57349" name="Equation" r:id="rId5" imgW="46024800" imgH="19812000" progId="Equation.DSMT4">
                    <p:embed/>
                  </p:oleObj>
                </mc:Choice>
                <mc:Fallback>
                  <p:oleObj name="Equation" r:id="rId5" imgW="46024800" imgH="198120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3777" y="2700107"/>
                          <a:ext cx="4983163" cy="21447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3" name="Rectangle 14"/>
            <p:cNvSpPr>
              <a:spLocks noChangeArrowheads="1"/>
            </p:cNvSpPr>
            <p:nvPr/>
          </p:nvSpPr>
          <p:spPr bwMode="auto">
            <a:xfrm>
              <a:off x="0" y="3294306"/>
              <a:ext cx="1266693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2800" dirty="0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瞬时值</a:t>
              </a:r>
              <a:endParaRPr lang="en-US" altLang="zh-CN" sz="2800" dirty="0">
                <a:solidFill>
                  <a:srgbClr val="000000"/>
                </a:solidFill>
                <a:latin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2800" dirty="0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表达式</a:t>
              </a:r>
              <a:endParaRPr lang="zh-CN" altLang="en-US" sz="2800" dirty="0">
                <a:solidFill>
                  <a:srgbClr val="000000"/>
                </a:solidFill>
                <a:latin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57" name="Rectangle 6"/>
          <p:cNvSpPr>
            <a:spLocks noChangeArrowheads="1"/>
          </p:cNvSpPr>
          <p:nvPr/>
        </p:nvSpPr>
        <p:spPr bwMode="auto">
          <a:xfrm>
            <a:off x="8832304" y="6128372"/>
            <a:ext cx="2401230" cy="523220"/>
          </a:xfrm>
          <a:prstGeom prst="rect">
            <a:avLst/>
          </a:prstGeom>
          <a:solidFill>
            <a:srgbClr val="FFFFCC"/>
          </a:solidFill>
          <a:ln w="38100">
            <a:solidFill>
              <a:srgbClr val="00B050"/>
            </a:solidFill>
            <a:miter lim="800000"/>
          </a:ln>
          <a:effectLst/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0" lang="zh-CN" altLang="en-US" sz="2800" b="1" dirty="0">
                <a:solidFill>
                  <a:srgbClr val="FF0000"/>
                </a:solidFill>
                <a:sym typeface="Symbol" panose="05050102010706020507" pitchFamily="18" charset="2"/>
              </a:rPr>
              <a:t>电源的对称性</a:t>
            </a:r>
            <a:endParaRPr kumimoji="0" lang="zh-CN" altLang="en-US" sz="2800" b="1" dirty="0">
              <a:solidFill>
                <a:srgbClr val="FF0000"/>
              </a:solidFill>
            </a:endParaRPr>
          </a:p>
        </p:txBody>
      </p:sp>
      <p:sp>
        <p:nvSpPr>
          <p:cNvPr id="58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59" name="Rectangle 3"/>
          <p:cNvSpPr>
            <a:spLocks noChangeArrowheads="1"/>
          </p:cNvSpPr>
          <p:nvPr/>
        </p:nvSpPr>
        <p:spPr bwMode="auto">
          <a:xfrm>
            <a:off x="827485" y="1628800"/>
            <a:ext cx="250532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三相电源：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楷体_GB2312"/>
            </a:endParaRPr>
          </a:p>
        </p:txBody>
      </p:sp>
      <p:grpSp>
        <p:nvGrpSpPr>
          <p:cNvPr id="60" name="组合 59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61" name="Picture 8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9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10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1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6" name="Picture 16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7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8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19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0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2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3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4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5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26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27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28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9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0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32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3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4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35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36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5" name="组合 94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99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04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5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6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0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10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96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9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72" grpId="0"/>
      <p:bldP spid="57" grpId="0" animBg="1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56" name="Object 27"/>
          <p:cNvGraphicFramePr>
            <a:graphicFrameLocks noChangeAspect="1"/>
          </p:cNvGraphicFramePr>
          <p:nvPr/>
        </p:nvGraphicFramePr>
        <p:xfrm>
          <a:off x="1787080" y="4840600"/>
          <a:ext cx="3122613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970" name="Equation" r:id="rId1" imgW="28041600" imgH="5791200" progId="Equation.DSMT4">
                  <p:embed/>
                </p:oleObj>
              </mc:Choice>
              <mc:Fallback>
                <p:oleObj name="Equation" r:id="rId1" imgW="2804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87080" y="4840600"/>
                        <a:ext cx="3122613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7" name="Rectangle 29"/>
          <p:cNvSpPr>
            <a:spLocks noChangeArrowheads="1"/>
          </p:cNvSpPr>
          <p:nvPr/>
        </p:nvSpPr>
        <p:spPr bwMode="auto">
          <a:xfrm>
            <a:off x="1718818" y="3273821"/>
            <a:ext cx="22558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i="1" dirty="0" err="1">
                <a:latin typeface="Times New Roman" panose="02020603050405020304" pitchFamily="18" charset="0"/>
              </a:rPr>
              <a:t>u</a:t>
            </a:r>
            <a:r>
              <a:rPr lang="en-US" altLang="zh-CN" sz="2800" baseline="-25000" dirty="0" err="1">
                <a:latin typeface="Times New Roman" panose="02020603050405020304" pitchFamily="18" charset="0"/>
              </a:rPr>
              <a:t>U</a:t>
            </a:r>
            <a:r>
              <a:rPr lang="en-US" altLang="zh-CN" sz="2800" dirty="0" err="1">
                <a:latin typeface="Times New Roman" panose="02020603050405020304" pitchFamily="18" charset="0"/>
              </a:rPr>
              <a:t>+</a:t>
            </a:r>
            <a:r>
              <a:rPr lang="en-US" altLang="zh-CN" sz="2800" i="1" dirty="0" err="1">
                <a:latin typeface="Times New Roman" panose="02020603050405020304" pitchFamily="18" charset="0"/>
              </a:rPr>
              <a:t>u</a:t>
            </a:r>
            <a:r>
              <a:rPr lang="en-US" altLang="zh-CN" sz="2800" baseline="-25000" dirty="0" err="1">
                <a:latin typeface="Times New Roman" panose="02020603050405020304" pitchFamily="18" charset="0"/>
              </a:rPr>
              <a:t>V</a:t>
            </a:r>
            <a:r>
              <a:rPr lang="en-US" altLang="zh-CN" sz="2800" dirty="0" err="1">
                <a:latin typeface="Times New Roman" panose="02020603050405020304" pitchFamily="18" charset="0"/>
              </a:rPr>
              <a:t>+</a:t>
            </a:r>
            <a:r>
              <a:rPr lang="en-US" altLang="zh-CN" sz="2800" i="1" dirty="0" err="1">
                <a:latin typeface="Times New Roman" panose="02020603050405020304" pitchFamily="18" charset="0"/>
              </a:rPr>
              <a:t>u</a:t>
            </a:r>
            <a:r>
              <a:rPr lang="en-US" altLang="zh-CN" sz="2800" baseline="-25000" dirty="0" err="1">
                <a:latin typeface="Times New Roman" panose="02020603050405020304" pitchFamily="18" charset="0"/>
              </a:rPr>
              <a:t>W</a:t>
            </a:r>
            <a:r>
              <a:rPr lang="en-US" altLang="zh-CN" sz="2800" dirty="0">
                <a:latin typeface="Times New Roman" panose="02020603050405020304" pitchFamily="18" charset="0"/>
              </a:rPr>
              <a:t>=0 </a:t>
            </a:r>
            <a:endParaRPr lang="en-US" altLang="zh-CN" sz="2800" dirty="0">
              <a:latin typeface="Times New Roman" panose="02020603050405020304" pitchFamily="18" charset="0"/>
            </a:endParaRPr>
          </a:p>
        </p:txBody>
      </p:sp>
      <p:sp>
        <p:nvSpPr>
          <p:cNvPr id="58" name="Rectangle 30"/>
          <p:cNvSpPr>
            <a:spLocks noChangeArrowheads="1"/>
          </p:cNvSpPr>
          <p:nvPr/>
        </p:nvSpPr>
        <p:spPr bwMode="auto">
          <a:xfrm>
            <a:off x="1631504" y="2693920"/>
            <a:ext cx="5420922" cy="6085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spcBef>
                <a:spcPct val="2000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chemeClr val="tx2"/>
                </a:solidFill>
                <a:latin typeface="宋体" panose="02010600030101010101" pitchFamily="2" charset="-122"/>
              </a:rPr>
              <a:t>对称三相电压的瞬时值之和为零</a:t>
            </a:r>
            <a:endParaRPr lang="en-US" altLang="zh-CN" sz="3200" dirty="0">
              <a:solidFill>
                <a:srgbClr val="0066FF"/>
              </a:solidFill>
              <a:latin typeface="宋体" panose="02010600030101010101" pitchFamily="2" charset="-122"/>
            </a:endParaRPr>
          </a:p>
        </p:txBody>
      </p:sp>
      <p:sp>
        <p:nvSpPr>
          <p:cNvPr id="59" name="Rectangle 30"/>
          <p:cNvSpPr>
            <a:spLocks noChangeArrowheads="1"/>
          </p:cNvSpPr>
          <p:nvPr/>
        </p:nvSpPr>
        <p:spPr bwMode="auto">
          <a:xfrm>
            <a:off x="1661847" y="3941860"/>
            <a:ext cx="4834516" cy="575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None/>
            </a:pPr>
            <a:r>
              <a:rPr lang="zh-CN" altLang="en-US" sz="2800" dirty="0">
                <a:solidFill>
                  <a:schemeClr val="tx2"/>
                </a:solidFill>
                <a:latin typeface="宋体" panose="02010600030101010101" pitchFamily="2" charset="-122"/>
              </a:rPr>
              <a:t>对称三相电压的相量之和为零</a:t>
            </a:r>
            <a:r>
              <a:rPr lang="zh-CN" altLang="en-US" sz="3200" dirty="0">
                <a:solidFill>
                  <a:srgbClr val="0066FF"/>
                </a:solidFill>
                <a:latin typeface="宋体" panose="02010600030101010101" pitchFamily="2" charset="-122"/>
              </a:rPr>
              <a:t> </a:t>
            </a:r>
            <a:endParaRPr lang="en-US" altLang="zh-CN" sz="3200" dirty="0">
              <a:solidFill>
                <a:srgbClr val="0066FF"/>
              </a:solidFill>
              <a:latin typeface="宋体" panose="02010600030101010101" pitchFamily="2" charset="-122"/>
            </a:endParaRPr>
          </a:p>
        </p:txBody>
      </p:sp>
      <p:sp>
        <p:nvSpPr>
          <p:cNvPr id="52" name="Rectangle 8"/>
          <p:cNvSpPr>
            <a:spLocks noChangeArrowheads="1"/>
          </p:cNvSpPr>
          <p:nvPr/>
        </p:nvSpPr>
        <p:spPr bwMode="auto">
          <a:xfrm>
            <a:off x="8022877" y="2673586"/>
            <a:ext cx="234872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/>
              <a:t>由相量图可证</a:t>
            </a:r>
            <a:endParaRPr lang="zh-CN" altLang="en-US" sz="2800" b="1" dirty="0"/>
          </a:p>
        </p:txBody>
      </p:sp>
      <p:sp>
        <p:nvSpPr>
          <p:cNvPr id="53" name="Text Box 10"/>
          <p:cNvSpPr txBox="1">
            <a:spLocks noChangeArrowheads="1"/>
          </p:cNvSpPr>
          <p:nvPr/>
        </p:nvSpPr>
        <p:spPr bwMode="auto">
          <a:xfrm>
            <a:off x="8826430" y="4790953"/>
            <a:ext cx="103663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/>
              <a:t> 60°</a:t>
            </a:r>
            <a:endParaRPr lang="en-US" altLang="zh-CN" sz="2800" b="1" dirty="0"/>
          </a:p>
        </p:txBody>
      </p:sp>
      <p:sp>
        <p:nvSpPr>
          <p:cNvPr id="64" name="Line 16"/>
          <p:cNvSpPr>
            <a:spLocks noChangeShapeType="1"/>
          </p:cNvSpPr>
          <p:nvPr/>
        </p:nvSpPr>
        <p:spPr bwMode="auto">
          <a:xfrm flipH="1">
            <a:off x="8290572" y="5210158"/>
            <a:ext cx="1448477" cy="49454"/>
          </a:xfrm>
          <a:prstGeom prst="line">
            <a:avLst/>
          </a:prstGeom>
          <a:noFill/>
          <a:ln w="38100">
            <a:solidFill>
              <a:srgbClr val="FF3300"/>
            </a:solidFill>
            <a:prstDash val="dash"/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9" name="Line 20"/>
          <p:cNvSpPr>
            <a:spLocks noChangeShapeType="1"/>
          </p:cNvSpPr>
          <p:nvPr/>
        </p:nvSpPr>
        <p:spPr bwMode="auto">
          <a:xfrm rot="14282560" flipV="1">
            <a:off x="7946702" y="5834167"/>
            <a:ext cx="1463675" cy="1588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8412467" y="3472436"/>
            <a:ext cx="3369519" cy="3124916"/>
            <a:chOff x="4779962" y="3728854"/>
            <a:chExt cx="3369519" cy="3124916"/>
          </a:xfrm>
        </p:grpSpPr>
        <p:sp>
          <p:nvSpPr>
            <p:cNvPr id="67" name="Line 19"/>
            <p:cNvSpPr>
              <a:spLocks noChangeShapeType="1"/>
            </p:cNvSpPr>
            <p:nvPr/>
          </p:nvSpPr>
          <p:spPr bwMode="auto">
            <a:xfrm rot="7106826" flipV="1">
              <a:off x="5030385" y="6071535"/>
              <a:ext cx="1463675" cy="158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8" name="Line 20"/>
            <p:cNvSpPr>
              <a:spLocks noChangeShapeType="1"/>
            </p:cNvSpPr>
            <p:nvPr/>
          </p:nvSpPr>
          <p:spPr bwMode="auto">
            <a:xfrm rot="14282560" flipV="1">
              <a:off x="4990685" y="4852335"/>
              <a:ext cx="1463675" cy="1588"/>
            </a:xfrm>
            <a:prstGeom prst="line">
              <a:avLst/>
            </a:prstGeom>
            <a:noFill/>
            <a:ln w="38100">
              <a:solidFill>
                <a:srgbClr val="0066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9" name="Line 21"/>
            <p:cNvSpPr>
              <a:spLocks noChangeShapeType="1"/>
            </p:cNvSpPr>
            <p:nvPr/>
          </p:nvSpPr>
          <p:spPr bwMode="auto">
            <a:xfrm flipV="1">
              <a:off x="6106818" y="5469873"/>
              <a:ext cx="146572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73" name="Object 18"/>
            <p:cNvGraphicFramePr>
              <a:graphicFrameLocks noChangeAspect="1"/>
            </p:cNvGraphicFramePr>
            <p:nvPr/>
          </p:nvGraphicFramePr>
          <p:xfrm>
            <a:off x="7543056" y="5453699"/>
            <a:ext cx="60642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971" name="Equation" r:id="rId3" imgW="5486400" imgH="5791200" progId="Equation.DSMT4">
                    <p:embed/>
                  </p:oleObj>
                </mc:Choice>
                <mc:Fallback>
                  <p:oleObj name="Equation" r:id="rId3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43056" y="5453699"/>
                          <a:ext cx="60642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6" name="Object 18"/>
            <p:cNvGraphicFramePr>
              <a:graphicFrameLocks noChangeAspect="1"/>
            </p:cNvGraphicFramePr>
            <p:nvPr/>
          </p:nvGraphicFramePr>
          <p:xfrm>
            <a:off x="5165526" y="3728854"/>
            <a:ext cx="6731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972" name="Equation" r:id="rId5" imgW="6096000" imgH="5791200" progId="Equation.DSMT4">
                    <p:embed/>
                  </p:oleObj>
                </mc:Choice>
                <mc:Fallback>
                  <p:oleObj name="Equation" r:id="rId5" imgW="6096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65526" y="3728854"/>
                          <a:ext cx="6731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7" name="Object 18"/>
            <p:cNvGraphicFramePr>
              <a:graphicFrameLocks noChangeAspect="1"/>
            </p:cNvGraphicFramePr>
            <p:nvPr/>
          </p:nvGraphicFramePr>
          <p:xfrm>
            <a:off x="4779962" y="6215595"/>
            <a:ext cx="60642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973" name="Equation" r:id="rId7" imgW="5486400" imgH="5791200" progId="Equation.DSMT4">
                    <p:embed/>
                  </p:oleObj>
                </mc:Choice>
                <mc:Fallback>
                  <p:oleObj name="Equation" r:id="rId7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79962" y="6215595"/>
                          <a:ext cx="60642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8" name="Line 19"/>
          <p:cNvSpPr>
            <a:spLocks noChangeShapeType="1"/>
          </p:cNvSpPr>
          <p:nvPr/>
        </p:nvSpPr>
        <p:spPr bwMode="auto">
          <a:xfrm rot="7106826" flipV="1">
            <a:off x="7911761" y="4639449"/>
            <a:ext cx="1463675" cy="1588"/>
          </a:xfrm>
          <a:prstGeom prst="line">
            <a:avLst/>
          </a:prstGeom>
          <a:noFill/>
          <a:ln w="38100">
            <a:solidFill>
              <a:srgbClr val="0000FF"/>
            </a:solidFill>
            <a:prstDash val="dash"/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0" name="Text Box 10"/>
          <p:cNvSpPr txBox="1">
            <a:spLocks noChangeArrowheads="1"/>
          </p:cNvSpPr>
          <p:nvPr/>
        </p:nvSpPr>
        <p:spPr bwMode="auto">
          <a:xfrm>
            <a:off x="8261381" y="4798368"/>
            <a:ext cx="103663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/>
              <a:t> 60°</a:t>
            </a:r>
            <a:endParaRPr lang="en-US" altLang="zh-CN" sz="2800" b="1" dirty="0"/>
          </a:p>
        </p:txBody>
      </p:sp>
      <p:graphicFrame>
        <p:nvGraphicFramePr>
          <p:cNvPr id="81" name="Object 18"/>
          <p:cNvGraphicFramePr>
            <a:graphicFrameLocks noChangeAspect="1"/>
          </p:cNvGraphicFramePr>
          <p:nvPr/>
        </p:nvGraphicFramePr>
        <p:xfrm>
          <a:off x="7464152" y="4878194"/>
          <a:ext cx="842962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974" name="Equation" r:id="rId9" imgW="7620000" imgH="5791200" progId="Equation.DSMT4">
                  <p:embed/>
                </p:oleObj>
              </mc:Choice>
              <mc:Fallback>
                <p:oleObj name="Equation" r:id="rId9" imgW="7620000" imgH="57912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64152" y="4878194"/>
                        <a:ext cx="842962" cy="6381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2" name="Text Box 10"/>
          <p:cNvSpPr txBox="1">
            <a:spLocks noChangeArrowheads="1"/>
          </p:cNvSpPr>
          <p:nvPr/>
        </p:nvSpPr>
        <p:spPr bwMode="auto">
          <a:xfrm>
            <a:off x="8534594" y="4246906"/>
            <a:ext cx="103663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/>
              <a:t> 60°</a:t>
            </a:r>
            <a:endParaRPr lang="en-US" altLang="zh-CN" sz="2800" b="1" dirty="0"/>
          </a:p>
        </p:txBody>
      </p:sp>
      <p:graphicFrame>
        <p:nvGraphicFramePr>
          <p:cNvPr id="83" name="Object 18"/>
          <p:cNvGraphicFramePr>
            <a:graphicFrameLocks noChangeAspect="1"/>
          </p:cNvGraphicFramePr>
          <p:nvPr/>
        </p:nvGraphicFramePr>
        <p:xfrm>
          <a:off x="8081365" y="4059541"/>
          <a:ext cx="606425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975" name="Equation" r:id="rId11" imgW="5486400" imgH="5791200" progId="Equation.DSMT4">
                  <p:embed/>
                </p:oleObj>
              </mc:Choice>
              <mc:Fallback>
                <p:oleObj name="Equation" r:id="rId11" imgW="5486400" imgH="57912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81365" y="4059541"/>
                        <a:ext cx="606425" cy="6381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4" name="Object 18"/>
          <p:cNvGraphicFramePr>
            <a:graphicFrameLocks noChangeAspect="1"/>
          </p:cNvGraphicFramePr>
          <p:nvPr/>
        </p:nvGraphicFramePr>
        <p:xfrm>
          <a:off x="8013554" y="5474268"/>
          <a:ext cx="67310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976" name="Equation" r:id="rId13" imgW="6096000" imgH="5791200" progId="Equation.DSMT4">
                  <p:embed/>
                </p:oleObj>
              </mc:Choice>
              <mc:Fallback>
                <p:oleObj name="Equation" r:id="rId13" imgW="6096000" imgH="57912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13554" y="5474268"/>
                        <a:ext cx="673100" cy="6381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Rectangle 14"/>
          <p:cNvSpPr>
            <a:spLocks noChangeArrowheads="1"/>
          </p:cNvSpPr>
          <p:nvPr/>
        </p:nvSpPr>
        <p:spPr bwMode="auto">
          <a:xfrm>
            <a:off x="1147083" y="2144607"/>
            <a:ext cx="26695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三相电压：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4" name="Rectangle 3"/>
          <p:cNvSpPr>
            <a:spLocks noChangeArrowheads="1"/>
          </p:cNvSpPr>
          <p:nvPr/>
        </p:nvSpPr>
        <p:spPr bwMode="auto">
          <a:xfrm>
            <a:off x="827485" y="1628800"/>
            <a:ext cx="250532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三相电源：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楷体_GB2312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85" name="Picture 8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9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10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11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9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6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90" name="Picture 16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7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18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19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0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1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2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3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4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5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6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7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8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9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30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1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2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3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4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5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6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4" name="组合 113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159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64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16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56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15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 autoUpdateAnimBg="0"/>
      <p:bldP spid="59" grpId="0" autoUpdateAnimBg="0"/>
      <p:bldP spid="52" grpId="0" autoUpdateAnimBg="0"/>
      <p:bldP spid="53" grpId="0" autoUpdateAnimBg="0"/>
      <p:bldP spid="64" grpId="0" animBg="1"/>
      <p:bldP spid="79" grpId="0" animBg="1"/>
      <p:bldP spid="78" grpId="0" animBg="1"/>
      <p:bldP spid="80" grpId="0" autoUpdateAnimBg="0"/>
      <p:bldP spid="82" grpId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68" name="Rectangle 14"/>
          <p:cNvSpPr>
            <a:spLocks noChangeArrowheads="1"/>
          </p:cNvSpPr>
          <p:nvPr/>
        </p:nvSpPr>
        <p:spPr bwMode="auto">
          <a:xfrm>
            <a:off x="1176882" y="2111264"/>
            <a:ext cx="10319717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>
              <a:lnSpc>
                <a:spcPct val="120000"/>
              </a:lnSpc>
            </a:pPr>
            <a:r>
              <a:rPr lang="en-US" altLang="zh-CN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相序：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在三相电压中，各相电压经过同一量值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例如极大值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的先后次序称为三相电压的</a:t>
            </a: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相序</a:t>
            </a:r>
            <a:endParaRPr lang="zh-CN" altLang="en-US" sz="2800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4" name="Rectangle 22"/>
          <p:cNvSpPr>
            <a:spLocks noChangeArrowheads="1"/>
          </p:cNvSpPr>
          <p:nvPr/>
        </p:nvSpPr>
        <p:spPr bwMode="auto">
          <a:xfrm>
            <a:off x="1481851" y="4618536"/>
            <a:ext cx="5766277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>
              <a:lnSpc>
                <a:spcPct val="120000"/>
              </a:lnSpc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 负序：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相序为</a:t>
            </a:r>
            <a:r>
              <a:rPr lang="en-US" altLang="zh-CN" sz="2800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U-W-V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（也可看成是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W-V-U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或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V-U-W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），称为负序或逆序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5" name="Rectangle 24"/>
          <p:cNvSpPr>
            <a:spLocks noChangeArrowheads="1"/>
          </p:cNvSpPr>
          <p:nvPr/>
        </p:nvSpPr>
        <p:spPr bwMode="auto">
          <a:xfrm>
            <a:off x="1452658" y="3140969"/>
            <a:ext cx="5795470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 正序：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相序为</a:t>
            </a:r>
            <a:r>
              <a:rPr lang="en-US" altLang="zh-CN" sz="2800" dirty="0">
                <a:solidFill>
                  <a:srgbClr val="CC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U-V-W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（也可看成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V-W-U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或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W-U-V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），称为正序或顺序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" name="Rectangle 25"/>
          <p:cNvSpPr>
            <a:spLocks noChangeArrowheads="1"/>
          </p:cNvSpPr>
          <p:nvPr/>
        </p:nvSpPr>
        <p:spPr bwMode="auto">
          <a:xfrm>
            <a:off x="1450445" y="6218148"/>
            <a:ext cx="60452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③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三相电压的相序，一般认为是正序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2" name="Object 23"/>
          <p:cNvGraphicFramePr>
            <a:graphicFrameLocks noChangeAspect="1"/>
          </p:cNvGraphicFramePr>
          <p:nvPr/>
        </p:nvGraphicFramePr>
        <p:xfrm>
          <a:off x="8620497" y="3250654"/>
          <a:ext cx="2732087" cy="2914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1040" name="Visio" r:id="rId1" imgW="2590800" imgH="2724150" progId="Visio.Drawing.11">
                  <p:embed/>
                </p:oleObj>
              </mc:Choice>
              <mc:Fallback>
                <p:oleObj name="Visio" r:id="rId1" imgW="2590800" imgH="2724150" progId="Visio.Drawing.11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20497" y="3250654"/>
                        <a:ext cx="2732087" cy="2914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7" name="Freeform 216"/>
          <p:cNvSpPr/>
          <p:nvPr/>
        </p:nvSpPr>
        <p:spPr bwMode="auto">
          <a:xfrm>
            <a:off x="10776521" y="3632094"/>
            <a:ext cx="576063" cy="461665"/>
          </a:xfrm>
          <a:custGeom>
            <a:avLst/>
            <a:gdLst>
              <a:gd name="T0" fmla="*/ 606425 w 382"/>
              <a:gd name="T1" fmla="*/ 465137 h 293"/>
              <a:gd name="T2" fmla="*/ 366713 w 382"/>
              <a:gd name="T3" fmla="*/ 127000 h 293"/>
              <a:gd name="T4" fmla="*/ 0 w 382"/>
              <a:gd name="T5" fmla="*/ 0 h 29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2" h="293">
                <a:moveTo>
                  <a:pt x="382" y="293"/>
                </a:moveTo>
                <a:cubicBezTo>
                  <a:pt x="338" y="211"/>
                  <a:pt x="295" y="129"/>
                  <a:pt x="231" y="80"/>
                </a:cubicBezTo>
                <a:cubicBezTo>
                  <a:pt x="167" y="31"/>
                  <a:pt x="83" y="15"/>
                  <a:pt x="0" y="0"/>
                </a:cubicBezTo>
              </a:path>
            </a:pathLst>
          </a:custGeom>
          <a:noFill/>
          <a:ln w="76200" cap="flat" cmpd="sng">
            <a:solidFill>
              <a:srgbClr val="CC0000"/>
            </a:solidFill>
            <a:prstDash val="solid"/>
            <a:rou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endParaRPr lang="zh-CN" altLang="en-US"/>
          </a:p>
        </p:txBody>
      </p:sp>
      <p:sp>
        <p:nvSpPr>
          <p:cNvPr id="58" name="Freeform 216"/>
          <p:cNvSpPr/>
          <p:nvPr/>
        </p:nvSpPr>
        <p:spPr bwMode="auto">
          <a:xfrm flipH="1">
            <a:off x="8491118" y="3699149"/>
            <a:ext cx="576063" cy="461665"/>
          </a:xfrm>
          <a:custGeom>
            <a:avLst/>
            <a:gdLst>
              <a:gd name="T0" fmla="*/ 606425 w 382"/>
              <a:gd name="T1" fmla="*/ 465137 h 293"/>
              <a:gd name="T2" fmla="*/ 366713 w 382"/>
              <a:gd name="T3" fmla="*/ 127000 h 293"/>
              <a:gd name="T4" fmla="*/ 0 w 382"/>
              <a:gd name="T5" fmla="*/ 0 h 29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2" h="293">
                <a:moveTo>
                  <a:pt x="382" y="293"/>
                </a:moveTo>
                <a:cubicBezTo>
                  <a:pt x="338" y="211"/>
                  <a:pt x="295" y="129"/>
                  <a:pt x="231" y="80"/>
                </a:cubicBezTo>
                <a:cubicBezTo>
                  <a:pt x="167" y="31"/>
                  <a:pt x="83" y="15"/>
                  <a:pt x="0" y="0"/>
                </a:cubicBezTo>
              </a:path>
            </a:pathLst>
          </a:custGeom>
          <a:noFill/>
          <a:ln w="76200" cap="flat" cmpd="sng">
            <a:solidFill>
              <a:srgbClr val="00B050"/>
            </a:solidFill>
            <a:prstDash val="solid"/>
            <a:rou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endParaRPr lang="zh-CN" altLang="en-US"/>
          </a:p>
        </p:txBody>
      </p:sp>
      <p:sp>
        <p:nvSpPr>
          <p:cNvPr id="59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60" name="Rectangle 3"/>
          <p:cNvSpPr>
            <a:spLocks noChangeArrowheads="1"/>
          </p:cNvSpPr>
          <p:nvPr/>
        </p:nvSpPr>
        <p:spPr bwMode="auto">
          <a:xfrm>
            <a:off x="827485" y="1628800"/>
            <a:ext cx="250532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三相电源：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楷体_GB2312"/>
            </a:endParaRPr>
          </a:p>
        </p:txBody>
      </p:sp>
      <p:grpSp>
        <p:nvGrpSpPr>
          <p:cNvPr id="61" name="组合 60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62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6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7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3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3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3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9" name="组合 88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95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00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1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2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6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97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8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9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90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91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54" grpId="0"/>
      <p:bldP spid="55" grpId="0"/>
      <p:bldP spid="5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9.1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三相电路的基本概念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68" name="Rectangle 14"/>
          <p:cNvSpPr>
            <a:spLocks noChangeArrowheads="1"/>
          </p:cNvSpPr>
          <p:nvPr/>
        </p:nvSpPr>
        <p:spPr bwMode="auto">
          <a:xfrm>
            <a:off x="1169045" y="2124272"/>
            <a:ext cx="2689225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marR="0" lvl="0" indent="-45085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旋转因子：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3" name="Object 21"/>
          <p:cNvGraphicFramePr>
            <a:graphicFrameLocks noChangeAspect="1"/>
          </p:cNvGraphicFramePr>
          <p:nvPr/>
        </p:nvGraphicFramePr>
        <p:xfrm>
          <a:off x="1670398" y="2378076"/>
          <a:ext cx="5775325" cy="1076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9962" name="Equation" r:id="rId1" imgW="55168800" imgH="10363200" progId="Equation.DSMT4">
                  <p:embed/>
                </p:oleObj>
              </mc:Choice>
              <mc:Fallback>
                <p:oleObj name="Equation" r:id="rId1" imgW="55168800" imgH="10363200" progId="Equation.DSMT4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0398" y="2378076"/>
                        <a:ext cx="5775325" cy="10763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9" name="Object 26"/>
          <p:cNvGraphicFramePr>
            <a:graphicFrameLocks noChangeAspect="1"/>
          </p:cNvGraphicFramePr>
          <p:nvPr/>
        </p:nvGraphicFramePr>
        <p:xfrm>
          <a:off x="1611659" y="4370388"/>
          <a:ext cx="5894388" cy="1071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9963" name="Equation" r:id="rId3" imgW="56692800" imgH="10363200" progId="Equation.DSMT4">
                  <p:embed/>
                </p:oleObj>
              </mc:Choice>
              <mc:Fallback>
                <p:oleObj name="Equation" r:id="rId3" imgW="56692800" imgH="103632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1659" y="4370388"/>
                        <a:ext cx="5894388" cy="10715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1" name="Object 28"/>
          <p:cNvGraphicFramePr>
            <a:graphicFrameLocks noChangeAspect="1"/>
          </p:cNvGraphicFramePr>
          <p:nvPr/>
        </p:nvGraphicFramePr>
        <p:xfrm>
          <a:off x="1602134" y="5378450"/>
          <a:ext cx="2509838" cy="571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9964" name="Equation" r:id="rId5" imgW="21031200" imgH="4876800" progId="Equation.DSMT4">
                  <p:embed/>
                </p:oleObj>
              </mc:Choice>
              <mc:Fallback>
                <p:oleObj name="Equation" r:id="rId5" imgW="21031200" imgH="48768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2134" y="5378450"/>
                        <a:ext cx="2509838" cy="5715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1591450" y="6169286"/>
            <a:ext cx="6950074" cy="649762"/>
            <a:chOff x="468314" y="6032026"/>
            <a:chExt cx="6950074" cy="649762"/>
          </a:xfrm>
        </p:grpSpPr>
        <p:grpSp>
          <p:nvGrpSpPr>
            <p:cNvPr id="64" name="Group 16"/>
            <p:cNvGrpSpPr/>
            <p:nvPr/>
          </p:nvGrpSpPr>
          <p:grpSpPr bwMode="auto">
            <a:xfrm>
              <a:off x="468314" y="6032026"/>
              <a:ext cx="3033711" cy="565150"/>
              <a:chOff x="535" y="346"/>
              <a:chExt cx="1911" cy="356"/>
            </a:xfrm>
          </p:grpSpPr>
          <p:sp>
            <p:nvSpPr>
              <p:cNvPr id="65" name="Rectangle 14"/>
              <p:cNvSpPr>
                <a:spLocks noChangeArrowheads="1"/>
              </p:cNvSpPr>
              <p:nvPr/>
            </p:nvSpPr>
            <p:spPr bwMode="auto">
              <a:xfrm>
                <a:off x="535" y="346"/>
                <a:ext cx="7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cs typeface="Times New Roman" panose="02020603050405020304" pitchFamily="18" charset="0"/>
                  </a:rPr>
                  <a:t>若已知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66" name="Object 13"/>
              <p:cNvGraphicFramePr>
                <a:graphicFrameLocks noChangeAspect="1"/>
              </p:cNvGraphicFramePr>
              <p:nvPr/>
            </p:nvGraphicFramePr>
            <p:xfrm>
              <a:off x="1306" y="346"/>
              <a:ext cx="342" cy="35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9965" name="Equation" r:id="rId7" imgW="5486400" imgH="5791200" progId="Equation.DSMT4">
                      <p:embed/>
                    </p:oleObj>
                  </mc:Choice>
                  <mc:Fallback>
                    <p:oleObj name="Equation" r:id="rId7" imgW="5486400" imgH="5791200" progId="Equation.DSMT4">
                      <p:embed/>
                      <p:pic>
                        <p:nvPicPr>
                          <p:cNvPr id="0" name="Object 1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306" y="346"/>
                            <a:ext cx="342" cy="356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63" name="Rectangle 14"/>
              <p:cNvSpPr>
                <a:spLocks noChangeArrowheads="1"/>
              </p:cNvSpPr>
              <p:nvPr/>
            </p:nvSpPr>
            <p:spPr bwMode="auto">
              <a:xfrm>
                <a:off x="1648" y="362"/>
                <a:ext cx="798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cs typeface="Times New Roman" panose="02020603050405020304" pitchFamily="18" charset="0"/>
                  </a:rPr>
                  <a:t>则可知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aphicFrame>
          <p:nvGraphicFramePr>
            <p:cNvPr id="69" name="Object 17"/>
            <p:cNvGraphicFramePr>
              <a:graphicFrameLocks noChangeAspect="1"/>
            </p:cNvGraphicFramePr>
            <p:nvPr/>
          </p:nvGraphicFramePr>
          <p:xfrm>
            <a:off x="5584825" y="6065838"/>
            <a:ext cx="1833563" cy="6159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9966" name="Equation" r:id="rId9" imgW="17068800" imgH="5791200" progId="Equation.DSMT4">
                    <p:embed/>
                  </p:oleObj>
                </mc:Choice>
                <mc:Fallback>
                  <p:oleObj name="Equation" r:id="rId9" imgW="17068800" imgH="5791200" progId="Equation.DSMT4">
                    <p:embed/>
                    <p:pic>
                      <p:nvPicPr>
                        <p:cNvPr id="0" name="Object 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584825" y="6065838"/>
                          <a:ext cx="1833563" cy="6159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0" name="Object 19"/>
            <p:cNvGraphicFramePr>
              <a:graphicFrameLocks noChangeAspect="1"/>
            </p:cNvGraphicFramePr>
            <p:nvPr/>
          </p:nvGraphicFramePr>
          <p:xfrm>
            <a:off x="3632532" y="6083342"/>
            <a:ext cx="1677988" cy="5810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9967" name="Equation" r:id="rId11" imgW="16459200" imgH="5791200" progId="Equation.DSMT4">
                    <p:embed/>
                  </p:oleObj>
                </mc:Choice>
                <mc:Fallback>
                  <p:oleObj name="Equation" r:id="rId11" imgW="16459200" imgH="5791200" progId="Equation.DSMT4">
                    <p:embed/>
                    <p:pic>
                      <p:nvPicPr>
                        <p:cNvPr id="0" name="Object 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32532" y="6083342"/>
                          <a:ext cx="1677988" cy="58102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" name="组合 1"/>
          <p:cNvGrpSpPr/>
          <p:nvPr/>
        </p:nvGrpSpPr>
        <p:grpSpPr>
          <a:xfrm>
            <a:off x="1631504" y="3482109"/>
            <a:ext cx="7275779" cy="1071575"/>
            <a:chOff x="603796" y="3334336"/>
            <a:chExt cx="7275779" cy="1071575"/>
          </a:xfrm>
        </p:grpSpPr>
        <p:sp>
          <p:nvSpPr>
            <p:cNvPr id="57" name="Rectangle 25"/>
            <p:cNvSpPr>
              <a:spLocks noChangeArrowheads="1"/>
            </p:cNvSpPr>
            <p:nvPr/>
          </p:nvSpPr>
          <p:spPr bwMode="auto">
            <a:xfrm>
              <a:off x="603796" y="3334336"/>
              <a:ext cx="7275779" cy="1071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以  乘某一相量，相当于在复平面上将此相量逆时针旋转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120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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aphicFrame>
          <p:nvGraphicFramePr>
            <p:cNvPr id="71" name="Object 21"/>
            <p:cNvGraphicFramePr>
              <a:graphicFrameLocks noChangeAspect="1"/>
            </p:cNvGraphicFramePr>
            <p:nvPr/>
          </p:nvGraphicFramePr>
          <p:xfrm>
            <a:off x="976313" y="3448909"/>
            <a:ext cx="319087" cy="3476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9968" name="Equation" r:id="rId13" imgW="3048000" imgH="3352800" progId="Equation.DSMT4">
                    <p:embed/>
                  </p:oleObj>
                </mc:Choice>
                <mc:Fallback>
                  <p:oleObj name="Equation" r:id="rId13" imgW="3048000" imgH="33528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76313" y="3448909"/>
                          <a:ext cx="319087" cy="34766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827485" y="1628800"/>
            <a:ext cx="250532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marR="0" lvl="0" indent="-357505" algn="just" defTabSz="914400" rtl="0" eaLnBrk="0" fontAlgn="base" latinLnBrk="0" hangingPunct="0">
              <a:lnSpc>
                <a:spcPct val="12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三相电源：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楷体_GB2312"/>
              <a:cs typeface="+mn-cs"/>
            </a:endParaRPr>
          </a:p>
        </p:txBody>
      </p:sp>
      <p:sp>
        <p:nvSpPr>
          <p:cNvPr id="202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9.1.1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对称三相电源和对称三相负载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203" name="组合 202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204" name="Picture 8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9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" name="Picture 10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7" name="Picture 11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8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24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09" name="Picture 16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0" name="Picture 17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1" name="Picture 18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" name="Picture 19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20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" name="Picture 21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" name="Picture 22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" name="Picture 23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" name="Picture 24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25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9" name="Picture 26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0" name="Picture 27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" name="Picture 28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2" name="Picture 29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3" name="Picture 30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1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5" name="Picture 32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6" name="Picture 33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4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35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36" descr="Green and Black Diamon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30" name="组合 229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234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239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35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236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231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23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aphicFrame>
        <p:nvGraphicFramePr>
          <p:cNvPr id="67" name="Object 23"/>
          <p:cNvGraphicFramePr>
            <a:graphicFrameLocks noChangeAspect="1"/>
          </p:cNvGraphicFramePr>
          <p:nvPr/>
        </p:nvGraphicFramePr>
        <p:xfrm>
          <a:off x="8907283" y="980728"/>
          <a:ext cx="2732087" cy="2914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9969" name="Visio" r:id="rId16" imgW="2590800" imgH="2724150" progId="Visio.Drawing.11">
                  <p:embed/>
                </p:oleObj>
              </mc:Choice>
              <mc:Fallback>
                <p:oleObj name="Visio" r:id="rId16" imgW="2590800" imgH="2724150" progId="Visio.Drawing.11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07283" y="980728"/>
                        <a:ext cx="2732087" cy="2914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Rectangle 3"/>
          <p:cNvSpPr>
            <a:spLocks noChangeArrowheads="1"/>
          </p:cNvSpPr>
          <p:nvPr/>
        </p:nvSpPr>
        <p:spPr bwMode="auto">
          <a:xfrm>
            <a:off x="839416" y="1628800"/>
            <a:ext cx="8503095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2. </a:t>
            </a: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三相负载：</a:t>
            </a:r>
            <a:r>
              <a:rPr lang="zh-CN" altLang="en-US" sz="2800" b="1" dirty="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由三相电源供电的负载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称为三相负载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  <a:defRPr/>
            </a:pPr>
            <a:r>
              <a:rPr lang="en-US" altLang="zh-CN" sz="3200" b="1" dirty="0">
                <a:solidFill>
                  <a:srgbClr val="0000FF"/>
                </a:solidFill>
                <a:latin typeface="Arial" panose="020B0604020202020204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Arial" panose="020B0604020202020204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15" name="Rectangle 4"/>
          <p:cNvSpPr>
            <a:spLocks noChangeArrowheads="1"/>
          </p:cNvSpPr>
          <p:nvPr/>
        </p:nvSpPr>
        <p:spPr bwMode="auto">
          <a:xfrm>
            <a:off x="1042231" y="5724615"/>
            <a:ext cx="7069994" cy="991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  <a:defRPr/>
            </a:pPr>
            <a:r>
              <a:rPr lang="zh-CN" altLang="en-US" sz="2800" b="1" dirty="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如果每相负载的阻抗都相等 </a:t>
            </a:r>
            <a:r>
              <a:rPr lang="en-US" altLang="zh-CN" sz="2800" b="1" i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sz="2800" b="1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=</a:t>
            </a:r>
            <a:r>
              <a:rPr lang="en-US" altLang="zh-CN" sz="2800" b="1" i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sz="2800" b="1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=</a:t>
            </a:r>
            <a:r>
              <a:rPr lang="en-US" altLang="zh-CN" sz="2800" b="1" i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sz="2800" b="1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W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=</a:t>
            </a:r>
            <a:r>
              <a:rPr lang="en-US" altLang="zh-CN" sz="2800" b="1" i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sz="2800" b="1" dirty="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, </a:t>
            </a:r>
            <a:r>
              <a:rPr lang="zh-CN" altLang="en-US" sz="2800" b="1" dirty="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则称为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对称三相负载</a:t>
            </a:r>
            <a:endParaRPr lang="zh-CN" altLang="en-US" sz="2800" b="1" dirty="0">
              <a:solidFill>
                <a:srgbClr val="0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63" name="Rectangle 3"/>
          <p:cNvSpPr>
            <a:spLocks noChangeArrowheads="1"/>
          </p:cNvSpPr>
          <p:nvPr/>
        </p:nvSpPr>
        <p:spPr bwMode="auto">
          <a:xfrm>
            <a:off x="1087961" y="4134024"/>
            <a:ext cx="16129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三相负载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2751661" y="4509120"/>
            <a:ext cx="8816976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68930" indent="-2868930" eaLnBrk="1" hangingPunct="1">
              <a:lnSpc>
                <a:spcPct val="120000"/>
              </a:lnSpc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不对称三相负载：</a:t>
            </a:r>
            <a:r>
              <a:rPr kumimoji="1" lang="zh-CN" altLang="en-US" sz="2800" b="1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不满足 </a:t>
            </a:r>
            <a:r>
              <a:rPr kumimoji="1" lang="en-US" altLang="zh-CN" sz="2800" b="1" i="1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kumimoji="1" lang="en-US" altLang="zh-CN" sz="2800" b="1" baseline="-25000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kumimoji="1" lang="en-US" altLang="zh-CN" sz="2800" b="1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=</a:t>
            </a:r>
            <a:r>
              <a:rPr kumimoji="1" lang="en-US" altLang="zh-CN" sz="2800" b="1" i="1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kumimoji="1" lang="en-US" altLang="zh-CN" sz="2800" b="1" baseline="-25000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kumimoji="1" lang="en-US" altLang="zh-CN" sz="2800" b="1" i="1" baseline="-25000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800" b="1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rPr>
              <a:t>=</a:t>
            </a:r>
            <a:r>
              <a:rPr kumimoji="1" lang="en-US" altLang="zh-CN" sz="2800" b="1" i="1" baseline="-25000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800" b="1" i="1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kumimoji="1" lang="en-US" altLang="zh-CN" sz="2800" b="1" baseline="-25000" dirty="0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W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如由单相负载组成的三相负载</a:t>
            </a:r>
            <a:endParaRPr kumimoji="1"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65" name="Group 5"/>
          <p:cNvGrpSpPr/>
          <p:nvPr/>
        </p:nvGrpSpPr>
        <p:grpSpPr bwMode="auto">
          <a:xfrm>
            <a:off x="2675461" y="3717032"/>
            <a:ext cx="8893176" cy="1252538"/>
            <a:chOff x="1296" y="2071"/>
            <a:chExt cx="5602" cy="789"/>
          </a:xfrm>
        </p:grpSpPr>
        <p:sp>
          <p:nvSpPr>
            <p:cNvPr id="66" name="AutoShape 6"/>
            <p:cNvSpPr/>
            <p:nvPr/>
          </p:nvSpPr>
          <p:spPr bwMode="auto">
            <a:xfrm>
              <a:off x="1296" y="2188"/>
              <a:ext cx="96" cy="672"/>
            </a:xfrm>
            <a:prstGeom prst="leftBrace">
              <a:avLst>
                <a:gd name="adj1" fmla="val 58333"/>
                <a:gd name="adj2" fmla="val 50000"/>
              </a:avLst>
            </a:prstGeom>
            <a:noFill/>
            <a:ln w="381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1" lang="en-US" altLang="zh-CN" sz="2800" b="1" kern="0">
                <a:solidFill>
                  <a:srgbClr val="3333CC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7" name="Rectangle 7"/>
            <p:cNvSpPr>
              <a:spLocks noChangeArrowheads="1"/>
            </p:cNvSpPr>
            <p:nvPr/>
          </p:nvSpPr>
          <p:spPr bwMode="auto">
            <a:xfrm>
              <a:off x="1392" y="2071"/>
              <a:ext cx="550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1" lang="zh-CN" altLang="en-US" sz="2800" b="1" kern="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对称三相负载：</a:t>
              </a:r>
              <a:r>
                <a:rPr kumimoji="1" lang="en-US" altLang="zh-CN" sz="2800" b="1" i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  <a:r>
                <a:rPr kumimoji="1" lang="en-US" altLang="zh-CN" sz="2800" b="1" kern="0" baseline="-2500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U</a:t>
              </a:r>
              <a:r>
                <a:rPr kumimoji="1" lang="en-US" altLang="zh-CN" sz="2800" b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rPr>
                <a:t>=</a:t>
              </a:r>
              <a:r>
                <a:rPr kumimoji="1" lang="en-US" altLang="zh-CN" sz="2800" b="1" i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  <a:r>
                <a:rPr kumimoji="1" lang="en-US" altLang="zh-CN" sz="2800" b="1" kern="0" baseline="-2500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V</a:t>
              </a:r>
              <a:r>
                <a:rPr kumimoji="1" lang="en-US" altLang="zh-CN" sz="2800" b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rPr>
                <a:t>=</a:t>
              </a:r>
              <a:r>
                <a:rPr kumimoji="1" lang="en-US" altLang="zh-CN" sz="2800" b="1" i="1" kern="0" baseline="-2500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 </a:t>
              </a:r>
              <a:r>
                <a:rPr kumimoji="1" lang="en-US" altLang="zh-CN" sz="2800" b="1" i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Z</a:t>
              </a:r>
              <a:r>
                <a:rPr kumimoji="1" lang="en-US" altLang="zh-CN" sz="2800" b="1" kern="0" baseline="-2500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W</a:t>
              </a:r>
              <a:r>
                <a:rPr kumimoji="1" lang="zh-CN" altLang="en-US" sz="2800" b="1" kern="0" dirty="0">
                  <a:latin typeface="宋体" panose="02010600030101010101" pitchFamily="2" charset="-122"/>
                  <a:ea typeface="宋体" panose="02010600030101010101" pitchFamily="2" charset="-122"/>
                </a:rPr>
                <a:t>，</a:t>
              </a:r>
              <a:r>
                <a:rPr kumimoji="1" lang="zh-CN" altLang="en-US" sz="2800" b="1" kern="0" dirty="0">
                  <a:solidFill>
                    <a:srgbClr val="000000"/>
                  </a:solidFill>
                  <a:latin typeface="宋体" panose="02010600030101010101" pitchFamily="2" charset="-122"/>
                  <a:ea typeface="宋体" panose="02010600030101010101" pitchFamily="2" charset="-122"/>
                </a:rPr>
                <a:t>如</a:t>
              </a:r>
              <a:r>
                <a:rPr kumimoji="1" lang="zh-CN" altLang="en-US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三相电动机</a:t>
              </a:r>
              <a:endParaRPr kumimoji="1" lang="zh-CN" altLang="en-US" sz="2800" b="1" kern="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114" name="Group 10"/>
          <p:cNvGrpSpPr/>
          <p:nvPr/>
        </p:nvGrpSpPr>
        <p:grpSpPr bwMode="auto">
          <a:xfrm>
            <a:off x="1684861" y="2256978"/>
            <a:ext cx="9883776" cy="1316038"/>
            <a:chOff x="603" y="1005"/>
            <a:chExt cx="6226" cy="829"/>
          </a:xfrm>
        </p:grpSpPr>
        <p:sp>
          <p:nvSpPr>
            <p:cNvPr id="119" name="Text Box 11"/>
            <p:cNvSpPr txBox="1">
              <a:spLocks noChangeArrowheads="1"/>
            </p:cNvSpPr>
            <p:nvPr/>
          </p:nvSpPr>
          <p:spPr bwMode="auto">
            <a:xfrm>
              <a:off x="1248" y="1504"/>
              <a:ext cx="558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1" lang="zh-CN" altLang="en-US" sz="2800" b="1" kern="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单相负载：</a:t>
              </a:r>
              <a:r>
                <a:rPr kumimoji="1" lang="zh-CN" altLang="en-US" sz="2800" b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只需一相电源供电</a:t>
              </a:r>
              <a:r>
                <a:rPr kumimoji="1" lang="zh-CN" altLang="en-US" sz="2800" b="1" kern="0" dirty="0">
                  <a:latin typeface="Times New Roman" panose="02020603050405020304" pitchFamily="18" charset="0"/>
                  <a:ea typeface="宋体" panose="02010600030101010101" pitchFamily="2" charset="-122"/>
                </a:rPr>
                <a:t>，如</a:t>
              </a:r>
              <a:r>
                <a:rPr kumimoji="1" lang="zh-CN" altLang="en-US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照明负载、家用电器</a:t>
              </a:r>
              <a:endParaRPr kumimoji="1" lang="zh-CN" altLang="en-US" sz="2800" b="1" kern="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20" name="Group 12"/>
            <p:cNvGrpSpPr/>
            <p:nvPr/>
          </p:nvGrpSpPr>
          <p:grpSpPr bwMode="auto">
            <a:xfrm>
              <a:off x="603" y="1104"/>
              <a:ext cx="693" cy="672"/>
              <a:chOff x="507" y="1488"/>
              <a:chExt cx="693" cy="672"/>
            </a:xfrm>
          </p:grpSpPr>
          <p:sp>
            <p:nvSpPr>
              <p:cNvPr id="122" name="AutoShape 13"/>
              <p:cNvSpPr/>
              <p:nvPr/>
            </p:nvSpPr>
            <p:spPr bwMode="auto">
              <a:xfrm>
                <a:off x="1104" y="1488"/>
                <a:ext cx="96" cy="672"/>
              </a:xfrm>
              <a:prstGeom prst="leftBrace">
                <a:avLst>
                  <a:gd name="adj1" fmla="val 58333"/>
                  <a:gd name="adj2" fmla="val 50000"/>
                </a:avLst>
              </a:prstGeom>
              <a:noFill/>
              <a:ln w="3810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en-US" altLang="zh-CN" sz="2800" b="1" kern="0">
                  <a:solidFill>
                    <a:srgbClr val="3333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3" name="Rectangle 14"/>
              <p:cNvSpPr>
                <a:spLocks noChangeArrowheads="1"/>
              </p:cNvSpPr>
              <p:nvPr/>
            </p:nvSpPr>
            <p:spPr bwMode="auto">
              <a:xfrm>
                <a:off x="507" y="1617"/>
                <a:ext cx="56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1" fontAlgn="auto" hangingPunct="1">
                  <a:spcBef>
                    <a:spcPct val="50000"/>
                  </a:spcBef>
                  <a:spcAft>
                    <a:spcPts val="0"/>
                  </a:spcAft>
                  <a:defRPr/>
                </a:pPr>
                <a:r>
                  <a:rPr lang="zh-CN" altLang="en-US" sz="2800" b="1" kern="0" dirty="0">
                    <a:solidFill>
                      <a:srgbClr val="0000FF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负载</a:t>
                </a:r>
                <a:endParaRPr lang="zh-CN" altLang="en-US" sz="2800" b="1" kern="0" dirty="0">
                  <a:solidFill>
                    <a:srgbClr val="0000FF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21" name="Text Box 15"/>
            <p:cNvSpPr txBox="1">
              <a:spLocks noChangeArrowheads="1"/>
            </p:cNvSpPr>
            <p:nvPr/>
          </p:nvSpPr>
          <p:spPr bwMode="auto">
            <a:xfrm>
              <a:off x="1296" y="1005"/>
              <a:ext cx="553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1" lang="zh-CN" altLang="en-US" sz="2800" b="1" kern="0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三相负载：</a:t>
              </a:r>
              <a:r>
                <a:rPr kumimoji="1" lang="zh-CN" altLang="en-US" sz="2800" b="1" kern="0" dirty="0">
                  <a:solidFill>
                    <a:srgbClr val="00B05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需三相电源同时供电</a:t>
              </a:r>
              <a:r>
                <a:rPr kumimoji="1" lang="zh-CN" altLang="en-US" sz="2800" b="1" kern="0" dirty="0">
                  <a:latin typeface="Times New Roman" panose="02020603050405020304" pitchFamily="18" charset="0"/>
                  <a:ea typeface="宋体" panose="02010600030101010101" pitchFamily="2" charset="-122"/>
                </a:rPr>
                <a:t>，如</a:t>
              </a:r>
              <a:r>
                <a:rPr kumimoji="1" lang="zh-CN" altLang="en-US" sz="2800" b="1" kern="0" dirty="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三相电动机等</a:t>
              </a:r>
              <a:endParaRPr kumimoji="1" lang="zh-CN" altLang="en-US" sz="2800" b="1" kern="0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59" name="Rectangle 6"/>
          <p:cNvSpPr>
            <a:spLocks noChangeArrowheads="1"/>
          </p:cNvSpPr>
          <p:nvPr/>
        </p:nvSpPr>
        <p:spPr bwMode="auto">
          <a:xfrm>
            <a:off x="9048328" y="5958523"/>
            <a:ext cx="2401230" cy="523220"/>
          </a:xfrm>
          <a:prstGeom prst="rect">
            <a:avLst/>
          </a:prstGeom>
          <a:solidFill>
            <a:srgbClr val="FFFFCC"/>
          </a:solidFill>
          <a:ln w="38100">
            <a:solidFill>
              <a:srgbClr val="00B050"/>
            </a:solidFill>
            <a:miter lim="800000"/>
          </a:ln>
          <a:effectLst/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kumimoji="0" lang="zh-CN" altLang="en-US" sz="2800" b="1" dirty="0">
                <a:solidFill>
                  <a:srgbClr val="FF0000"/>
                </a:solidFill>
                <a:sym typeface="Symbol" panose="05050102010706020507" pitchFamily="18" charset="2"/>
              </a:rPr>
              <a:t>负载的对称性</a:t>
            </a:r>
            <a:endParaRPr kumimoji="0" lang="zh-CN" altLang="en-US" sz="2800" b="1" dirty="0">
              <a:solidFill>
                <a:srgbClr val="FF0000"/>
              </a:solidFill>
            </a:endParaRPr>
          </a:p>
        </p:txBody>
      </p:sp>
      <p:sp>
        <p:nvSpPr>
          <p:cNvPr id="61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62" name="组合 61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93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4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5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25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6" name="组合 145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150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55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6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7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51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152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3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4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47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14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115" grpId="0"/>
      <p:bldP spid="63" grpId="0" autoUpdateAnimBg="0"/>
      <p:bldP spid="64" grpId="0" autoUpdateAnimBg="0"/>
      <p:bldP spid="59" grpId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Rectangle 3"/>
          <p:cNvSpPr>
            <a:spLocks noChangeArrowheads="1"/>
          </p:cNvSpPr>
          <p:nvPr/>
        </p:nvSpPr>
        <p:spPr bwMode="auto">
          <a:xfrm>
            <a:off x="839416" y="1628800"/>
            <a:ext cx="10729191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3. </a:t>
            </a: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三相电路：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由三相电源、三相负载及导线构成的电路，称三相电路。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18" name="Rectangle 8"/>
          <p:cNvSpPr>
            <a:spLocks noChangeArrowheads="1"/>
          </p:cNvSpPr>
          <p:nvPr/>
        </p:nvSpPr>
        <p:spPr bwMode="auto">
          <a:xfrm>
            <a:off x="1251349" y="3933056"/>
            <a:ext cx="8877099" cy="607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C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(2) 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对三相电路分析时，特别要注意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对称性的利用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19" name="Rectangle 3"/>
          <p:cNvSpPr>
            <a:spLocks noChangeArrowheads="1"/>
          </p:cNvSpPr>
          <p:nvPr/>
        </p:nvSpPr>
        <p:spPr bwMode="auto">
          <a:xfrm>
            <a:off x="1241823" y="2690244"/>
            <a:ext cx="9966745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541655" indent="-54165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(1) </a:t>
            </a: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对称三相电路：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若三相</a:t>
            </a: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电源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是对称的，三相</a:t>
            </a: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负载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是对称的（各相阻抗相等），把这样的三相电路称为对称三相电路 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graphicFrame>
        <p:nvGraphicFramePr>
          <p:cNvPr id="51" name="Object 30"/>
          <p:cNvGraphicFramePr>
            <a:graphicFrameLocks noChangeAspect="1"/>
          </p:cNvGraphicFramePr>
          <p:nvPr/>
        </p:nvGraphicFramePr>
        <p:xfrm>
          <a:off x="3654354" y="4437112"/>
          <a:ext cx="4601886" cy="234981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51888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54354" y="4437112"/>
                        <a:ext cx="4601886" cy="2349819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1" name="Rectangle 4"/>
          <p:cNvSpPr>
            <a:spLocks noChangeArrowheads="1"/>
          </p:cNvSpPr>
          <p:nvPr/>
        </p:nvSpPr>
        <p:spPr bwMode="auto">
          <a:xfrm>
            <a:off x="983060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对称三相电源和对称三相负载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42" name="组合 141"/>
          <p:cNvGrpSpPr/>
          <p:nvPr/>
        </p:nvGrpSpPr>
        <p:grpSpPr>
          <a:xfrm>
            <a:off x="905273" y="1483990"/>
            <a:ext cx="6124327" cy="178740"/>
            <a:chOff x="533400" y="1628800"/>
            <a:chExt cx="6124327" cy="178740"/>
          </a:xfrm>
        </p:grpSpPr>
        <p:pic>
          <p:nvPicPr>
            <p:cNvPr id="143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7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81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48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9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5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6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0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2" name="Picture 3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" name="Picture 3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4" name="Picture 3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5" name="Picture 3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6" name="Picture 3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7" name="Picture 3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8" name="Picture 3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9" name="组合 168"/>
            <p:cNvGrpSpPr/>
            <p:nvPr/>
          </p:nvGrpSpPr>
          <p:grpSpPr>
            <a:xfrm>
              <a:off x="5252677" y="1635299"/>
              <a:ext cx="1051200" cy="172241"/>
              <a:chOff x="5252677" y="1635299"/>
              <a:chExt cx="1051200" cy="172241"/>
            </a:xfrm>
          </p:grpSpPr>
          <p:grpSp>
            <p:nvGrpSpPr>
              <p:cNvPr id="173" name="Group 12"/>
              <p:cNvGrpSpPr/>
              <p:nvPr/>
            </p:nvGrpSpPr>
            <p:grpSpPr bwMode="auto">
              <a:xfrm>
                <a:off x="5252677" y="1636090"/>
                <a:ext cx="525463" cy="171450"/>
                <a:chOff x="395" y="624"/>
                <a:chExt cx="331" cy="108"/>
              </a:xfrm>
            </p:grpSpPr>
            <p:pic>
              <p:nvPicPr>
                <p:cNvPr id="178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74" name="Group 12"/>
              <p:cNvGrpSpPr/>
              <p:nvPr/>
            </p:nvGrpSpPr>
            <p:grpSpPr bwMode="auto">
              <a:xfrm>
                <a:off x="5778414" y="1635299"/>
                <a:ext cx="525463" cy="171450"/>
                <a:chOff x="395" y="624"/>
                <a:chExt cx="331" cy="108"/>
              </a:xfrm>
            </p:grpSpPr>
            <p:pic>
              <p:nvPicPr>
                <p:cNvPr id="175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0" name="Group 12"/>
            <p:cNvGrpSpPr/>
            <p:nvPr/>
          </p:nvGrpSpPr>
          <p:grpSpPr bwMode="auto">
            <a:xfrm>
              <a:off x="6311652" y="1629591"/>
              <a:ext cx="346075" cy="171450"/>
              <a:chOff x="395" y="624"/>
              <a:chExt cx="218" cy="108"/>
            </a:xfrm>
          </p:grpSpPr>
          <p:pic>
            <p:nvPicPr>
              <p:cNvPr id="171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118" grpId="0"/>
      <p:bldP spid="11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" name="Object 30"/>
          <p:cNvGraphicFramePr>
            <a:graphicFrameLocks noChangeAspect="1"/>
          </p:cNvGraphicFramePr>
          <p:nvPr/>
        </p:nvGraphicFramePr>
        <p:xfrm>
          <a:off x="3172837" y="3222650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4118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72837" y="3222650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8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69" name="Rectangle 3"/>
          <p:cNvSpPr>
            <a:spLocks noChangeArrowheads="1"/>
          </p:cNvSpPr>
          <p:nvPr/>
        </p:nvSpPr>
        <p:spPr bwMode="auto">
          <a:xfrm>
            <a:off x="839416" y="1628800"/>
            <a:ext cx="10801200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三个绕组的末端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U2,V2,W2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接在一起，用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表示，始端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U1,V1,W1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为引出端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9" name="组合 48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50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9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0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5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3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" name="Picture 3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" name="Picture 3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3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" name="Picture 3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132" name="Object 30"/>
          <p:cNvGraphicFramePr>
            <a:graphicFrameLocks noChangeAspect="1"/>
          </p:cNvGraphicFramePr>
          <p:nvPr/>
        </p:nvGraphicFramePr>
        <p:xfrm>
          <a:off x="1524001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5138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1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Text Box 4"/>
          <p:cNvSpPr txBox="1">
            <a:spLocks noChangeArrowheads="1"/>
          </p:cNvSpPr>
          <p:nvPr/>
        </p:nvSpPr>
        <p:spPr bwMode="auto">
          <a:xfrm>
            <a:off x="7038564" y="3601661"/>
            <a:ext cx="347538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（零线、地线）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0" name="Rectangle 6"/>
          <p:cNvSpPr>
            <a:spLocks noChangeArrowheads="1"/>
          </p:cNvSpPr>
          <p:nvPr/>
        </p:nvSpPr>
        <p:spPr bwMode="auto">
          <a:xfrm>
            <a:off x="7038565" y="2487046"/>
            <a:ext cx="343074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端线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（相线、火线）</a:t>
            </a:r>
            <a:endParaRPr kumimoji="1" lang="en-US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2" name="AutoShape 5" descr="40%"/>
          <p:cNvSpPr>
            <a:spLocks noChangeArrowheads="1"/>
          </p:cNvSpPr>
          <p:nvPr/>
        </p:nvSpPr>
        <p:spPr bwMode="auto">
          <a:xfrm>
            <a:off x="5443076" y="5085185"/>
            <a:ext cx="1104900" cy="573087"/>
          </a:xfrm>
          <a:prstGeom prst="wedgeRoundRectCallout">
            <a:avLst>
              <a:gd name="adj1" fmla="val 144"/>
              <a:gd name="adj2" fmla="val -235474"/>
              <a:gd name="adj3" fmla="val 16667"/>
            </a:avLst>
          </a:prstGeom>
          <a:pattFill prst="pct40">
            <a:fgClr>
              <a:srgbClr val="00FF00"/>
            </a:fgClr>
            <a:bgClr>
              <a:srgbClr val="FFFFFF"/>
            </a:bgClr>
          </a:pattFill>
          <a:ln w="38100">
            <a:solidFill>
              <a:srgbClr val="FF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b="1">
                <a:solidFill>
                  <a:srgbClr val="FF0000"/>
                </a:solidFill>
              </a:rPr>
              <a:t>中性点</a:t>
            </a:r>
            <a:endParaRPr lang="zh-CN" altLang="en-US" b="1">
              <a:solidFill>
                <a:srgbClr val="FF0000"/>
              </a:solidFill>
            </a:endParaRPr>
          </a:p>
        </p:txBody>
      </p:sp>
      <p:sp>
        <p:nvSpPr>
          <p:cNvPr id="43" name="AutoShape 5" descr="40%"/>
          <p:cNvSpPr>
            <a:spLocks noChangeArrowheads="1"/>
          </p:cNvSpPr>
          <p:nvPr/>
        </p:nvSpPr>
        <p:spPr bwMode="auto">
          <a:xfrm>
            <a:off x="2344738" y="5247041"/>
            <a:ext cx="1104900" cy="573087"/>
          </a:xfrm>
          <a:prstGeom prst="wedgeRoundRectCallout">
            <a:avLst>
              <a:gd name="adj1" fmla="val -3943"/>
              <a:gd name="adj2" fmla="val -261082"/>
              <a:gd name="adj3" fmla="val 16667"/>
            </a:avLst>
          </a:prstGeom>
          <a:pattFill prst="pct40">
            <a:fgClr>
              <a:srgbClr val="00FF00"/>
            </a:fgClr>
            <a:bgClr>
              <a:srgbClr val="FFFFFF"/>
            </a:bgClr>
          </a:pattFill>
          <a:ln w="38100">
            <a:solidFill>
              <a:srgbClr val="FF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b="1">
                <a:solidFill>
                  <a:srgbClr val="FF0000"/>
                </a:solidFill>
              </a:rPr>
              <a:t>中性点</a:t>
            </a:r>
            <a:endParaRPr lang="zh-CN" altLang="en-US" b="1">
              <a:solidFill>
                <a:srgbClr val="FF0000"/>
              </a:solidFill>
            </a:endParaRPr>
          </a:p>
        </p:txBody>
      </p:sp>
      <p:sp>
        <p:nvSpPr>
          <p:cNvPr id="44" name="Text Box 32"/>
          <p:cNvSpPr txBox="1">
            <a:spLocks noChangeArrowheads="1"/>
          </p:cNvSpPr>
          <p:nvPr/>
        </p:nvSpPr>
        <p:spPr bwMode="auto">
          <a:xfrm>
            <a:off x="5964897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2434505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6" name="Line 63"/>
          <p:cNvSpPr>
            <a:spLocks noChangeShapeType="1"/>
          </p:cNvSpPr>
          <p:nvPr/>
        </p:nvSpPr>
        <p:spPr bwMode="auto">
          <a:xfrm>
            <a:off x="2860422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41"/>
          <p:cNvSpPr>
            <a:spLocks noChangeShapeType="1"/>
          </p:cNvSpPr>
          <p:nvPr/>
        </p:nvSpPr>
        <p:spPr bwMode="auto">
          <a:xfrm flipV="1">
            <a:off x="2860422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41"/>
          <p:cNvSpPr>
            <a:spLocks noChangeShapeType="1"/>
          </p:cNvSpPr>
          <p:nvPr/>
        </p:nvSpPr>
        <p:spPr bwMode="auto">
          <a:xfrm flipV="1">
            <a:off x="3906838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1"/>
          <p:cNvSpPr>
            <a:spLocks noChangeShapeType="1"/>
          </p:cNvSpPr>
          <p:nvPr/>
        </p:nvSpPr>
        <p:spPr bwMode="auto">
          <a:xfrm flipV="1">
            <a:off x="1836150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2" name="Rectangle 29"/>
          <p:cNvSpPr>
            <a:spLocks noChangeArrowheads="1"/>
          </p:cNvSpPr>
          <p:nvPr/>
        </p:nvSpPr>
        <p:spPr bwMode="auto">
          <a:xfrm>
            <a:off x="1770534" y="5805927"/>
            <a:ext cx="9798074" cy="1071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中性点：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三个相连在一起的公共点称为三相电路的中性点或零点，分别用</a:t>
            </a:r>
            <a:r>
              <a:rPr lang="en-US" altLang="zh-CN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（电源）和</a:t>
            </a:r>
            <a:r>
              <a:rPr lang="en-US" altLang="zh-CN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N’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（负载）</a:t>
            </a:r>
            <a:endParaRPr lang="en-US" altLang="zh-CN" sz="2800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3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4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6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0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1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3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3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3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3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utoUpdateAnimBg="0"/>
      <p:bldP spid="40" grpId="0" autoUpdateAnimBg="0"/>
      <p:bldP spid="42" grpId="0" animBg="1" autoUpdateAnimBg="0"/>
      <p:bldP spid="43" grpId="0" animBg="1" autoUpdateAnimBg="0"/>
      <p:bldP spid="44" grpId="0"/>
      <p:bldP spid="45" grpId="0"/>
      <p:bldP spid="46" grpId="0" animBg="1"/>
      <p:bldP spid="47" grpId="0" animBg="1"/>
      <p:bldP spid="48" grpId="0" animBg="1"/>
      <p:bldP spid="71" grpId="0" animBg="1"/>
      <p:bldP spid="7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39" name="Text Box 4"/>
          <p:cNvSpPr txBox="1">
            <a:spLocks noChangeArrowheads="1"/>
          </p:cNvSpPr>
          <p:nvPr/>
        </p:nvSpPr>
        <p:spPr bwMode="auto">
          <a:xfrm>
            <a:off x="7038564" y="3601661"/>
            <a:ext cx="36294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（零线、地线）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0" name="Rectangle 6"/>
          <p:cNvSpPr>
            <a:spLocks noChangeArrowheads="1"/>
          </p:cNvSpPr>
          <p:nvPr/>
        </p:nvSpPr>
        <p:spPr bwMode="auto">
          <a:xfrm>
            <a:off x="7038565" y="2486092"/>
            <a:ext cx="343074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端线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（相线、火线）</a:t>
            </a:r>
            <a:endParaRPr kumimoji="1" lang="en-US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2" name="Rectangle 29"/>
          <p:cNvSpPr>
            <a:spLocks noChangeArrowheads="1"/>
          </p:cNvSpPr>
          <p:nvPr/>
        </p:nvSpPr>
        <p:spPr bwMode="auto">
          <a:xfrm>
            <a:off x="1816274" y="5607956"/>
            <a:ext cx="9248277" cy="1071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三相四线制：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有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三根端线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zh-CN" altLang="en-US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一根中性线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endParaRPr lang="en-US" altLang="zh-CN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三相三线制：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只有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三根端线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，不接中性线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endParaRPr lang="en-US" altLang="zh-CN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endParaRPr lang="en-US" altLang="zh-CN" sz="2800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73" name="Object 30"/>
          <p:cNvGraphicFramePr>
            <a:graphicFrameLocks noChangeAspect="1"/>
          </p:cNvGraphicFramePr>
          <p:nvPr/>
        </p:nvGraphicFramePr>
        <p:xfrm>
          <a:off x="1524001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7186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1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Text Box 32"/>
          <p:cNvSpPr txBox="1">
            <a:spLocks noChangeArrowheads="1"/>
          </p:cNvSpPr>
          <p:nvPr/>
        </p:nvSpPr>
        <p:spPr bwMode="auto">
          <a:xfrm>
            <a:off x="5964897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75" name="Text Box 32"/>
          <p:cNvSpPr txBox="1">
            <a:spLocks noChangeArrowheads="1"/>
          </p:cNvSpPr>
          <p:nvPr/>
        </p:nvSpPr>
        <p:spPr bwMode="auto">
          <a:xfrm>
            <a:off x="2434505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76" name="Line 63"/>
          <p:cNvSpPr>
            <a:spLocks noChangeShapeType="1"/>
          </p:cNvSpPr>
          <p:nvPr/>
        </p:nvSpPr>
        <p:spPr bwMode="auto">
          <a:xfrm>
            <a:off x="2860422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" name="Line 41"/>
          <p:cNvSpPr>
            <a:spLocks noChangeShapeType="1"/>
          </p:cNvSpPr>
          <p:nvPr/>
        </p:nvSpPr>
        <p:spPr bwMode="auto">
          <a:xfrm flipV="1">
            <a:off x="2860422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8" name="Line 41"/>
          <p:cNvSpPr>
            <a:spLocks noChangeShapeType="1"/>
          </p:cNvSpPr>
          <p:nvPr/>
        </p:nvSpPr>
        <p:spPr bwMode="auto">
          <a:xfrm flipV="1">
            <a:off x="3906838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9" name="Line 41"/>
          <p:cNvSpPr>
            <a:spLocks noChangeShapeType="1"/>
          </p:cNvSpPr>
          <p:nvPr/>
        </p:nvSpPr>
        <p:spPr bwMode="auto">
          <a:xfrm flipV="1">
            <a:off x="1836150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5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46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7" name="组合 46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48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2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5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3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3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3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3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4" name="Text Box 32"/>
          <p:cNvSpPr txBox="1">
            <a:spLocks noChangeArrowheads="1"/>
          </p:cNvSpPr>
          <p:nvPr/>
        </p:nvSpPr>
        <p:spPr bwMode="auto">
          <a:xfrm>
            <a:off x="5964897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2434505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6" name="Line 63"/>
          <p:cNvSpPr>
            <a:spLocks noChangeShapeType="1"/>
          </p:cNvSpPr>
          <p:nvPr/>
        </p:nvSpPr>
        <p:spPr bwMode="auto">
          <a:xfrm>
            <a:off x="2860422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41"/>
          <p:cNvSpPr>
            <a:spLocks noChangeShapeType="1"/>
          </p:cNvSpPr>
          <p:nvPr/>
        </p:nvSpPr>
        <p:spPr bwMode="auto">
          <a:xfrm flipV="1">
            <a:off x="2860422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41"/>
          <p:cNvSpPr>
            <a:spLocks noChangeShapeType="1"/>
          </p:cNvSpPr>
          <p:nvPr/>
        </p:nvSpPr>
        <p:spPr bwMode="auto">
          <a:xfrm flipV="1">
            <a:off x="3906838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1"/>
          <p:cNvSpPr>
            <a:spLocks noChangeShapeType="1"/>
          </p:cNvSpPr>
          <p:nvPr/>
        </p:nvSpPr>
        <p:spPr bwMode="auto">
          <a:xfrm flipV="1">
            <a:off x="1836150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" name="Rectangle 5"/>
          <p:cNvSpPr>
            <a:spLocks noChangeArrowheads="1"/>
          </p:cNvSpPr>
          <p:nvPr/>
        </p:nvSpPr>
        <p:spPr bwMode="auto">
          <a:xfrm>
            <a:off x="1752489" y="5337308"/>
            <a:ext cx="6683598" cy="5835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spcBef>
                <a:spcPct val="2000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相电压：</a:t>
            </a:r>
            <a:r>
              <a:rPr lang="zh-CN" altLang="en-US" sz="2800" dirty="0">
                <a:solidFill>
                  <a:schemeClr val="tx2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每相绕组或每相负载上的电压</a:t>
            </a:r>
            <a:r>
              <a:rPr lang="en-US" altLang="zh-CN" sz="2800" dirty="0">
                <a:solidFill>
                  <a:schemeClr val="tx2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sz="2800" dirty="0">
              <a:solidFill>
                <a:schemeClr val="tx2"/>
              </a:solidFill>
              <a:latin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3137917" y="5824538"/>
            <a:ext cx="3380358" cy="588962"/>
            <a:chOff x="1613917" y="5824538"/>
            <a:chExt cx="3380358" cy="588962"/>
          </a:xfrm>
        </p:grpSpPr>
        <p:graphicFrame>
          <p:nvGraphicFramePr>
            <p:cNvPr id="76" name="Object 27"/>
            <p:cNvGraphicFramePr>
              <a:graphicFrameLocks noChangeAspect="1"/>
            </p:cNvGraphicFramePr>
            <p:nvPr/>
          </p:nvGraphicFramePr>
          <p:xfrm>
            <a:off x="2670175" y="5824538"/>
            <a:ext cx="2324100" cy="5889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14" name="Equation" r:id="rId1" imgW="22555200" imgH="5791200" progId="Equation.DSMT4">
                    <p:embed/>
                  </p:oleObj>
                </mc:Choice>
                <mc:Fallback>
                  <p:oleObj name="Equation" r:id="rId1" imgW="225552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70175" y="5824538"/>
                          <a:ext cx="2324100" cy="58896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" name="Rectangle 6"/>
            <p:cNvSpPr>
              <a:spLocks noChangeArrowheads="1"/>
            </p:cNvSpPr>
            <p:nvPr/>
          </p:nvSpPr>
          <p:spPr bwMode="auto">
            <a:xfrm>
              <a:off x="1613917" y="5833503"/>
              <a:ext cx="1266693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kumimoji="1" lang="zh-CN" altLang="en-US" sz="2800" b="1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电源：</a:t>
              </a:r>
              <a:endPara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80" name="Object 27"/>
          <p:cNvGraphicFramePr>
            <a:graphicFrameLocks noChangeAspect="1"/>
          </p:cNvGraphicFramePr>
          <p:nvPr/>
        </p:nvGraphicFramePr>
        <p:xfrm>
          <a:off x="7553326" y="6003925"/>
          <a:ext cx="576263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7015" name="Equation" r:id="rId3" imgW="5181600" imgH="5791200" progId="Equation.DSMT4">
                  <p:embed/>
                </p:oleObj>
              </mc:Choice>
              <mc:Fallback>
                <p:oleObj name="Equation" r:id="rId3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53326" y="6003925"/>
                        <a:ext cx="576263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" name="组合 8"/>
          <p:cNvGrpSpPr/>
          <p:nvPr/>
        </p:nvGrpSpPr>
        <p:grpSpPr>
          <a:xfrm>
            <a:off x="3137917" y="6330951"/>
            <a:ext cx="3686746" cy="588963"/>
            <a:chOff x="1613917" y="6330950"/>
            <a:chExt cx="3686746" cy="588963"/>
          </a:xfrm>
        </p:grpSpPr>
        <p:sp>
          <p:nvSpPr>
            <p:cNvPr id="78" name="Rectangle 6"/>
            <p:cNvSpPr>
              <a:spLocks noChangeArrowheads="1"/>
            </p:cNvSpPr>
            <p:nvPr/>
          </p:nvSpPr>
          <p:spPr bwMode="auto">
            <a:xfrm>
              <a:off x="1613917" y="6355248"/>
              <a:ext cx="1266693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kumimoji="1" lang="zh-CN" altLang="en-US" sz="2800" b="1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负载：</a:t>
              </a:r>
              <a:endPara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aphicFrame>
          <p:nvGraphicFramePr>
            <p:cNvPr id="82" name="Object 27"/>
            <p:cNvGraphicFramePr>
              <a:graphicFrameLocks noChangeAspect="1"/>
            </p:cNvGraphicFramePr>
            <p:nvPr/>
          </p:nvGraphicFramePr>
          <p:xfrm>
            <a:off x="2630488" y="6330950"/>
            <a:ext cx="2670175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16" name="Equation" r:id="rId5" imgW="25908000" imgH="5791200" progId="Equation.DSMT4">
                    <p:embed/>
                  </p:oleObj>
                </mc:Choice>
                <mc:Fallback>
                  <p:oleObj name="Equation" r:id="rId5" imgW="25908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30488" y="6330950"/>
                          <a:ext cx="2670175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2" name="Text Box 4"/>
          <p:cNvSpPr txBox="1">
            <a:spLocks noChangeArrowheads="1"/>
          </p:cNvSpPr>
          <p:nvPr/>
        </p:nvSpPr>
        <p:spPr bwMode="auto">
          <a:xfrm>
            <a:off x="7038564" y="3601661"/>
            <a:ext cx="36294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（零线、地线）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3" name="Rectangle 6"/>
          <p:cNvSpPr>
            <a:spLocks noChangeArrowheads="1"/>
          </p:cNvSpPr>
          <p:nvPr/>
        </p:nvSpPr>
        <p:spPr bwMode="auto">
          <a:xfrm>
            <a:off x="7038564" y="2486092"/>
            <a:ext cx="355097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端线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（相线、火线）</a:t>
            </a:r>
            <a:endParaRPr kumimoji="1" lang="en-US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3135313" y="2623778"/>
            <a:ext cx="722312" cy="1474808"/>
            <a:chOff x="7594403" y="770772"/>
            <a:chExt cx="722312" cy="1474808"/>
          </a:xfrm>
        </p:grpSpPr>
        <p:graphicFrame>
          <p:nvGraphicFramePr>
            <p:cNvPr id="75" name="Object 27"/>
            <p:cNvGraphicFramePr>
              <a:graphicFrameLocks noChangeAspect="1"/>
            </p:cNvGraphicFramePr>
            <p:nvPr/>
          </p:nvGraphicFramePr>
          <p:xfrm>
            <a:off x="7594403" y="1270470"/>
            <a:ext cx="7223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17" name="Equation" r:id="rId7" imgW="7010400" imgH="5791200" progId="Equation.DSMT4">
                    <p:embed/>
                  </p:oleObj>
                </mc:Choice>
                <mc:Fallback>
                  <p:oleObj name="Equation" r:id="rId7" imgW="70104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94403" y="1270470"/>
                          <a:ext cx="7223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7" name="Text Box 125"/>
            <p:cNvSpPr txBox="1">
              <a:spLocks noChangeArrowheads="1"/>
            </p:cNvSpPr>
            <p:nvPr/>
          </p:nvSpPr>
          <p:spPr bwMode="auto">
            <a:xfrm>
              <a:off x="7646031" y="1660805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88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2813844" y="3789041"/>
            <a:ext cx="1060844" cy="1093245"/>
            <a:chOff x="1289844" y="3789040"/>
            <a:chExt cx="1060844" cy="1093245"/>
          </a:xfrm>
        </p:grpSpPr>
        <p:graphicFrame>
          <p:nvGraphicFramePr>
            <p:cNvPr id="79" name="Object 27"/>
            <p:cNvGraphicFramePr>
              <a:graphicFrameLocks noChangeAspect="1"/>
            </p:cNvGraphicFramePr>
            <p:nvPr/>
          </p:nvGraphicFramePr>
          <p:xfrm>
            <a:off x="1289844" y="4259447"/>
            <a:ext cx="722312" cy="5889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18" name="Equation" r:id="rId9" imgW="7010400" imgH="5791200" progId="Equation.DSMT4">
                    <p:embed/>
                  </p:oleObj>
                </mc:Choice>
                <mc:Fallback>
                  <p:oleObj name="Equation" r:id="rId9" imgW="70104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9844" y="4259447"/>
                          <a:ext cx="722312" cy="58896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1" name="Text Box 125"/>
            <p:cNvSpPr txBox="1">
              <a:spLocks noChangeArrowheads="1"/>
            </p:cNvSpPr>
            <p:nvPr/>
          </p:nvSpPr>
          <p:spPr bwMode="auto">
            <a:xfrm>
              <a:off x="1320843" y="3789040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2" name="Text Box 125"/>
            <p:cNvSpPr txBox="1">
              <a:spLocks noChangeArrowheads="1"/>
            </p:cNvSpPr>
            <p:nvPr/>
          </p:nvSpPr>
          <p:spPr bwMode="auto">
            <a:xfrm>
              <a:off x="2000535" y="4297510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1918176" y="3780154"/>
            <a:ext cx="1124392" cy="1215326"/>
            <a:chOff x="394176" y="3780154"/>
            <a:chExt cx="1124392" cy="1215326"/>
          </a:xfrm>
        </p:grpSpPr>
        <p:graphicFrame>
          <p:nvGraphicFramePr>
            <p:cNvPr id="81" name="Object 27"/>
            <p:cNvGraphicFramePr>
              <a:graphicFrameLocks noChangeAspect="1"/>
            </p:cNvGraphicFramePr>
            <p:nvPr/>
          </p:nvGraphicFramePr>
          <p:xfrm>
            <a:off x="732756" y="4406518"/>
            <a:ext cx="785812" cy="5889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19" name="Equation" r:id="rId11" imgW="7620000" imgH="5791200" progId="Equation.DSMT4">
                    <p:embed/>
                  </p:oleObj>
                </mc:Choice>
                <mc:Fallback>
                  <p:oleObj name="Equation" r:id="rId11" imgW="7620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2756" y="4406518"/>
                          <a:ext cx="785812" cy="58896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7" name="Text Box 125"/>
            <p:cNvSpPr txBox="1">
              <a:spLocks noChangeArrowheads="1"/>
            </p:cNvSpPr>
            <p:nvPr/>
          </p:nvSpPr>
          <p:spPr bwMode="auto">
            <a:xfrm>
              <a:off x="1033009" y="3780154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8" name="Text Box 125"/>
            <p:cNvSpPr txBox="1">
              <a:spLocks noChangeArrowheads="1"/>
            </p:cNvSpPr>
            <p:nvPr/>
          </p:nvSpPr>
          <p:spPr bwMode="auto">
            <a:xfrm>
              <a:off x="394176" y="4342794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9" name="组合 98"/>
          <p:cNvGrpSpPr/>
          <p:nvPr/>
        </p:nvGrpSpPr>
        <p:grpSpPr>
          <a:xfrm>
            <a:off x="6175375" y="2580142"/>
            <a:ext cx="846138" cy="1474808"/>
            <a:chOff x="7533284" y="770772"/>
            <a:chExt cx="846138" cy="1474808"/>
          </a:xfrm>
        </p:grpSpPr>
        <p:graphicFrame>
          <p:nvGraphicFramePr>
            <p:cNvPr id="100" name="Object 27"/>
            <p:cNvGraphicFramePr>
              <a:graphicFrameLocks noChangeAspect="1"/>
            </p:cNvGraphicFramePr>
            <p:nvPr/>
          </p:nvGraphicFramePr>
          <p:xfrm>
            <a:off x="7533284" y="1270380"/>
            <a:ext cx="846138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20" name="Equation" r:id="rId13" imgW="8229600" imgH="5791200" progId="Equation.DSMT4">
                    <p:embed/>
                  </p:oleObj>
                </mc:Choice>
                <mc:Fallback>
                  <p:oleObj name="Equation" r:id="rId13" imgW="82296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33284" y="1270380"/>
                          <a:ext cx="846138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1" name="Text Box 125"/>
            <p:cNvSpPr txBox="1">
              <a:spLocks noChangeArrowheads="1"/>
            </p:cNvSpPr>
            <p:nvPr/>
          </p:nvSpPr>
          <p:spPr bwMode="auto">
            <a:xfrm>
              <a:off x="7646031" y="1660805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2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3" name="组合 102"/>
          <p:cNvGrpSpPr/>
          <p:nvPr/>
        </p:nvGrpSpPr>
        <p:grpSpPr>
          <a:xfrm>
            <a:off x="5900739" y="3769984"/>
            <a:ext cx="1103259" cy="1024037"/>
            <a:chOff x="1302131" y="3789040"/>
            <a:chExt cx="1103259" cy="1024037"/>
          </a:xfrm>
        </p:grpSpPr>
        <p:graphicFrame>
          <p:nvGraphicFramePr>
            <p:cNvPr id="104" name="Object 27"/>
            <p:cNvGraphicFramePr>
              <a:graphicFrameLocks noChangeAspect="1"/>
            </p:cNvGraphicFramePr>
            <p:nvPr/>
          </p:nvGraphicFramePr>
          <p:xfrm>
            <a:off x="1302131" y="4102107"/>
            <a:ext cx="8493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21" name="Equation" r:id="rId15" imgW="8229600" imgH="5791200" progId="Equation.DSMT4">
                    <p:embed/>
                  </p:oleObj>
                </mc:Choice>
                <mc:Fallback>
                  <p:oleObj name="Equation" r:id="rId15" imgW="82296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02131" y="4102107"/>
                          <a:ext cx="8493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5" name="Text Box 125"/>
            <p:cNvSpPr txBox="1">
              <a:spLocks noChangeArrowheads="1"/>
            </p:cNvSpPr>
            <p:nvPr/>
          </p:nvSpPr>
          <p:spPr bwMode="auto">
            <a:xfrm>
              <a:off x="1320843" y="3789040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6" name="Text Box 125"/>
            <p:cNvSpPr txBox="1">
              <a:spLocks noChangeArrowheads="1"/>
            </p:cNvSpPr>
            <p:nvPr/>
          </p:nvSpPr>
          <p:spPr bwMode="auto">
            <a:xfrm>
              <a:off x="2055237" y="422830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7" name="组合 106"/>
          <p:cNvGrpSpPr/>
          <p:nvPr/>
        </p:nvGrpSpPr>
        <p:grpSpPr>
          <a:xfrm>
            <a:off x="4992873" y="3754963"/>
            <a:ext cx="1250765" cy="1045399"/>
            <a:chOff x="387033" y="3757576"/>
            <a:chExt cx="1250765" cy="1045399"/>
          </a:xfrm>
        </p:grpSpPr>
        <p:graphicFrame>
          <p:nvGraphicFramePr>
            <p:cNvPr id="108" name="Object 27"/>
            <p:cNvGraphicFramePr>
              <a:graphicFrameLocks noChangeAspect="1"/>
            </p:cNvGraphicFramePr>
            <p:nvPr/>
          </p:nvGraphicFramePr>
          <p:xfrm>
            <a:off x="724986" y="4214012"/>
            <a:ext cx="9128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7022" name="Equation" r:id="rId17" imgW="8839200" imgH="5791200" progId="Equation.DSMT4">
                    <p:embed/>
                  </p:oleObj>
                </mc:Choice>
                <mc:Fallback>
                  <p:oleObj name="Equation" r:id="rId17" imgW="88392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4986" y="4214012"/>
                          <a:ext cx="9128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9" name="Text Box 125"/>
            <p:cNvSpPr txBox="1">
              <a:spLocks noChangeArrowheads="1"/>
            </p:cNvSpPr>
            <p:nvPr/>
          </p:nvSpPr>
          <p:spPr bwMode="auto">
            <a:xfrm>
              <a:off x="1100743" y="3757576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0" name="Text Box 125"/>
            <p:cNvSpPr txBox="1">
              <a:spLocks noChangeArrowheads="1"/>
            </p:cNvSpPr>
            <p:nvPr/>
          </p:nvSpPr>
          <p:spPr bwMode="auto">
            <a:xfrm>
              <a:off x="387033" y="4211858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83" name="Object 30"/>
          <p:cNvGraphicFramePr>
            <a:graphicFrameLocks noChangeAspect="1"/>
          </p:cNvGraphicFramePr>
          <p:nvPr/>
        </p:nvGraphicFramePr>
        <p:xfrm>
          <a:off x="1524001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7023" name="Visio" r:id="rId19" imgW="2305050" imgH="1178560" progId="Visio.Drawing.11">
                  <p:embed/>
                </p:oleObj>
              </mc:Choice>
              <mc:Fallback>
                <p:oleObj name="Visio" r:id="rId19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1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4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85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6" name="组合 85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89" name="Picture 8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9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10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11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6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4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1" name="Picture 16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7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18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19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20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21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2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3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4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25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26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27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28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" name="Picture 29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30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1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2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" name="Picture 33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4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5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" name="Picture 36" descr="Green and Black Diamond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4" name="Rectangle 5"/>
          <p:cNvSpPr>
            <a:spLocks noChangeArrowheads="1"/>
          </p:cNvSpPr>
          <p:nvPr/>
        </p:nvSpPr>
        <p:spPr bwMode="auto">
          <a:xfrm>
            <a:off x="1752490" y="5337308"/>
            <a:ext cx="4172061" cy="5835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spcBef>
                <a:spcPct val="2000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线电压：</a:t>
            </a:r>
            <a:r>
              <a:rPr lang="zh-CN" altLang="en-US" sz="2800" dirty="0">
                <a:latin typeface="宋体" panose="02010600030101010101" pitchFamily="2" charset="-122"/>
                <a:cs typeface="Times New Roman" panose="02020603050405020304" pitchFamily="18" charset="0"/>
              </a:rPr>
              <a:t>端线间的电压</a:t>
            </a:r>
            <a:r>
              <a:rPr lang="en-US" altLang="zh-CN" sz="2800" dirty="0">
                <a:solidFill>
                  <a:schemeClr val="tx2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sz="2800" dirty="0">
              <a:solidFill>
                <a:schemeClr val="tx2"/>
              </a:solidFill>
              <a:latin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3145765" y="5903590"/>
            <a:ext cx="4462403" cy="606748"/>
            <a:chOff x="1613917" y="5833503"/>
            <a:chExt cx="4462403" cy="606748"/>
          </a:xfrm>
        </p:grpSpPr>
        <p:graphicFrame>
          <p:nvGraphicFramePr>
            <p:cNvPr id="76" name="Object 27"/>
            <p:cNvGraphicFramePr>
              <a:graphicFrameLocks noChangeAspect="1"/>
            </p:cNvGraphicFramePr>
            <p:nvPr/>
          </p:nvGraphicFramePr>
          <p:xfrm>
            <a:off x="3690307" y="5851288"/>
            <a:ext cx="2386013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7178" name="Equation" r:id="rId1" imgW="23164800" imgH="5791200" progId="Equation.DSMT4">
                    <p:embed/>
                  </p:oleObj>
                </mc:Choice>
                <mc:Fallback>
                  <p:oleObj name="Equation" r:id="rId1" imgW="231648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90307" y="5851288"/>
                          <a:ext cx="2386013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" name="Rectangle 6"/>
            <p:cNvSpPr>
              <a:spLocks noChangeArrowheads="1"/>
            </p:cNvSpPr>
            <p:nvPr/>
          </p:nvSpPr>
          <p:spPr bwMode="auto">
            <a:xfrm>
              <a:off x="1613917" y="5833503"/>
              <a:ext cx="234872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kumimoji="1" lang="zh-CN" altLang="en-US" sz="2800" b="1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电源和负载：</a:t>
              </a:r>
              <a:endPara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80" name="Object 27"/>
          <p:cNvGraphicFramePr>
            <a:graphicFrameLocks noChangeAspect="1"/>
          </p:cNvGraphicFramePr>
          <p:nvPr/>
        </p:nvGraphicFramePr>
        <p:xfrm>
          <a:off x="8256042" y="5873079"/>
          <a:ext cx="576262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179" name="Equation" r:id="rId3" imgW="5181600" imgH="5791200" progId="Equation.DSMT4">
                  <p:embed/>
                </p:oleObj>
              </mc:Choice>
              <mc:Fallback>
                <p:oleObj name="Equation" r:id="rId3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56042" y="5873079"/>
                        <a:ext cx="576262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" name="Text Box 4"/>
          <p:cNvSpPr txBox="1">
            <a:spLocks noChangeArrowheads="1"/>
          </p:cNvSpPr>
          <p:nvPr/>
        </p:nvSpPr>
        <p:spPr bwMode="auto">
          <a:xfrm>
            <a:off x="7038564" y="3601661"/>
            <a:ext cx="36294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（零线、地线）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9" name="Rectangle 6"/>
          <p:cNvSpPr>
            <a:spLocks noChangeArrowheads="1"/>
          </p:cNvSpPr>
          <p:nvPr/>
        </p:nvSpPr>
        <p:spPr bwMode="auto">
          <a:xfrm>
            <a:off x="7038564" y="2486092"/>
            <a:ext cx="355097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端线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（相线、火线）</a:t>
            </a:r>
            <a:endParaRPr kumimoji="1" lang="en-US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82" name="Text Box 32"/>
          <p:cNvSpPr txBox="1">
            <a:spLocks noChangeArrowheads="1"/>
          </p:cNvSpPr>
          <p:nvPr/>
        </p:nvSpPr>
        <p:spPr bwMode="auto">
          <a:xfrm>
            <a:off x="5964897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83" name="Text Box 32"/>
          <p:cNvSpPr txBox="1">
            <a:spLocks noChangeArrowheads="1"/>
          </p:cNvSpPr>
          <p:nvPr/>
        </p:nvSpPr>
        <p:spPr bwMode="auto">
          <a:xfrm>
            <a:off x="2434505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84" name="Line 63"/>
          <p:cNvSpPr>
            <a:spLocks noChangeShapeType="1"/>
          </p:cNvSpPr>
          <p:nvPr/>
        </p:nvSpPr>
        <p:spPr bwMode="auto">
          <a:xfrm>
            <a:off x="2860422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5" name="Line 41"/>
          <p:cNvSpPr>
            <a:spLocks noChangeShapeType="1"/>
          </p:cNvSpPr>
          <p:nvPr/>
        </p:nvSpPr>
        <p:spPr bwMode="auto">
          <a:xfrm flipV="1">
            <a:off x="2860422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6" name="Line 41"/>
          <p:cNvSpPr>
            <a:spLocks noChangeShapeType="1"/>
          </p:cNvSpPr>
          <p:nvPr/>
        </p:nvSpPr>
        <p:spPr bwMode="auto">
          <a:xfrm flipV="1">
            <a:off x="3906838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7" name="Line 41"/>
          <p:cNvSpPr>
            <a:spLocks noChangeShapeType="1"/>
          </p:cNvSpPr>
          <p:nvPr/>
        </p:nvSpPr>
        <p:spPr bwMode="auto">
          <a:xfrm flipV="1">
            <a:off x="1836150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88" name="组合 87"/>
          <p:cNvGrpSpPr/>
          <p:nvPr/>
        </p:nvGrpSpPr>
        <p:grpSpPr>
          <a:xfrm>
            <a:off x="3135313" y="2623778"/>
            <a:ext cx="722312" cy="1474808"/>
            <a:chOff x="7594403" y="770772"/>
            <a:chExt cx="722312" cy="1474808"/>
          </a:xfrm>
        </p:grpSpPr>
        <p:graphicFrame>
          <p:nvGraphicFramePr>
            <p:cNvPr id="89" name="Object 27"/>
            <p:cNvGraphicFramePr>
              <a:graphicFrameLocks noChangeAspect="1"/>
            </p:cNvGraphicFramePr>
            <p:nvPr/>
          </p:nvGraphicFramePr>
          <p:xfrm>
            <a:off x="7594403" y="1270470"/>
            <a:ext cx="7223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7180" name="Equation" r:id="rId5" imgW="7010400" imgH="5791200" progId="Equation.DSMT4">
                    <p:embed/>
                  </p:oleObj>
                </mc:Choice>
                <mc:Fallback>
                  <p:oleObj name="Equation" r:id="rId5" imgW="70104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94403" y="1270470"/>
                          <a:ext cx="7223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0" name="Text Box 125"/>
            <p:cNvSpPr txBox="1">
              <a:spLocks noChangeArrowheads="1"/>
            </p:cNvSpPr>
            <p:nvPr/>
          </p:nvSpPr>
          <p:spPr bwMode="auto">
            <a:xfrm>
              <a:off x="7646031" y="1660805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1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>
            <a:off x="2813844" y="3789041"/>
            <a:ext cx="1060844" cy="1093245"/>
            <a:chOff x="1289844" y="3789040"/>
            <a:chExt cx="1060844" cy="1093245"/>
          </a:xfrm>
        </p:grpSpPr>
        <p:graphicFrame>
          <p:nvGraphicFramePr>
            <p:cNvPr id="94" name="Object 27"/>
            <p:cNvGraphicFramePr>
              <a:graphicFrameLocks noChangeAspect="1"/>
            </p:cNvGraphicFramePr>
            <p:nvPr/>
          </p:nvGraphicFramePr>
          <p:xfrm>
            <a:off x="1289844" y="4259447"/>
            <a:ext cx="722312" cy="5889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7181" name="Equation" r:id="rId7" imgW="7010400" imgH="5791200" progId="Equation.DSMT4">
                    <p:embed/>
                  </p:oleObj>
                </mc:Choice>
                <mc:Fallback>
                  <p:oleObj name="Equation" r:id="rId7" imgW="70104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9844" y="4259447"/>
                          <a:ext cx="722312" cy="58896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1320843" y="3789040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96" name="Text Box 125"/>
            <p:cNvSpPr txBox="1">
              <a:spLocks noChangeArrowheads="1"/>
            </p:cNvSpPr>
            <p:nvPr/>
          </p:nvSpPr>
          <p:spPr bwMode="auto">
            <a:xfrm>
              <a:off x="2000535" y="4297510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7" name="组合 96"/>
          <p:cNvGrpSpPr/>
          <p:nvPr/>
        </p:nvGrpSpPr>
        <p:grpSpPr>
          <a:xfrm>
            <a:off x="1918176" y="3780154"/>
            <a:ext cx="1124392" cy="1215326"/>
            <a:chOff x="394176" y="3780154"/>
            <a:chExt cx="1124392" cy="1215326"/>
          </a:xfrm>
        </p:grpSpPr>
        <p:graphicFrame>
          <p:nvGraphicFramePr>
            <p:cNvPr id="98" name="Object 27"/>
            <p:cNvGraphicFramePr>
              <a:graphicFrameLocks noChangeAspect="1"/>
            </p:cNvGraphicFramePr>
            <p:nvPr/>
          </p:nvGraphicFramePr>
          <p:xfrm>
            <a:off x="732756" y="4406518"/>
            <a:ext cx="785812" cy="5889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7182" name="Equation" r:id="rId9" imgW="7620000" imgH="5791200" progId="Equation.DSMT4">
                    <p:embed/>
                  </p:oleObj>
                </mc:Choice>
                <mc:Fallback>
                  <p:oleObj name="Equation" r:id="rId9" imgW="7620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2756" y="4406518"/>
                          <a:ext cx="785812" cy="58896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9" name="Text Box 125"/>
            <p:cNvSpPr txBox="1">
              <a:spLocks noChangeArrowheads="1"/>
            </p:cNvSpPr>
            <p:nvPr/>
          </p:nvSpPr>
          <p:spPr bwMode="auto">
            <a:xfrm>
              <a:off x="1033009" y="3780154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0" name="Text Box 125"/>
            <p:cNvSpPr txBox="1">
              <a:spLocks noChangeArrowheads="1"/>
            </p:cNvSpPr>
            <p:nvPr/>
          </p:nvSpPr>
          <p:spPr bwMode="auto">
            <a:xfrm>
              <a:off x="394176" y="4342794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1" name="组合 100"/>
          <p:cNvGrpSpPr/>
          <p:nvPr/>
        </p:nvGrpSpPr>
        <p:grpSpPr>
          <a:xfrm>
            <a:off x="6175375" y="2580142"/>
            <a:ext cx="846138" cy="1474808"/>
            <a:chOff x="7533284" y="770772"/>
            <a:chExt cx="846138" cy="1474808"/>
          </a:xfrm>
        </p:grpSpPr>
        <p:graphicFrame>
          <p:nvGraphicFramePr>
            <p:cNvPr id="102" name="Object 27"/>
            <p:cNvGraphicFramePr>
              <a:graphicFrameLocks noChangeAspect="1"/>
            </p:cNvGraphicFramePr>
            <p:nvPr/>
          </p:nvGraphicFramePr>
          <p:xfrm>
            <a:off x="7533284" y="1270380"/>
            <a:ext cx="846138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7183" name="Equation" r:id="rId11" imgW="8229600" imgH="5791200" progId="Equation.DSMT4">
                    <p:embed/>
                  </p:oleObj>
                </mc:Choice>
                <mc:Fallback>
                  <p:oleObj name="Equation" r:id="rId11" imgW="82296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33284" y="1270380"/>
                          <a:ext cx="846138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3" name="Text Box 125"/>
            <p:cNvSpPr txBox="1">
              <a:spLocks noChangeArrowheads="1"/>
            </p:cNvSpPr>
            <p:nvPr/>
          </p:nvSpPr>
          <p:spPr bwMode="auto">
            <a:xfrm>
              <a:off x="7646031" y="1660805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4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5" name="组合 104"/>
          <p:cNvGrpSpPr/>
          <p:nvPr/>
        </p:nvGrpSpPr>
        <p:grpSpPr>
          <a:xfrm>
            <a:off x="5900739" y="3769984"/>
            <a:ext cx="1103259" cy="1024037"/>
            <a:chOff x="1302131" y="3789040"/>
            <a:chExt cx="1103259" cy="1024037"/>
          </a:xfrm>
        </p:grpSpPr>
        <p:graphicFrame>
          <p:nvGraphicFramePr>
            <p:cNvPr id="106" name="Object 27"/>
            <p:cNvGraphicFramePr>
              <a:graphicFrameLocks noChangeAspect="1"/>
            </p:cNvGraphicFramePr>
            <p:nvPr/>
          </p:nvGraphicFramePr>
          <p:xfrm>
            <a:off x="1302131" y="4102107"/>
            <a:ext cx="8493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3312" name="Equation" r:id="rId13" imgW="8229600" imgH="5791200" progId="Equation.DSMT4">
                    <p:embed/>
                  </p:oleObj>
                </mc:Choice>
                <mc:Fallback>
                  <p:oleObj name="Equation" r:id="rId13" imgW="82296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02131" y="4102107"/>
                          <a:ext cx="8493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7" name="Text Box 125"/>
            <p:cNvSpPr txBox="1">
              <a:spLocks noChangeArrowheads="1"/>
            </p:cNvSpPr>
            <p:nvPr/>
          </p:nvSpPr>
          <p:spPr bwMode="auto">
            <a:xfrm>
              <a:off x="1320843" y="3789040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8" name="Text Box 125"/>
            <p:cNvSpPr txBox="1">
              <a:spLocks noChangeArrowheads="1"/>
            </p:cNvSpPr>
            <p:nvPr/>
          </p:nvSpPr>
          <p:spPr bwMode="auto">
            <a:xfrm>
              <a:off x="2055237" y="422830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9" name="组合 108"/>
          <p:cNvGrpSpPr/>
          <p:nvPr/>
        </p:nvGrpSpPr>
        <p:grpSpPr>
          <a:xfrm>
            <a:off x="4992873" y="3754963"/>
            <a:ext cx="1250765" cy="1045399"/>
            <a:chOff x="387033" y="3757576"/>
            <a:chExt cx="1250765" cy="1045399"/>
          </a:xfrm>
        </p:grpSpPr>
        <p:graphicFrame>
          <p:nvGraphicFramePr>
            <p:cNvPr id="110" name="Object 27"/>
            <p:cNvGraphicFramePr>
              <a:graphicFrameLocks noChangeAspect="1"/>
            </p:cNvGraphicFramePr>
            <p:nvPr/>
          </p:nvGraphicFramePr>
          <p:xfrm>
            <a:off x="724986" y="4214012"/>
            <a:ext cx="9128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3313" name="Equation" r:id="rId15" imgW="8839200" imgH="5791200" progId="Equation.DSMT4">
                    <p:embed/>
                  </p:oleObj>
                </mc:Choice>
                <mc:Fallback>
                  <p:oleObj name="Equation" r:id="rId15" imgW="88392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4986" y="4214012"/>
                          <a:ext cx="9128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1" name="Text Box 125"/>
            <p:cNvSpPr txBox="1">
              <a:spLocks noChangeArrowheads="1"/>
            </p:cNvSpPr>
            <p:nvPr/>
          </p:nvSpPr>
          <p:spPr bwMode="auto">
            <a:xfrm>
              <a:off x="1100743" y="3757576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12" name="Text Box 125"/>
            <p:cNvSpPr txBox="1">
              <a:spLocks noChangeArrowheads="1"/>
            </p:cNvSpPr>
            <p:nvPr/>
          </p:nvSpPr>
          <p:spPr bwMode="auto">
            <a:xfrm>
              <a:off x="387033" y="4211858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FF000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3" name="组合 112"/>
          <p:cNvGrpSpPr/>
          <p:nvPr/>
        </p:nvGrpSpPr>
        <p:grpSpPr>
          <a:xfrm>
            <a:off x="4005558" y="2628300"/>
            <a:ext cx="722312" cy="2146060"/>
            <a:chOff x="7580410" y="770772"/>
            <a:chExt cx="722312" cy="2146060"/>
          </a:xfrm>
        </p:grpSpPr>
        <p:graphicFrame>
          <p:nvGraphicFramePr>
            <p:cNvPr id="118" name="Object 27"/>
            <p:cNvGraphicFramePr>
              <a:graphicFrameLocks noChangeAspect="1"/>
            </p:cNvGraphicFramePr>
            <p:nvPr/>
          </p:nvGraphicFramePr>
          <p:xfrm>
            <a:off x="7580410" y="1486565"/>
            <a:ext cx="7223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3314" name="Equation" r:id="rId17" imgW="7010400" imgH="5791200" progId="Equation.DSMT4">
                    <p:embed/>
                  </p:oleObj>
                </mc:Choice>
                <mc:Fallback>
                  <p:oleObj name="Equation" r:id="rId17" imgW="70104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80410" y="1486565"/>
                          <a:ext cx="7223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9" name="Text Box 125"/>
            <p:cNvSpPr txBox="1">
              <a:spLocks noChangeArrowheads="1"/>
            </p:cNvSpPr>
            <p:nvPr/>
          </p:nvSpPr>
          <p:spPr bwMode="auto">
            <a:xfrm>
              <a:off x="7656077" y="2332057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0000FF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0000FF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3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0000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0000FF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4" name="组合 123"/>
          <p:cNvGrpSpPr/>
          <p:nvPr/>
        </p:nvGrpSpPr>
        <p:grpSpPr>
          <a:xfrm>
            <a:off x="4467011" y="2649974"/>
            <a:ext cx="1016214" cy="2546398"/>
            <a:chOff x="7668344" y="-1190851"/>
            <a:chExt cx="1016214" cy="2546398"/>
          </a:xfrm>
        </p:grpSpPr>
        <p:graphicFrame>
          <p:nvGraphicFramePr>
            <p:cNvPr id="125" name="Object 27"/>
            <p:cNvGraphicFramePr>
              <a:graphicFrameLocks noChangeAspect="1"/>
            </p:cNvGraphicFramePr>
            <p:nvPr/>
          </p:nvGraphicFramePr>
          <p:xfrm>
            <a:off x="7900333" y="-567400"/>
            <a:ext cx="784225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3315" name="Equation" r:id="rId19" imgW="7620000" imgH="5791200" progId="Equation.DSMT4">
                    <p:embed/>
                  </p:oleObj>
                </mc:Choice>
                <mc:Fallback>
                  <p:oleObj name="Equation" r:id="rId19" imgW="7620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900333" y="-567400"/>
                          <a:ext cx="784225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Text Box 125"/>
            <p:cNvSpPr txBox="1">
              <a:spLocks noChangeArrowheads="1"/>
            </p:cNvSpPr>
            <p:nvPr/>
          </p:nvSpPr>
          <p:spPr bwMode="auto">
            <a:xfrm>
              <a:off x="7780038" y="-1190851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0000FF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0000FF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7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0000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0000FF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8" name="组合 127"/>
          <p:cNvGrpSpPr/>
          <p:nvPr/>
        </p:nvGrpSpPr>
        <p:grpSpPr>
          <a:xfrm>
            <a:off x="3391216" y="4468107"/>
            <a:ext cx="1031892" cy="837608"/>
            <a:chOff x="6984679" y="1053183"/>
            <a:chExt cx="1031892" cy="837608"/>
          </a:xfrm>
        </p:grpSpPr>
        <p:graphicFrame>
          <p:nvGraphicFramePr>
            <p:cNvPr id="133" name="Object 27"/>
            <p:cNvGraphicFramePr>
              <a:graphicFrameLocks noChangeAspect="1"/>
            </p:cNvGraphicFramePr>
            <p:nvPr/>
          </p:nvGraphicFramePr>
          <p:xfrm>
            <a:off x="6984679" y="1139263"/>
            <a:ext cx="785812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3316" name="Equation" r:id="rId21" imgW="7620000" imgH="5791200" progId="Equation.DSMT4">
                    <p:embed/>
                  </p:oleObj>
                </mc:Choice>
                <mc:Fallback>
                  <p:oleObj name="Equation" r:id="rId21" imgW="7620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984679" y="1139263"/>
                          <a:ext cx="785812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4" name="Text Box 125"/>
            <p:cNvSpPr txBox="1">
              <a:spLocks noChangeArrowheads="1"/>
            </p:cNvSpPr>
            <p:nvPr/>
          </p:nvSpPr>
          <p:spPr bwMode="auto">
            <a:xfrm>
              <a:off x="7634289" y="1306016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0000FF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kern="0" dirty="0">
                <a:solidFill>
                  <a:srgbClr val="0000FF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5" name="Text Box 125"/>
            <p:cNvSpPr txBox="1">
              <a:spLocks noChangeArrowheads="1"/>
            </p:cNvSpPr>
            <p:nvPr/>
          </p:nvSpPr>
          <p:spPr bwMode="auto">
            <a:xfrm>
              <a:off x="7666418" y="1053183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kumimoji="1" lang="en-US" altLang="zh-CN" sz="3200" b="1" kern="0" dirty="0">
                  <a:solidFill>
                    <a:srgbClr val="0000FF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kern="0" dirty="0">
                <a:solidFill>
                  <a:srgbClr val="0000FF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32" name="Object 30"/>
          <p:cNvGraphicFramePr>
            <a:graphicFrameLocks noChangeAspect="1"/>
          </p:cNvGraphicFramePr>
          <p:nvPr/>
        </p:nvGraphicFramePr>
        <p:xfrm>
          <a:off x="1524001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3317" name="Visio" r:id="rId23" imgW="2305050" imgH="1178560" progId="Visio.Drawing.11">
                  <p:embed/>
                </p:oleObj>
              </mc:Choice>
              <mc:Fallback>
                <p:oleObj name="Visio" r:id="rId23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1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6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137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38" name="组合 137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139" name="Picture 8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9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" name="Picture 10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" name="Picture 11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65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44" name="Picture 16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17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" name="Picture 18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9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8" name="Picture 20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9" name="Picture 21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" name="Picture 22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" name="Picture 23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" name="Picture 24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" name="Picture 25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" name="Picture 26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5" name="Picture 27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6" name="Picture 28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" name="Picture 29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30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31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0" name="Picture 32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33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2" name="Picture 34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" name="Picture 35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4" name="Picture 36" descr="Green and Black Diamond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Object 30"/>
          <p:cNvGraphicFramePr>
            <a:graphicFrameLocks noChangeAspect="1"/>
          </p:cNvGraphicFramePr>
          <p:nvPr/>
        </p:nvGraphicFramePr>
        <p:xfrm>
          <a:off x="1524001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82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1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39" name="Text Box 4"/>
          <p:cNvSpPr txBox="1">
            <a:spLocks noChangeArrowheads="1"/>
          </p:cNvSpPr>
          <p:nvPr/>
        </p:nvSpPr>
        <p:spPr bwMode="auto">
          <a:xfrm>
            <a:off x="7038564" y="3601661"/>
            <a:ext cx="36294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（零线、地线）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0" name="Rectangle 6"/>
          <p:cNvSpPr>
            <a:spLocks noChangeArrowheads="1"/>
          </p:cNvSpPr>
          <p:nvPr/>
        </p:nvSpPr>
        <p:spPr bwMode="auto">
          <a:xfrm>
            <a:off x="7038565" y="2475395"/>
            <a:ext cx="343074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端线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（相线、火线）</a:t>
            </a:r>
            <a:endParaRPr kumimoji="1" lang="en-US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4" name="Text Box 32"/>
          <p:cNvSpPr txBox="1">
            <a:spLocks noChangeArrowheads="1"/>
          </p:cNvSpPr>
          <p:nvPr/>
        </p:nvSpPr>
        <p:spPr bwMode="auto">
          <a:xfrm>
            <a:off x="5964897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2434505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6" name="Line 63"/>
          <p:cNvSpPr>
            <a:spLocks noChangeShapeType="1"/>
          </p:cNvSpPr>
          <p:nvPr/>
        </p:nvSpPr>
        <p:spPr bwMode="auto">
          <a:xfrm>
            <a:off x="2860422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41"/>
          <p:cNvSpPr>
            <a:spLocks noChangeShapeType="1"/>
          </p:cNvSpPr>
          <p:nvPr/>
        </p:nvSpPr>
        <p:spPr bwMode="auto">
          <a:xfrm flipV="1">
            <a:off x="2860422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41"/>
          <p:cNvSpPr>
            <a:spLocks noChangeShapeType="1"/>
          </p:cNvSpPr>
          <p:nvPr/>
        </p:nvSpPr>
        <p:spPr bwMode="auto">
          <a:xfrm flipV="1">
            <a:off x="3906838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1"/>
          <p:cNvSpPr>
            <a:spLocks noChangeShapeType="1"/>
          </p:cNvSpPr>
          <p:nvPr/>
        </p:nvSpPr>
        <p:spPr bwMode="auto">
          <a:xfrm flipV="1">
            <a:off x="1836150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3192761" y="5833503"/>
            <a:ext cx="2667571" cy="591110"/>
            <a:chOff x="1613917" y="5833503"/>
            <a:chExt cx="2667571" cy="591110"/>
          </a:xfrm>
        </p:grpSpPr>
        <p:graphicFrame>
          <p:nvGraphicFramePr>
            <p:cNvPr id="76" name="Object 27"/>
            <p:cNvGraphicFramePr>
              <a:graphicFrameLocks noChangeAspect="1"/>
            </p:cNvGraphicFramePr>
            <p:nvPr/>
          </p:nvGraphicFramePr>
          <p:xfrm>
            <a:off x="2679700" y="5835650"/>
            <a:ext cx="1601788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4383" name="Equation" r:id="rId3" imgW="15544800" imgH="5791200" progId="Equation.DSMT4">
                    <p:embed/>
                  </p:oleObj>
                </mc:Choice>
                <mc:Fallback>
                  <p:oleObj name="Equation" r:id="rId3" imgW="155448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79700" y="5835650"/>
                          <a:ext cx="1601788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" name="Rectangle 6"/>
            <p:cNvSpPr>
              <a:spLocks noChangeArrowheads="1"/>
            </p:cNvSpPr>
            <p:nvPr/>
          </p:nvSpPr>
          <p:spPr bwMode="auto">
            <a:xfrm>
              <a:off x="1613917" y="5833503"/>
              <a:ext cx="1266693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kumimoji="1" lang="zh-CN" altLang="en-US" sz="2800" b="1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电源：</a:t>
              </a:r>
              <a:endPara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80" name="Object 27"/>
          <p:cNvGraphicFramePr>
            <a:graphicFrameLocks noChangeAspect="1"/>
          </p:cNvGraphicFramePr>
          <p:nvPr/>
        </p:nvGraphicFramePr>
        <p:xfrm>
          <a:off x="7133506" y="5967414"/>
          <a:ext cx="474662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84" name="Equation" r:id="rId5" imgW="4267200" imgH="5791200" progId="Equation.DSMT4">
                  <p:embed/>
                </p:oleObj>
              </mc:Choice>
              <mc:Fallback>
                <p:oleObj name="Equation" r:id="rId5" imgW="4267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33506" y="5967414"/>
                        <a:ext cx="474662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" name="组合 8"/>
          <p:cNvGrpSpPr/>
          <p:nvPr/>
        </p:nvGrpSpPr>
        <p:grpSpPr>
          <a:xfrm>
            <a:off x="3192761" y="6308726"/>
            <a:ext cx="2819971" cy="588963"/>
            <a:chOff x="1613917" y="6308725"/>
            <a:chExt cx="2819971" cy="588963"/>
          </a:xfrm>
        </p:grpSpPr>
        <p:sp>
          <p:nvSpPr>
            <p:cNvPr id="78" name="Rectangle 6"/>
            <p:cNvSpPr>
              <a:spLocks noChangeArrowheads="1"/>
            </p:cNvSpPr>
            <p:nvPr/>
          </p:nvSpPr>
          <p:spPr bwMode="auto">
            <a:xfrm>
              <a:off x="1613917" y="6355248"/>
              <a:ext cx="1266693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kumimoji="1" lang="zh-CN" altLang="en-US" sz="2800" b="1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负载：</a:t>
              </a:r>
              <a:endPara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aphicFrame>
          <p:nvGraphicFramePr>
            <p:cNvPr id="82" name="Object 27"/>
            <p:cNvGraphicFramePr>
              <a:graphicFrameLocks noChangeAspect="1"/>
            </p:cNvGraphicFramePr>
            <p:nvPr/>
          </p:nvGraphicFramePr>
          <p:xfrm>
            <a:off x="2644775" y="6308725"/>
            <a:ext cx="1789113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4385" name="Equation" r:id="rId7" imgW="17373600" imgH="5791200" progId="Equation.DSMT4">
                    <p:embed/>
                  </p:oleObj>
                </mc:Choice>
                <mc:Fallback>
                  <p:oleObj name="Equation" r:id="rId7" imgW="173736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44775" y="6308725"/>
                          <a:ext cx="1789113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2" name="Rectangle 29"/>
          <p:cNvSpPr>
            <a:spLocks noChangeArrowheads="1"/>
          </p:cNvSpPr>
          <p:nvPr/>
        </p:nvSpPr>
        <p:spPr bwMode="auto">
          <a:xfrm>
            <a:off x="1779749" y="5280003"/>
            <a:ext cx="6692515" cy="519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相电流：</a:t>
            </a:r>
            <a:r>
              <a:rPr lang="zh-CN" altLang="en-US" sz="2800" dirty="0">
                <a:solidFill>
                  <a:schemeClr val="tx2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每相绕组或每相负载上的电流</a:t>
            </a:r>
            <a:endParaRPr lang="en-US" altLang="zh-CN" sz="2800" u="sng" dirty="0">
              <a:latin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783633" y="2733284"/>
            <a:ext cx="195913" cy="315657"/>
          </a:xfrm>
          <a:prstGeom prst="rect">
            <a:avLst/>
          </a:prstGeom>
        </p:spPr>
      </p:pic>
      <p:pic>
        <p:nvPicPr>
          <p:cNvPr id="73" name="图片 7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V="1">
            <a:off x="5903581" y="2751614"/>
            <a:ext cx="195913" cy="315657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616349" y="4334693"/>
            <a:ext cx="335434" cy="217468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813014" y="4334693"/>
            <a:ext cx="322546" cy="209112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69236" y="4333866"/>
            <a:ext cx="322546" cy="209112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05559" y="4311982"/>
            <a:ext cx="356301" cy="230996"/>
          </a:xfrm>
          <a:prstGeom prst="rect">
            <a:avLst/>
          </a:prstGeom>
        </p:spPr>
      </p:pic>
      <p:graphicFrame>
        <p:nvGraphicFramePr>
          <p:cNvPr id="75" name="Object 27"/>
          <p:cNvGraphicFramePr>
            <a:graphicFrameLocks noChangeAspect="1"/>
          </p:cNvGraphicFramePr>
          <p:nvPr/>
        </p:nvGraphicFramePr>
        <p:xfrm>
          <a:off x="2338389" y="2444750"/>
          <a:ext cx="509587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86" name="Equation" r:id="rId14" imgW="4572000" imgH="5791200" progId="Equation.DSMT4">
                  <p:embed/>
                </p:oleObj>
              </mc:Choice>
              <mc:Fallback>
                <p:oleObj name="Equation" r:id="rId14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8389" y="2444750"/>
                        <a:ext cx="509587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9" name="Object 27"/>
          <p:cNvGraphicFramePr>
            <a:graphicFrameLocks noChangeAspect="1"/>
          </p:cNvGraphicFramePr>
          <p:nvPr/>
        </p:nvGraphicFramePr>
        <p:xfrm>
          <a:off x="3533775" y="4508500"/>
          <a:ext cx="509588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87" name="Equation" r:id="rId16" imgW="4572000" imgH="5791200" progId="Equation.DSMT4">
                  <p:embed/>
                </p:oleObj>
              </mc:Choice>
              <mc:Fallback>
                <p:oleObj name="Equation" r:id="rId16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33775" y="4508500"/>
                        <a:ext cx="509588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" name="Object 27"/>
          <p:cNvGraphicFramePr>
            <a:graphicFrameLocks noChangeAspect="1"/>
          </p:cNvGraphicFramePr>
          <p:nvPr/>
        </p:nvGraphicFramePr>
        <p:xfrm>
          <a:off x="1806576" y="4500564"/>
          <a:ext cx="5762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88" name="Equation" r:id="rId18" imgW="5181600" imgH="5791200" progId="Equation.DSMT4">
                  <p:embed/>
                </p:oleObj>
              </mc:Choice>
              <mc:Fallback>
                <p:oleObj name="Equation" r:id="rId18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6576" y="4500564"/>
                        <a:ext cx="5762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6" name="Object 27"/>
          <p:cNvGraphicFramePr>
            <a:graphicFrameLocks noChangeAspect="1"/>
          </p:cNvGraphicFramePr>
          <p:nvPr/>
        </p:nvGraphicFramePr>
        <p:xfrm>
          <a:off x="6053138" y="2422525"/>
          <a:ext cx="576262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89" name="Equation" r:id="rId20" imgW="5181600" imgH="5791200" progId="Equation.DSMT4">
                  <p:embed/>
                </p:oleObj>
              </mc:Choice>
              <mc:Fallback>
                <p:oleObj name="Equation" r:id="rId20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53138" y="2422525"/>
                        <a:ext cx="576262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7" name="Object 27"/>
          <p:cNvGraphicFramePr>
            <a:graphicFrameLocks noChangeAspect="1"/>
          </p:cNvGraphicFramePr>
          <p:nvPr/>
        </p:nvGraphicFramePr>
        <p:xfrm>
          <a:off x="6889751" y="4510089"/>
          <a:ext cx="5762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90" name="Equation" r:id="rId22" imgW="5181600" imgH="5791200" progId="Equation.DSMT4">
                  <p:embed/>
                </p:oleObj>
              </mc:Choice>
              <mc:Fallback>
                <p:oleObj name="Equation" r:id="rId22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89751" y="4510089"/>
                        <a:ext cx="5762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8" name="Object 27"/>
          <p:cNvGraphicFramePr>
            <a:graphicFrameLocks noChangeAspect="1"/>
          </p:cNvGraphicFramePr>
          <p:nvPr/>
        </p:nvGraphicFramePr>
        <p:xfrm>
          <a:off x="4964114" y="4592639"/>
          <a:ext cx="644525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4391" name="Equation" r:id="rId24" imgW="5791200" imgH="5791200" progId="Equation.DSMT4">
                  <p:embed/>
                </p:oleObj>
              </mc:Choice>
              <mc:Fallback>
                <p:oleObj name="Equation" r:id="rId24" imgW="5791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64114" y="4592639"/>
                        <a:ext cx="644525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83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4" name="组合 83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85" name="Picture 8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9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0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4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95" name="Picture 16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17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8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9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0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1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2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3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4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5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6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7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8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9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0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1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2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33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4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5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6" descr="Green and Black Diamond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" name="Object 30"/>
          <p:cNvGraphicFramePr>
            <a:graphicFrameLocks noChangeAspect="1"/>
          </p:cNvGraphicFramePr>
          <p:nvPr/>
        </p:nvGraphicFramePr>
        <p:xfrm>
          <a:off x="1524001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1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1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39" name="Text Box 4"/>
          <p:cNvSpPr txBox="1">
            <a:spLocks noChangeArrowheads="1"/>
          </p:cNvSpPr>
          <p:nvPr/>
        </p:nvSpPr>
        <p:spPr bwMode="auto">
          <a:xfrm>
            <a:off x="7038564" y="3601661"/>
            <a:ext cx="36294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（零线、地线）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0" name="Rectangle 6"/>
          <p:cNvSpPr>
            <a:spLocks noChangeArrowheads="1"/>
          </p:cNvSpPr>
          <p:nvPr/>
        </p:nvSpPr>
        <p:spPr bwMode="auto">
          <a:xfrm>
            <a:off x="7038565" y="2475395"/>
            <a:ext cx="343074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端线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（相线、火线）</a:t>
            </a:r>
            <a:endParaRPr kumimoji="1" lang="en-US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44" name="Text Box 32"/>
          <p:cNvSpPr txBox="1">
            <a:spLocks noChangeArrowheads="1"/>
          </p:cNvSpPr>
          <p:nvPr/>
        </p:nvSpPr>
        <p:spPr bwMode="auto">
          <a:xfrm>
            <a:off x="5964897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2434505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6" name="Line 63"/>
          <p:cNvSpPr>
            <a:spLocks noChangeShapeType="1"/>
          </p:cNvSpPr>
          <p:nvPr/>
        </p:nvSpPr>
        <p:spPr bwMode="auto">
          <a:xfrm>
            <a:off x="2860422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41"/>
          <p:cNvSpPr>
            <a:spLocks noChangeShapeType="1"/>
          </p:cNvSpPr>
          <p:nvPr/>
        </p:nvSpPr>
        <p:spPr bwMode="auto">
          <a:xfrm flipV="1">
            <a:off x="2860422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41"/>
          <p:cNvSpPr>
            <a:spLocks noChangeShapeType="1"/>
          </p:cNvSpPr>
          <p:nvPr/>
        </p:nvSpPr>
        <p:spPr bwMode="auto">
          <a:xfrm flipV="1">
            <a:off x="3906838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1"/>
          <p:cNvSpPr>
            <a:spLocks noChangeShapeType="1"/>
          </p:cNvSpPr>
          <p:nvPr/>
        </p:nvSpPr>
        <p:spPr bwMode="auto">
          <a:xfrm flipV="1">
            <a:off x="1836150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3167037" y="5766655"/>
            <a:ext cx="3596258" cy="600808"/>
            <a:chOff x="1613917" y="5833503"/>
            <a:chExt cx="3596258" cy="600808"/>
          </a:xfrm>
        </p:grpSpPr>
        <p:graphicFrame>
          <p:nvGraphicFramePr>
            <p:cNvPr id="76" name="Object 27"/>
            <p:cNvGraphicFramePr>
              <a:graphicFrameLocks noChangeAspect="1"/>
            </p:cNvGraphicFramePr>
            <p:nvPr/>
          </p:nvGraphicFramePr>
          <p:xfrm>
            <a:off x="3609975" y="5845348"/>
            <a:ext cx="1600200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6222" name="Equation" r:id="rId3" imgW="15544800" imgH="5791200" progId="Equation.DSMT4">
                    <p:embed/>
                  </p:oleObj>
                </mc:Choice>
                <mc:Fallback>
                  <p:oleObj name="Equation" r:id="rId3" imgW="155448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09975" y="5845348"/>
                          <a:ext cx="1600200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" name="Rectangle 6"/>
            <p:cNvSpPr>
              <a:spLocks noChangeArrowheads="1"/>
            </p:cNvSpPr>
            <p:nvPr/>
          </p:nvSpPr>
          <p:spPr bwMode="auto">
            <a:xfrm>
              <a:off x="1613917" y="5833503"/>
              <a:ext cx="234872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kumimoji="1" lang="zh-CN" altLang="en-US" sz="2800" b="1" dirty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电源和负载：</a:t>
              </a:r>
              <a:endPara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80" name="Object 27"/>
          <p:cNvGraphicFramePr>
            <a:graphicFrameLocks noChangeAspect="1"/>
          </p:cNvGraphicFramePr>
          <p:nvPr/>
        </p:nvGraphicFramePr>
        <p:xfrm>
          <a:off x="7460208" y="5745164"/>
          <a:ext cx="50800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3" name="Equation" r:id="rId5" imgW="4572000" imgH="5791200" progId="Equation.DSMT4">
                  <p:embed/>
                </p:oleObj>
              </mc:Choice>
              <mc:Fallback>
                <p:oleObj name="Equation" r:id="rId5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60208" y="5745164"/>
                        <a:ext cx="50800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" name="组合 8"/>
          <p:cNvGrpSpPr/>
          <p:nvPr/>
        </p:nvGrpSpPr>
        <p:grpSpPr>
          <a:xfrm>
            <a:off x="1752532" y="6318251"/>
            <a:ext cx="5689668" cy="588963"/>
            <a:chOff x="1613917" y="6304503"/>
            <a:chExt cx="5689668" cy="588963"/>
          </a:xfrm>
        </p:grpSpPr>
        <p:sp>
          <p:nvSpPr>
            <p:cNvPr id="78" name="Rectangle 6"/>
            <p:cNvSpPr>
              <a:spLocks noChangeArrowheads="1"/>
            </p:cNvSpPr>
            <p:nvPr/>
          </p:nvSpPr>
          <p:spPr bwMode="auto">
            <a:xfrm>
              <a:off x="1613917" y="6355248"/>
              <a:ext cx="5234125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zh-CN" altLang="en-US" sz="2800" b="1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中性线电流：</a:t>
              </a:r>
              <a:r>
                <a:rPr lang="zh-CN" altLang="en-US" sz="2800" b="1" dirty="0">
                  <a:solidFill>
                    <a:schemeClr val="tx2"/>
                  </a:solidFill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流过中性线的电流</a:t>
              </a:r>
              <a:endParaRPr kumimoji="1" lang="en-US" altLang="zh-CN" sz="2800" b="1" dirty="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graphicFrame>
          <p:nvGraphicFramePr>
            <p:cNvPr id="82" name="Object 27"/>
            <p:cNvGraphicFramePr>
              <a:graphicFrameLocks noChangeAspect="1"/>
            </p:cNvGraphicFramePr>
            <p:nvPr/>
          </p:nvGraphicFramePr>
          <p:xfrm>
            <a:off x="6832098" y="6304503"/>
            <a:ext cx="471487" cy="588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6224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832098" y="6304503"/>
                          <a:ext cx="471487" cy="58896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2" name="Rectangle 29"/>
          <p:cNvSpPr>
            <a:spLocks noChangeArrowheads="1"/>
          </p:cNvSpPr>
          <p:nvPr/>
        </p:nvSpPr>
        <p:spPr bwMode="auto">
          <a:xfrm>
            <a:off x="1779749" y="5213154"/>
            <a:ext cx="4123832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zh-CN" altLang="en-US" sz="2800" dirty="0">
                <a:solidFill>
                  <a:srgbClr val="FF0000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线电流：</a:t>
            </a:r>
            <a:r>
              <a:rPr lang="zh-CN" altLang="en-US" sz="2800" dirty="0">
                <a:solidFill>
                  <a:schemeClr val="tx2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端线上的电流</a:t>
            </a:r>
            <a:endParaRPr lang="en-US" altLang="zh-CN" sz="2800" u="sng" dirty="0">
              <a:latin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783633" y="2733284"/>
            <a:ext cx="195913" cy="315657"/>
          </a:xfrm>
          <a:prstGeom prst="rect">
            <a:avLst/>
          </a:prstGeom>
        </p:spPr>
      </p:pic>
      <p:pic>
        <p:nvPicPr>
          <p:cNvPr id="73" name="图片 7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V="1">
            <a:off x="5903581" y="2751614"/>
            <a:ext cx="195913" cy="315657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616349" y="4334693"/>
            <a:ext cx="335434" cy="217468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813014" y="4334693"/>
            <a:ext cx="322546" cy="209112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69236" y="4333866"/>
            <a:ext cx="322546" cy="209112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705559" y="4311982"/>
            <a:ext cx="356301" cy="230996"/>
          </a:xfrm>
          <a:prstGeom prst="rect">
            <a:avLst/>
          </a:prstGeom>
        </p:spPr>
      </p:pic>
      <p:graphicFrame>
        <p:nvGraphicFramePr>
          <p:cNvPr id="75" name="Object 27"/>
          <p:cNvGraphicFramePr>
            <a:graphicFrameLocks noChangeAspect="1"/>
          </p:cNvGraphicFramePr>
          <p:nvPr/>
        </p:nvGraphicFramePr>
        <p:xfrm>
          <a:off x="2338389" y="2444750"/>
          <a:ext cx="509587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5" name="Equation" r:id="rId14" imgW="4572000" imgH="5791200" progId="Equation.DSMT4">
                  <p:embed/>
                </p:oleObj>
              </mc:Choice>
              <mc:Fallback>
                <p:oleObj name="Equation" r:id="rId14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8389" y="2444750"/>
                        <a:ext cx="509587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9" name="Object 27"/>
          <p:cNvGraphicFramePr>
            <a:graphicFrameLocks noChangeAspect="1"/>
          </p:cNvGraphicFramePr>
          <p:nvPr/>
        </p:nvGraphicFramePr>
        <p:xfrm>
          <a:off x="3533775" y="4508500"/>
          <a:ext cx="509588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6" name="Equation" r:id="rId16" imgW="4572000" imgH="5791200" progId="Equation.DSMT4">
                  <p:embed/>
                </p:oleObj>
              </mc:Choice>
              <mc:Fallback>
                <p:oleObj name="Equation" r:id="rId16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33775" y="4508500"/>
                        <a:ext cx="509588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" name="Object 27"/>
          <p:cNvGraphicFramePr>
            <a:graphicFrameLocks noChangeAspect="1"/>
          </p:cNvGraphicFramePr>
          <p:nvPr/>
        </p:nvGraphicFramePr>
        <p:xfrm>
          <a:off x="1806576" y="4500564"/>
          <a:ext cx="5762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7" name="Equation" r:id="rId18" imgW="5181600" imgH="5791200" progId="Equation.DSMT4">
                  <p:embed/>
                </p:oleObj>
              </mc:Choice>
              <mc:Fallback>
                <p:oleObj name="Equation" r:id="rId18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6576" y="4500564"/>
                        <a:ext cx="5762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6" name="Object 27"/>
          <p:cNvGraphicFramePr>
            <a:graphicFrameLocks noChangeAspect="1"/>
          </p:cNvGraphicFramePr>
          <p:nvPr/>
        </p:nvGraphicFramePr>
        <p:xfrm>
          <a:off x="6053138" y="2422525"/>
          <a:ext cx="576262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8" name="Equation" r:id="rId20" imgW="5181600" imgH="5791200" progId="Equation.DSMT4">
                  <p:embed/>
                </p:oleObj>
              </mc:Choice>
              <mc:Fallback>
                <p:oleObj name="Equation" r:id="rId20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53138" y="2422525"/>
                        <a:ext cx="576262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7" name="Object 27"/>
          <p:cNvGraphicFramePr>
            <a:graphicFrameLocks noChangeAspect="1"/>
          </p:cNvGraphicFramePr>
          <p:nvPr/>
        </p:nvGraphicFramePr>
        <p:xfrm>
          <a:off x="6889751" y="4510089"/>
          <a:ext cx="5762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29" name="Equation" r:id="rId22" imgW="5181600" imgH="5791200" progId="Equation.DSMT4">
                  <p:embed/>
                </p:oleObj>
              </mc:Choice>
              <mc:Fallback>
                <p:oleObj name="Equation" r:id="rId22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89751" y="4510089"/>
                        <a:ext cx="5762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8" name="Object 27"/>
          <p:cNvGraphicFramePr>
            <a:graphicFrameLocks noChangeAspect="1"/>
          </p:cNvGraphicFramePr>
          <p:nvPr/>
        </p:nvGraphicFramePr>
        <p:xfrm>
          <a:off x="4964114" y="4592639"/>
          <a:ext cx="644525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30" name="Equation" r:id="rId24" imgW="5791200" imgH="5791200" progId="Equation.DSMT4">
                  <p:embed/>
                </p:oleObj>
              </mc:Choice>
              <mc:Fallback>
                <p:oleObj name="Equation" r:id="rId24" imgW="5791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64114" y="4592639"/>
                        <a:ext cx="644525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图片 4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26748" y="2636913"/>
            <a:ext cx="401100" cy="247657"/>
          </a:xfrm>
          <a:prstGeom prst="rect">
            <a:avLst/>
          </a:prstGeom>
        </p:spPr>
      </p:pic>
      <p:pic>
        <p:nvPicPr>
          <p:cNvPr id="74" name="图片 73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53684" y="4526918"/>
            <a:ext cx="401100" cy="247657"/>
          </a:xfrm>
          <a:prstGeom prst="rect">
            <a:avLst/>
          </a:prstGeom>
        </p:spPr>
      </p:pic>
      <p:pic>
        <p:nvPicPr>
          <p:cNvPr id="89" name="图片 88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53684" y="4975036"/>
            <a:ext cx="401100" cy="247657"/>
          </a:xfrm>
          <a:prstGeom prst="rect">
            <a:avLst/>
          </a:prstGeom>
        </p:spPr>
      </p:pic>
      <p:pic>
        <p:nvPicPr>
          <p:cNvPr id="90" name="图片 89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 flipH="1">
            <a:off x="4264026" y="3814944"/>
            <a:ext cx="401100" cy="247657"/>
          </a:xfrm>
          <a:prstGeom prst="rect">
            <a:avLst/>
          </a:prstGeom>
        </p:spPr>
      </p:pic>
      <p:graphicFrame>
        <p:nvGraphicFramePr>
          <p:cNvPr id="91" name="Object 27"/>
          <p:cNvGraphicFramePr>
            <a:graphicFrameLocks noChangeAspect="1"/>
          </p:cNvGraphicFramePr>
          <p:nvPr/>
        </p:nvGraphicFramePr>
        <p:xfrm>
          <a:off x="4254500" y="2130425"/>
          <a:ext cx="508000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31" name="Equation" r:id="rId27" imgW="4572000" imgH="5791200" progId="Equation.DSMT4">
                  <p:embed/>
                </p:oleObj>
              </mc:Choice>
              <mc:Fallback>
                <p:oleObj name="Equation" r:id="rId27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54500" y="2130425"/>
                        <a:ext cx="508000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" name="Object 27"/>
          <p:cNvGraphicFramePr>
            <a:graphicFrameLocks noChangeAspect="1"/>
          </p:cNvGraphicFramePr>
          <p:nvPr/>
        </p:nvGraphicFramePr>
        <p:xfrm>
          <a:off x="4208463" y="4005264"/>
          <a:ext cx="50800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32" name="Equation" r:id="rId29" imgW="4572000" imgH="5791200" progId="Equation.DSMT4">
                  <p:embed/>
                </p:oleObj>
              </mc:Choice>
              <mc:Fallback>
                <p:oleObj name="Equation" r:id="rId29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08463" y="4005264"/>
                        <a:ext cx="50800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4" name="Object 27"/>
          <p:cNvGraphicFramePr>
            <a:graphicFrameLocks noChangeAspect="1"/>
          </p:cNvGraphicFramePr>
          <p:nvPr/>
        </p:nvGraphicFramePr>
        <p:xfrm>
          <a:off x="4030664" y="4610100"/>
          <a:ext cx="496887" cy="547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33" name="Equation" r:id="rId31" imgW="5181600" imgH="5791200" progId="Equation.DSMT4">
                  <p:embed/>
                </p:oleObj>
              </mc:Choice>
              <mc:Fallback>
                <p:oleObj name="Equation" r:id="rId31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0664" y="4610100"/>
                        <a:ext cx="496887" cy="547688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5" name="Object 27"/>
          <p:cNvGraphicFramePr>
            <a:graphicFrameLocks noChangeAspect="1"/>
          </p:cNvGraphicFramePr>
          <p:nvPr/>
        </p:nvGraphicFramePr>
        <p:xfrm>
          <a:off x="4256088" y="3268664"/>
          <a:ext cx="50800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34" name="Equation" r:id="rId33" imgW="4572000" imgH="5791200" progId="Equation.DSMT4">
                  <p:embed/>
                </p:oleObj>
              </mc:Choice>
              <mc:Fallback>
                <p:oleObj name="Equation" r:id="rId33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56088" y="3268664"/>
                        <a:ext cx="50800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6" name="Oval 27"/>
          <p:cNvSpPr>
            <a:spLocks noChangeArrowheads="1"/>
          </p:cNvSpPr>
          <p:nvPr/>
        </p:nvSpPr>
        <p:spPr bwMode="auto">
          <a:xfrm>
            <a:off x="1568798" y="2217390"/>
            <a:ext cx="3335175" cy="3371850"/>
          </a:xfrm>
          <a:prstGeom prst="ellipse">
            <a:avLst/>
          </a:prstGeom>
          <a:noFill/>
          <a:ln w="38100">
            <a:solidFill>
              <a:srgbClr val="00B050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97" name="Object 27"/>
          <p:cNvGraphicFramePr>
            <a:graphicFrameLocks noChangeAspect="1"/>
          </p:cNvGraphicFramePr>
          <p:nvPr/>
        </p:nvGraphicFramePr>
        <p:xfrm>
          <a:off x="7339013" y="6318251"/>
          <a:ext cx="2322512" cy="588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6235" name="Equation" r:id="rId35" imgW="22555200" imgH="5791200" progId="Equation.DSMT4">
                  <p:embed/>
                </p:oleObj>
              </mc:Choice>
              <mc:Fallback>
                <p:oleObj name="Equation" r:id="rId35" imgW="22555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39013" y="6318251"/>
                        <a:ext cx="2322512" cy="58896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83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84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5" name="组合 84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98" name="Picture 8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9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10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11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35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7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4" name="Picture 16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17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18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19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0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21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22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23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24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25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26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27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28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9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30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31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32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33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34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" name="Picture 36" descr="Green and Black Diamond"/>
            <p:cNvPicPr>
              <a:picLocks noChangeAspect="1" noChangeArrowheads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96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Object 30"/>
          <p:cNvGraphicFramePr>
            <a:graphicFrameLocks noChangeAspect="1"/>
          </p:cNvGraphicFramePr>
          <p:nvPr/>
        </p:nvGraphicFramePr>
        <p:xfrm>
          <a:off x="1199456" y="2232378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0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9456" y="2232378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4" name="Text Box 32"/>
          <p:cNvSpPr txBox="1">
            <a:spLocks noChangeArrowheads="1"/>
          </p:cNvSpPr>
          <p:nvPr/>
        </p:nvSpPr>
        <p:spPr bwMode="auto">
          <a:xfrm>
            <a:off x="5640352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2109960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6" name="Line 63"/>
          <p:cNvSpPr>
            <a:spLocks noChangeShapeType="1"/>
          </p:cNvSpPr>
          <p:nvPr/>
        </p:nvSpPr>
        <p:spPr bwMode="auto">
          <a:xfrm>
            <a:off x="2535877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41"/>
          <p:cNvSpPr>
            <a:spLocks noChangeShapeType="1"/>
          </p:cNvSpPr>
          <p:nvPr/>
        </p:nvSpPr>
        <p:spPr bwMode="auto">
          <a:xfrm flipV="1">
            <a:off x="2535877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41"/>
          <p:cNvSpPr>
            <a:spLocks noChangeShapeType="1"/>
          </p:cNvSpPr>
          <p:nvPr/>
        </p:nvSpPr>
        <p:spPr bwMode="auto">
          <a:xfrm flipV="1">
            <a:off x="3582293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1"/>
          <p:cNvSpPr>
            <a:spLocks noChangeShapeType="1"/>
          </p:cNvSpPr>
          <p:nvPr/>
        </p:nvSpPr>
        <p:spPr bwMode="auto">
          <a:xfrm flipV="1">
            <a:off x="1511605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80" name="Object 27"/>
          <p:cNvGraphicFramePr>
            <a:graphicFrameLocks noChangeAspect="1"/>
          </p:cNvGraphicFramePr>
          <p:nvPr/>
        </p:nvGraphicFramePr>
        <p:xfrm>
          <a:off x="8829054" y="3424239"/>
          <a:ext cx="1290637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1" name="Equation" r:id="rId3" imgW="11582400" imgH="5791200" progId="Equation.DSMT4">
                  <p:embed/>
                </p:oleObj>
              </mc:Choice>
              <mc:Fallback>
                <p:oleObj name="Equation" r:id="rId3" imgW="115824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829054" y="3424239"/>
                        <a:ext cx="1290637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" name="Rectangle 6"/>
          <p:cNvSpPr>
            <a:spLocks noChangeArrowheads="1"/>
          </p:cNvSpPr>
          <p:nvPr/>
        </p:nvSpPr>
        <p:spPr bwMode="auto">
          <a:xfrm>
            <a:off x="8127091" y="2862932"/>
            <a:ext cx="307007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线电流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等于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相电流</a:t>
            </a:r>
            <a:endParaRPr kumimoji="1" lang="en-US" altLang="zh-CN" sz="2800" b="1" dirty="0">
              <a:solidFill>
                <a:srgbClr val="FF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2" name="Rectangle 29"/>
          <p:cNvSpPr>
            <a:spLocks noChangeArrowheads="1"/>
          </p:cNvSpPr>
          <p:nvPr/>
        </p:nvSpPr>
        <p:spPr bwMode="auto">
          <a:xfrm>
            <a:off x="7805370" y="2174001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线电流与相电流：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59088" y="2733284"/>
            <a:ext cx="195913" cy="315657"/>
          </a:xfrm>
          <a:prstGeom prst="rect">
            <a:avLst/>
          </a:prstGeom>
        </p:spPr>
      </p:pic>
      <p:pic>
        <p:nvPicPr>
          <p:cNvPr id="73" name="图片 7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V="1">
            <a:off x="5579036" y="2751614"/>
            <a:ext cx="195913" cy="315657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91804" y="4334693"/>
            <a:ext cx="335434" cy="217468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488469" y="4334693"/>
            <a:ext cx="322546" cy="209112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44691" y="4333866"/>
            <a:ext cx="322546" cy="209112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81014" y="4311982"/>
            <a:ext cx="356301" cy="230996"/>
          </a:xfrm>
          <a:prstGeom prst="rect">
            <a:avLst/>
          </a:prstGeom>
        </p:spPr>
      </p:pic>
      <p:graphicFrame>
        <p:nvGraphicFramePr>
          <p:cNvPr id="75" name="Object 27"/>
          <p:cNvGraphicFramePr>
            <a:graphicFrameLocks noChangeAspect="1"/>
          </p:cNvGraphicFramePr>
          <p:nvPr/>
        </p:nvGraphicFramePr>
        <p:xfrm>
          <a:off x="2013844" y="2444750"/>
          <a:ext cx="509587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2" name="Equation" r:id="rId10" imgW="4572000" imgH="5791200" progId="Equation.DSMT4">
                  <p:embed/>
                </p:oleObj>
              </mc:Choice>
              <mc:Fallback>
                <p:oleObj name="Equation" r:id="rId10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13844" y="2444750"/>
                        <a:ext cx="509587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9" name="Object 27"/>
          <p:cNvGraphicFramePr>
            <a:graphicFrameLocks noChangeAspect="1"/>
          </p:cNvGraphicFramePr>
          <p:nvPr/>
        </p:nvGraphicFramePr>
        <p:xfrm>
          <a:off x="3209230" y="4508500"/>
          <a:ext cx="509588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3" name="Equation" r:id="rId12" imgW="4572000" imgH="5791200" progId="Equation.DSMT4">
                  <p:embed/>
                </p:oleObj>
              </mc:Choice>
              <mc:Fallback>
                <p:oleObj name="Equation" r:id="rId12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9230" y="4508500"/>
                        <a:ext cx="509588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" name="Object 27"/>
          <p:cNvGraphicFramePr>
            <a:graphicFrameLocks noChangeAspect="1"/>
          </p:cNvGraphicFramePr>
          <p:nvPr/>
        </p:nvGraphicFramePr>
        <p:xfrm>
          <a:off x="1482031" y="4500564"/>
          <a:ext cx="5762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4" name="Equation" r:id="rId14" imgW="5181600" imgH="5791200" progId="Equation.DSMT4">
                  <p:embed/>
                </p:oleObj>
              </mc:Choice>
              <mc:Fallback>
                <p:oleObj name="Equation" r:id="rId14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2031" y="4500564"/>
                        <a:ext cx="5762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6" name="Object 27"/>
          <p:cNvGraphicFramePr>
            <a:graphicFrameLocks noChangeAspect="1"/>
          </p:cNvGraphicFramePr>
          <p:nvPr/>
        </p:nvGraphicFramePr>
        <p:xfrm>
          <a:off x="5728593" y="2422525"/>
          <a:ext cx="576262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5" name="Equation" r:id="rId16" imgW="5181600" imgH="5791200" progId="Equation.DSMT4">
                  <p:embed/>
                </p:oleObj>
              </mc:Choice>
              <mc:Fallback>
                <p:oleObj name="Equation" r:id="rId16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28593" y="2422525"/>
                        <a:ext cx="576262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7" name="Object 27"/>
          <p:cNvGraphicFramePr>
            <a:graphicFrameLocks noChangeAspect="1"/>
          </p:cNvGraphicFramePr>
          <p:nvPr/>
        </p:nvGraphicFramePr>
        <p:xfrm>
          <a:off x="6565206" y="4510089"/>
          <a:ext cx="5762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6" name="Equation" r:id="rId18" imgW="5181600" imgH="5791200" progId="Equation.DSMT4">
                  <p:embed/>
                </p:oleObj>
              </mc:Choice>
              <mc:Fallback>
                <p:oleObj name="Equation" r:id="rId18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65206" y="4510089"/>
                        <a:ext cx="5762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8" name="Object 27"/>
          <p:cNvGraphicFramePr>
            <a:graphicFrameLocks noChangeAspect="1"/>
          </p:cNvGraphicFramePr>
          <p:nvPr/>
        </p:nvGraphicFramePr>
        <p:xfrm>
          <a:off x="4639569" y="4592639"/>
          <a:ext cx="644525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7" name="Equation" r:id="rId20" imgW="5791200" imgH="5791200" progId="Equation.DSMT4">
                  <p:embed/>
                </p:oleObj>
              </mc:Choice>
              <mc:Fallback>
                <p:oleObj name="Equation" r:id="rId20" imgW="5791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9569" y="4592639"/>
                        <a:ext cx="644525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图片 4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002203" y="2636913"/>
            <a:ext cx="401100" cy="247657"/>
          </a:xfrm>
          <a:prstGeom prst="rect">
            <a:avLst/>
          </a:prstGeom>
        </p:spPr>
      </p:pic>
      <p:pic>
        <p:nvPicPr>
          <p:cNvPr id="74" name="图片 73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929139" y="4526918"/>
            <a:ext cx="401100" cy="247657"/>
          </a:xfrm>
          <a:prstGeom prst="rect">
            <a:avLst/>
          </a:prstGeom>
        </p:spPr>
      </p:pic>
      <p:pic>
        <p:nvPicPr>
          <p:cNvPr id="89" name="图片 88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929139" y="4975036"/>
            <a:ext cx="401100" cy="247657"/>
          </a:xfrm>
          <a:prstGeom prst="rect">
            <a:avLst/>
          </a:prstGeom>
        </p:spPr>
      </p:pic>
      <p:pic>
        <p:nvPicPr>
          <p:cNvPr id="90" name="图片 89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 flipH="1">
            <a:off x="3939481" y="3814944"/>
            <a:ext cx="401100" cy="247657"/>
          </a:xfrm>
          <a:prstGeom prst="rect">
            <a:avLst/>
          </a:prstGeom>
        </p:spPr>
      </p:pic>
      <p:graphicFrame>
        <p:nvGraphicFramePr>
          <p:cNvPr id="91" name="Object 27"/>
          <p:cNvGraphicFramePr>
            <a:graphicFrameLocks noChangeAspect="1"/>
          </p:cNvGraphicFramePr>
          <p:nvPr/>
        </p:nvGraphicFramePr>
        <p:xfrm>
          <a:off x="3929955" y="2130425"/>
          <a:ext cx="508000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8" name="Equation" r:id="rId23" imgW="4572000" imgH="5791200" progId="Equation.DSMT4">
                  <p:embed/>
                </p:oleObj>
              </mc:Choice>
              <mc:Fallback>
                <p:oleObj name="Equation" r:id="rId23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29955" y="2130425"/>
                        <a:ext cx="508000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" name="Object 27"/>
          <p:cNvGraphicFramePr>
            <a:graphicFrameLocks noChangeAspect="1"/>
          </p:cNvGraphicFramePr>
          <p:nvPr/>
        </p:nvGraphicFramePr>
        <p:xfrm>
          <a:off x="3883918" y="4005264"/>
          <a:ext cx="50800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19" name="Equation" r:id="rId25" imgW="4572000" imgH="5791200" progId="Equation.DSMT4">
                  <p:embed/>
                </p:oleObj>
              </mc:Choice>
              <mc:Fallback>
                <p:oleObj name="Equation" r:id="rId25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83918" y="4005264"/>
                        <a:ext cx="50800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4" name="Object 27"/>
          <p:cNvGraphicFramePr>
            <a:graphicFrameLocks noChangeAspect="1"/>
          </p:cNvGraphicFramePr>
          <p:nvPr/>
        </p:nvGraphicFramePr>
        <p:xfrm>
          <a:off x="3706119" y="4610100"/>
          <a:ext cx="496887" cy="547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20" name="Equation" r:id="rId27" imgW="5181600" imgH="5791200" progId="Equation.DSMT4">
                  <p:embed/>
                </p:oleObj>
              </mc:Choice>
              <mc:Fallback>
                <p:oleObj name="Equation" r:id="rId27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06119" y="4610100"/>
                        <a:ext cx="496887" cy="547688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5" name="Object 27"/>
          <p:cNvGraphicFramePr>
            <a:graphicFrameLocks noChangeAspect="1"/>
          </p:cNvGraphicFramePr>
          <p:nvPr/>
        </p:nvGraphicFramePr>
        <p:xfrm>
          <a:off x="3931543" y="3268664"/>
          <a:ext cx="50800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4421" name="Equation" r:id="rId29" imgW="4572000" imgH="5791200" progId="Equation.DSMT4">
                  <p:embed/>
                </p:oleObj>
              </mc:Choice>
              <mc:Fallback>
                <p:oleObj name="Equation" r:id="rId29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31543" y="3268664"/>
                        <a:ext cx="50800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6" name="Rectangle 3"/>
          <p:cNvSpPr txBox="1">
            <a:spLocks noChangeArrowheads="1"/>
          </p:cNvSpPr>
          <p:nvPr/>
        </p:nvSpPr>
        <p:spPr>
          <a:xfrm>
            <a:off x="1919537" y="6141002"/>
            <a:ext cx="7704856" cy="647325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3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当电源和负载是星形联结时，</a:t>
            </a:r>
            <a:r>
              <a:rPr lang="zh-CN" altLang="en-US" b="1" kern="0" dirty="0">
                <a:solidFill>
                  <a:srgbClr val="FF0000"/>
                </a:solidFill>
                <a:latin typeface="宋体" panose="02010600030101010101" pitchFamily="2" charset="-122"/>
                <a:ea typeface="楷体_GB2312"/>
              </a:rPr>
              <a:t>线电流等于相电流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77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82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3" name="组合 82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84" name="Picture 8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9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0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1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9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0" name="Picture 16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17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18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19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0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1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2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3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4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25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26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27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28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29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0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1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32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33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34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35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36" descr="Green and Black Diamond"/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7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33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  <a:ea typeface="楷体_GB2312"/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2" grpId="0"/>
      <p:bldP spid="96" grpId="0" animBg="1"/>
      <p:bldP spid="137" grpId="0" animBg="1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4" name="Object 30"/>
          <p:cNvGraphicFramePr>
            <a:graphicFrameLocks noChangeAspect="1"/>
          </p:cNvGraphicFramePr>
          <p:nvPr/>
        </p:nvGraphicFramePr>
        <p:xfrm>
          <a:off x="1199456" y="2250020"/>
          <a:ext cx="5903913" cy="301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5705" name="Visio" r:id="rId1" imgW="2305050" imgH="1178560" progId="Visio.Drawing.11">
                  <p:embed/>
                </p:oleObj>
              </mc:Choice>
              <mc:Fallback>
                <p:oleObj name="Visio" r:id="rId1" imgW="2305050" imgH="11785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9456" y="2250020"/>
                        <a:ext cx="5903913" cy="301466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4" name="Text Box 32"/>
          <p:cNvSpPr txBox="1">
            <a:spLocks noChangeArrowheads="1"/>
          </p:cNvSpPr>
          <p:nvPr/>
        </p:nvSpPr>
        <p:spPr bwMode="auto">
          <a:xfrm>
            <a:off x="5654286" y="3568603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N’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2123894" y="3527701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00B0F0"/>
                </a:solidFill>
              </a:rPr>
              <a:t>N</a:t>
            </a:r>
            <a:endParaRPr lang="en-US" altLang="zh-CN" sz="2800" b="1" kern="0" dirty="0">
              <a:solidFill>
                <a:srgbClr val="00B0F0"/>
              </a:solidFill>
            </a:endParaRPr>
          </a:p>
        </p:txBody>
      </p:sp>
      <p:sp>
        <p:nvSpPr>
          <p:cNvPr id="46" name="Line 63"/>
          <p:cNvSpPr>
            <a:spLocks noChangeShapeType="1"/>
          </p:cNvSpPr>
          <p:nvPr/>
        </p:nvSpPr>
        <p:spPr bwMode="auto">
          <a:xfrm>
            <a:off x="2549811" y="3933056"/>
            <a:ext cx="3131726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41"/>
          <p:cNvSpPr>
            <a:spLocks noChangeShapeType="1"/>
          </p:cNvSpPr>
          <p:nvPr/>
        </p:nvSpPr>
        <p:spPr bwMode="auto">
          <a:xfrm flipV="1">
            <a:off x="2549811" y="275835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" name="Line 41"/>
          <p:cNvSpPr>
            <a:spLocks noChangeShapeType="1"/>
          </p:cNvSpPr>
          <p:nvPr/>
        </p:nvSpPr>
        <p:spPr bwMode="auto">
          <a:xfrm flipV="1">
            <a:off x="3596227" y="4635183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1"/>
          <p:cNvSpPr>
            <a:spLocks noChangeShapeType="1"/>
          </p:cNvSpPr>
          <p:nvPr/>
        </p:nvSpPr>
        <p:spPr bwMode="auto">
          <a:xfrm flipV="1">
            <a:off x="1525539" y="5114501"/>
            <a:ext cx="3131726" cy="1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1" name="Rectangle 29"/>
          <p:cNvSpPr>
            <a:spLocks noChangeArrowheads="1"/>
          </p:cNvSpPr>
          <p:nvPr/>
        </p:nvSpPr>
        <p:spPr bwMode="auto">
          <a:xfrm>
            <a:off x="7805370" y="2174001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线电压与相电压：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82" name="Object 16"/>
          <p:cNvGraphicFramePr>
            <a:graphicFrameLocks noChangeAspect="1"/>
          </p:cNvGraphicFramePr>
          <p:nvPr/>
        </p:nvGraphicFramePr>
        <p:xfrm>
          <a:off x="8217866" y="3419476"/>
          <a:ext cx="3101975" cy="183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5706" name="Equation" r:id="rId3" imgW="29870400" imgH="17678400" progId="Equation.DSMT4">
                  <p:embed/>
                </p:oleObj>
              </mc:Choice>
              <mc:Fallback>
                <p:oleObj name="Equation" r:id="rId3" imgW="29870400" imgH="176784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17866" y="3419476"/>
                        <a:ext cx="3101975" cy="18319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0" name="Rectangle 7"/>
          <p:cNvSpPr>
            <a:spLocks noChangeArrowheads="1"/>
          </p:cNvSpPr>
          <p:nvPr/>
        </p:nvSpPr>
        <p:spPr bwMode="auto">
          <a:xfrm>
            <a:off x="8284079" y="2837880"/>
            <a:ext cx="2382837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根据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KVL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定律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72" name="Rectangle 4"/>
          <p:cNvSpPr>
            <a:spLocks noChangeArrowheads="1"/>
          </p:cNvSpPr>
          <p:nvPr/>
        </p:nvSpPr>
        <p:spPr bwMode="auto">
          <a:xfrm>
            <a:off x="989212" y="980728"/>
            <a:ext cx="60798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3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6" name="Picture 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1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1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0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6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3" name="Picture 1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1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1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3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3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3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10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1" name="Rectangle 29"/>
          <p:cNvSpPr>
            <a:spLocks noChangeArrowheads="1"/>
          </p:cNvSpPr>
          <p:nvPr/>
        </p:nvSpPr>
        <p:spPr bwMode="auto">
          <a:xfrm>
            <a:off x="1127448" y="2149178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线电压与相电压：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" name="Rectangle 18"/>
          <p:cNvSpPr>
            <a:spLocks noChangeArrowheads="1"/>
          </p:cNvSpPr>
          <p:nvPr/>
        </p:nvSpPr>
        <p:spPr bwMode="auto">
          <a:xfrm>
            <a:off x="6443092" y="1888433"/>
            <a:ext cx="5197524" cy="1057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宋体" panose="02010600030101010101" pitchFamily="2" charset="-122"/>
              </a:rPr>
              <a:t>如果电源相电压是三相对称的，则有</a:t>
            </a:r>
            <a:endParaRPr lang="zh-CN" altLang="en-US" sz="2800" dirty="0">
              <a:latin typeface="宋体" panose="02010600030101010101" pitchFamily="2" charset="-122"/>
            </a:endParaRPr>
          </a:p>
        </p:txBody>
      </p:sp>
      <p:sp>
        <p:nvSpPr>
          <p:cNvPr id="76" name="Text Box 10"/>
          <p:cNvSpPr txBox="1">
            <a:spLocks noChangeArrowheads="1"/>
          </p:cNvSpPr>
          <p:nvPr/>
        </p:nvSpPr>
        <p:spPr bwMode="auto">
          <a:xfrm>
            <a:off x="8407075" y="4462859"/>
            <a:ext cx="103663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/>
              <a:t> 30°</a:t>
            </a:r>
            <a:endParaRPr lang="en-US" altLang="zh-CN" sz="2800" b="1" dirty="0"/>
          </a:p>
        </p:txBody>
      </p:sp>
      <p:sp>
        <p:nvSpPr>
          <p:cNvPr id="80" name="Line 14"/>
          <p:cNvSpPr>
            <a:spLocks noChangeShapeType="1"/>
          </p:cNvSpPr>
          <p:nvPr/>
        </p:nvSpPr>
        <p:spPr bwMode="auto">
          <a:xfrm rot="18113207" flipV="1">
            <a:off x="9219207" y="4265637"/>
            <a:ext cx="1463675" cy="1588"/>
          </a:xfrm>
          <a:prstGeom prst="line">
            <a:avLst/>
          </a:prstGeom>
          <a:noFill/>
          <a:ln w="38100">
            <a:solidFill>
              <a:srgbClr val="00B050"/>
            </a:solidFill>
            <a:prstDash val="dash"/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4" name="Rectangle 8"/>
          <p:cNvSpPr>
            <a:spLocks noChangeArrowheads="1"/>
          </p:cNvSpPr>
          <p:nvPr/>
        </p:nvSpPr>
        <p:spPr bwMode="auto">
          <a:xfrm>
            <a:off x="1553618" y="4847159"/>
            <a:ext cx="23272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/>
              <a:t>由相量图可得</a:t>
            </a:r>
            <a:endParaRPr lang="zh-CN" altLang="en-US" sz="2800" b="1" dirty="0"/>
          </a:p>
        </p:txBody>
      </p:sp>
      <p:grpSp>
        <p:nvGrpSpPr>
          <p:cNvPr id="5" name="组合 4"/>
          <p:cNvGrpSpPr/>
          <p:nvPr/>
        </p:nvGrpSpPr>
        <p:grpSpPr>
          <a:xfrm>
            <a:off x="6672064" y="3129533"/>
            <a:ext cx="3413125" cy="3107779"/>
            <a:chOff x="4494213" y="1599679"/>
            <a:chExt cx="3413125" cy="3107779"/>
          </a:xfrm>
        </p:grpSpPr>
        <p:sp>
          <p:nvSpPr>
            <p:cNvPr id="87" name="Line 19"/>
            <p:cNvSpPr>
              <a:spLocks noChangeShapeType="1"/>
            </p:cNvSpPr>
            <p:nvPr/>
          </p:nvSpPr>
          <p:spPr bwMode="auto">
            <a:xfrm rot="7106826" flipV="1">
              <a:off x="4832350" y="3974827"/>
              <a:ext cx="1463675" cy="15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8" name="Line 20"/>
            <p:cNvSpPr>
              <a:spLocks noChangeShapeType="1"/>
            </p:cNvSpPr>
            <p:nvPr/>
          </p:nvSpPr>
          <p:spPr bwMode="auto">
            <a:xfrm rot="14282560" flipV="1">
              <a:off x="4792663" y="2755627"/>
              <a:ext cx="1463675" cy="15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9" name="Line 21"/>
            <p:cNvSpPr>
              <a:spLocks noChangeShapeType="1"/>
            </p:cNvSpPr>
            <p:nvPr/>
          </p:nvSpPr>
          <p:spPr bwMode="auto">
            <a:xfrm flipV="1">
              <a:off x="5908675" y="3373165"/>
              <a:ext cx="146526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11" name="Object 18"/>
            <p:cNvGraphicFramePr>
              <a:graphicFrameLocks noChangeAspect="1"/>
            </p:cNvGraphicFramePr>
            <p:nvPr/>
          </p:nvGraphicFramePr>
          <p:xfrm>
            <a:off x="7132638" y="3389313"/>
            <a:ext cx="7747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1770" name="Equation" r:id="rId1" imgW="7010400" imgH="5791200" progId="Equation.DSMT4">
                    <p:embed/>
                  </p:oleObj>
                </mc:Choice>
                <mc:Fallback>
                  <p:oleObj name="Equation" r:id="rId1" imgW="7010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32638" y="3389313"/>
                          <a:ext cx="7747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" name="Object 18"/>
            <p:cNvGraphicFramePr>
              <a:graphicFrameLocks noChangeAspect="1"/>
            </p:cNvGraphicFramePr>
            <p:nvPr/>
          </p:nvGraphicFramePr>
          <p:xfrm>
            <a:off x="4767261" y="1599679"/>
            <a:ext cx="84137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1771" name="Equation" r:id="rId3" imgW="7620000" imgH="5791200" progId="Equation.DSMT4">
                    <p:embed/>
                  </p:oleObj>
                </mc:Choice>
                <mc:Fallback>
                  <p:oleObj name="Equation" r:id="rId3" imgW="7620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67261" y="1599679"/>
                          <a:ext cx="84137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3" name="Object 18"/>
            <p:cNvGraphicFramePr>
              <a:graphicFrameLocks noChangeAspect="1"/>
            </p:cNvGraphicFramePr>
            <p:nvPr/>
          </p:nvGraphicFramePr>
          <p:xfrm>
            <a:off x="4494213" y="4043363"/>
            <a:ext cx="7747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1772" name="Equation" r:id="rId5" imgW="7010400" imgH="5791200" progId="Equation.DSMT4">
                    <p:embed/>
                  </p:oleObj>
                </mc:Choice>
                <mc:Fallback>
                  <p:oleObj name="Equation" r:id="rId5" imgW="7010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494213" y="4043363"/>
                          <a:ext cx="7747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" name="组合 5"/>
          <p:cNvGrpSpPr/>
          <p:nvPr/>
        </p:nvGrpSpPr>
        <p:grpSpPr>
          <a:xfrm>
            <a:off x="8456414" y="3133228"/>
            <a:ext cx="1011237" cy="1869008"/>
            <a:chOff x="6278563" y="1603375"/>
            <a:chExt cx="1011237" cy="1869008"/>
          </a:xfrm>
        </p:grpSpPr>
        <p:sp>
          <p:nvSpPr>
            <p:cNvPr id="78" name="Line 12"/>
            <p:cNvSpPr>
              <a:spLocks noChangeShapeType="1"/>
            </p:cNvSpPr>
            <p:nvPr/>
          </p:nvSpPr>
          <p:spPr bwMode="auto">
            <a:xfrm rot="18113207" flipV="1">
              <a:off x="5582047" y="2739752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19" name="Object 18"/>
            <p:cNvGraphicFramePr>
              <a:graphicFrameLocks noChangeAspect="1"/>
            </p:cNvGraphicFramePr>
            <p:nvPr/>
          </p:nvGraphicFramePr>
          <p:xfrm>
            <a:off x="6278563" y="1603375"/>
            <a:ext cx="1011237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1773" name="Equation" r:id="rId7" imgW="9144000" imgH="5791200" progId="Equation.DSMT4">
                    <p:embed/>
                  </p:oleObj>
                </mc:Choice>
                <mc:Fallback>
                  <p:oleObj name="Equation" r:id="rId7" imgW="9144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278563" y="1603375"/>
                          <a:ext cx="1011237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" name="组合 6"/>
          <p:cNvGrpSpPr/>
          <p:nvPr/>
        </p:nvGrpSpPr>
        <p:grpSpPr>
          <a:xfrm>
            <a:off x="8089699" y="3094806"/>
            <a:ext cx="2813050" cy="1805037"/>
            <a:chOff x="5911849" y="1564952"/>
            <a:chExt cx="2813050" cy="1805037"/>
          </a:xfrm>
        </p:grpSpPr>
        <p:sp>
          <p:nvSpPr>
            <p:cNvPr id="84" name="Line 16"/>
            <p:cNvSpPr>
              <a:spLocks noChangeShapeType="1"/>
            </p:cNvSpPr>
            <p:nvPr/>
          </p:nvSpPr>
          <p:spPr bwMode="auto">
            <a:xfrm flipV="1">
              <a:off x="5911849" y="2115864"/>
              <a:ext cx="2241550" cy="12541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23" name="Object 18"/>
            <p:cNvGraphicFramePr>
              <a:graphicFrameLocks noChangeAspect="1"/>
            </p:cNvGraphicFramePr>
            <p:nvPr/>
          </p:nvGraphicFramePr>
          <p:xfrm>
            <a:off x="7950199" y="1564952"/>
            <a:ext cx="7747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1774" name="Equation" r:id="rId9" imgW="7010400" imgH="5791200" progId="Equation.DSMT4">
                    <p:embed/>
                  </p:oleObj>
                </mc:Choice>
                <mc:Fallback>
                  <p:oleObj name="Equation" r:id="rId9" imgW="7010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950199" y="1564952"/>
                          <a:ext cx="7747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" name="组合 7"/>
          <p:cNvGrpSpPr/>
          <p:nvPr/>
        </p:nvGrpSpPr>
        <p:grpSpPr>
          <a:xfrm>
            <a:off x="1586632" y="5493792"/>
            <a:ext cx="2997200" cy="671512"/>
            <a:chOff x="174613" y="5110873"/>
            <a:chExt cx="2997200" cy="671512"/>
          </a:xfrm>
        </p:grpSpPr>
        <p:grpSp>
          <p:nvGrpSpPr>
            <p:cNvPr id="97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9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9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24" name="Object 18"/>
            <p:cNvGraphicFramePr>
              <a:graphicFrameLocks noChangeAspect="1"/>
            </p:cNvGraphicFramePr>
            <p:nvPr/>
          </p:nvGraphicFramePr>
          <p:xfrm>
            <a:off x="174613" y="5110873"/>
            <a:ext cx="2997200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1775" name="Equation" r:id="rId11" imgW="27127200" imgH="6096000" progId="Equation.DSMT4">
                    <p:embed/>
                  </p:oleObj>
                </mc:Choice>
                <mc:Fallback>
                  <p:oleObj name="Equation" r:id="rId11" imgW="271272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4613" y="5110873"/>
                          <a:ext cx="2997200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25" name="Object 16"/>
          <p:cNvGraphicFramePr>
            <a:graphicFrameLocks noChangeAspect="1"/>
          </p:cNvGraphicFramePr>
          <p:nvPr/>
        </p:nvGraphicFramePr>
        <p:xfrm>
          <a:off x="1625873" y="2781301"/>
          <a:ext cx="3101975" cy="183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1776" name="Equation" r:id="rId13" imgW="29870400" imgH="17678400" progId="Equation.DSMT4">
                  <p:embed/>
                </p:oleObj>
              </mc:Choice>
              <mc:Fallback>
                <p:oleObj name="Equation" r:id="rId13" imgW="29870400" imgH="176784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25873" y="2781301"/>
                        <a:ext cx="3101975" cy="18319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3" name="直接连接符 2"/>
          <p:cNvCxnSpPr/>
          <p:nvPr/>
        </p:nvCxnSpPr>
        <p:spPr bwMode="auto">
          <a:xfrm flipH="1" flipV="1">
            <a:off x="9203007" y="4293095"/>
            <a:ext cx="360774" cy="595154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C0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73" name="Object 18"/>
          <p:cNvGraphicFramePr>
            <a:graphicFrameLocks noChangeAspect="1"/>
          </p:cNvGraphicFramePr>
          <p:nvPr/>
        </p:nvGraphicFramePr>
        <p:xfrm>
          <a:off x="8865752" y="3823195"/>
          <a:ext cx="493712" cy="468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1777" name="Equation" r:id="rId15" imgW="5791200" imgH="5486400" progId="Equation.DSMT4">
                  <p:embed/>
                </p:oleObj>
              </mc:Choice>
              <mc:Fallback>
                <p:oleObj name="Equation" r:id="rId15" imgW="5791200" imgH="54864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865752" y="3823195"/>
                        <a:ext cx="493712" cy="468312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1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7" name="Picture 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1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1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3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6" name="Picture 1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17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2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3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4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5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7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2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3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34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35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3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6" grpId="0" autoUpdateAnimBg="0"/>
      <p:bldP spid="94" grpId="0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133" name="Object 21"/>
          <p:cNvGraphicFramePr>
            <a:graphicFrameLocks noChangeAspect="1"/>
          </p:cNvGraphicFramePr>
          <p:nvPr/>
        </p:nvGraphicFramePr>
        <p:xfrm>
          <a:off x="7196137" y="1204401"/>
          <a:ext cx="3508375" cy="3009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1770" name="Visio" r:id="rId1" imgW="2240915" imgH="1906270" progId="Visio.Drawing.11">
                  <p:embed/>
                </p:oleObj>
              </mc:Choice>
              <mc:Fallback>
                <p:oleObj name="Visio" r:id="rId1" imgW="2240915" imgH="1906270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96137" y="1204401"/>
                        <a:ext cx="3508375" cy="3009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5" name="Object 21"/>
          <p:cNvGraphicFramePr>
            <a:graphicFrameLocks noChangeAspect="1"/>
          </p:cNvGraphicFramePr>
          <p:nvPr/>
        </p:nvGraphicFramePr>
        <p:xfrm>
          <a:off x="7875868" y="4621932"/>
          <a:ext cx="2368550" cy="1903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1771" name="Visio" r:id="rId3" imgW="1519555" imgH="1217295" progId="Visio.Drawing.11">
                  <p:embed/>
                </p:oleObj>
              </mc:Choice>
              <mc:Fallback>
                <p:oleObj name="Visio" r:id="rId3" imgW="1519555" imgH="1217295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75868" y="4621932"/>
                        <a:ext cx="2368550" cy="19034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5" name="组合 144"/>
          <p:cNvGrpSpPr/>
          <p:nvPr/>
        </p:nvGrpSpPr>
        <p:grpSpPr>
          <a:xfrm>
            <a:off x="1689050" y="2636838"/>
            <a:ext cx="2997200" cy="671512"/>
            <a:chOff x="174583" y="5111370"/>
            <a:chExt cx="2997200" cy="671512"/>
          </a:xfrm>
        </p:grpSpPr>
        <p:grpSp>
          <p:nvGrpSpPr>
            <p:cNvPr id="146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14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47" name="Object 18"/>
            <p:cNvGraphicFramePr>
              <a:graphicFrameLocks noChangeAspect="1"/>
            </p:cNvGraphicFramePr>
            <p:nvPr/>
          </p:nvGraphicFramePr>
          <p:xfrm>
            <a:off x="174583" y="5111370"/>
            <a:ext cx="2997200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1772" name="Equation" r:id="rId5" imgW="27127200" imgH="6096000" progId="Equation.DSMT4">
                    <p:embed/>
                  </p:oleObj>
                </mc:Choice>
                <mc:Fallback>
                  <p:oleObj name="Equation" r:id="rId5" imgW="271272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4583" y="5111370"/>
                          <a:ext cx="2997200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0" name="组合 149"/>
          <p:cNvGrpSpPr/>
          <p:nvPr/>
        </p:nvGrpSpPr>
        <p:grpSpPr>
          <a:xfrm>
            <a:off x="1666825" y="4001541"/>
            <a:ext cx="3065462" cy="671513"/>
            <a:chOff x="139176" y="5110565"/>
            <a:chExt cx="3065462" cy="671513"/>
          </a:xfrm>
        </p:grpSpPr>
        <p:grpSp>
          <p:nvGrpSpPr>
            <p:cNvPr id="151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153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52" name="Object 18"/>
            <p:cNvGraphicFramePr>
              <a:graphicFrameLocks noChangeAspect="1"/>
            </p:cNvGraphicFramePr>
            <p:nvPr/>
          </p:nvGraphicFramePr>
          <p:xfrm>
            <a:off x="139176" y="5110565"/>
            <a:ext cx="3065462" cy="671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1773" name="Equation" r:id="rId7" imgW="27736800" imgH="6096000" progId="Equation.DSMT4">
                    <p:embed/>
                  </p:oleObj>
                </mc:Choice>
                <mc:Fallback>
                  <p:oleObj name="Equation" r:id="rId7" imgW="277368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9176" y="5110565"/>
                          <a:ext cx="3065462" cy="6715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5" name="组合 154"/>
          <p:cNvGrpSpPr/>
          <p:nvPr/>
        </p:nvGrpSpPr>
        <p:grpSpPr>
          <a:xfrm>
            <a:off x="1619201" y="4727599"/>
            <a:ext cx="3132137" cy="671513"/>
            <a:chOff x="57762" y="5100842"/>
            <a:chExt cx="3132137" cy="671513"/>
          </a:xfrm>
        </p:grpSpPr>
        <p:grpSp>
          <p:nvGrpSpPr>
            <p:cNvPr id="156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15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9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57" name="Object 18"/>
            <p:cNvGraphicFramePr>
              <a:graphicFrameLocks noChangeAspect="1"/>
            </p:cNvGraphicFramePr>
            <p:nvPr/>
          </p:nvGraphicFramePr>
          <p:xfrm>
            <a:off x="57762" y="5100842"/>
            <a:ext cx="3132137" cy="671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1774" name="Equation" r:id="rId9" imgW="28346400" imgH="6096000" progId="Equation.DSMT4">
                    <p:embed/>
                  </p:oleObj>
                </mc:Choice>
                <mc:Fallback>
                  <p:oleObj name="Equation" r:id="rId9" imgW="283464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7762" y="5100842"/>
                          <a:ext cx="3132137" cy="6715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9" name="Rectangle 20"/>
          <p:cNvSpPr>
            <a:spLocks noChangeArrowheads="1"/>
          </p:cNvSpPr>
          <p:nvPr/>
        </p:nvSpPr>
        <p:spPr bwMode="auto">
          <a:xfrm>
            <a:off x="1589220" y="3374648"/>
            <a:ext cx="2178149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根据对称性：</a:t>
            </a:r>
            <a:r>
              <a:rPr lang="zh-CN" altLang="en-US" sz="280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dirty="0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2462163" y="5709815"/>
            <a:ext cx="2625725" cy="671513"/>
            <a:chOff x="559022" y="5160773"/>
            <a:chExt cx="2625725" cy="671513"/>
          </a:xfrm>
        </p:grpSpPr>
        <p:grpSp>
          <p:nvGrpSpPr>
            <p:cNvPr id="72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74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5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73" name="Object 18"/>
            <p:cNvGraphicFramePr>
              <a:graphicFrameLocks noChangeAspect="1"/>
            </p:cNvGraphicFramePr>
            <p:nvPr/>
          </p:nvGraphicFramePr>
          <p:xfrm>
            <a:off x="559022" y="5160773"/>
            <a:ext cx="2625725" cy="671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1775" name="Equation" r:id="rId11" imgW="23774400" imgH="6096000" progId="Equation.DSMT4">
                    <p:embed/>
                  </p:oleObj>
                </mc:Choice>
                <mc:Fallback>
                  <p:oleObj name="Equation" r:id="rId11" imgW="237744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59022" y="5160773"/>
                          <a:ext cx="2625725" cy="6715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6" name="AutoShape 24"/>
          <p:cNvSpPr>
            <a:spLocks noChangeArrowheads="1"/>
          </p:cNvSpPr>
          <p:nvPr/>
        </p:nvSpPr>
        <p:spPr bwMode="auto">
          <a:xfrm>
            <a:off x="1674000" y="5881415"/>
            <a:ext cx="597877" cy="332643"/>
          </a:xfrm>
          <a:prstGeom prst="rightArrow">
            <a:avLst>
              <a:gd name="adj1" fmla="val 50000"/>
              <a:gd name="adj2" fmla="val 4493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/>
          </a:p>
        </p:txBody>
      </p:sp>
      <p:sp>
        <p:nvSpPr>
          <p:cNvPr id="77" name="Rectangle 29"/>
          <p:cNvSpPr>
            <a:spLocks noChangeArrowheads="1"/>
          </p:cNvSpPr>
          <p:nvPr/>
        </p:nvSpPr>
        <p:spPr bwMode="auto">
          <a:xfrm>
            <a:off x="1127448" y="2149178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线电压与相电压：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9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0" name="组合 79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82" name="Picture 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1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6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9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7" name="Picture 1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1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1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1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3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3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3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  <p:bldP spid="7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39" name="Rectangle 3"/>
          <p:cNvSpPr txBox="1">
            <a:spLocks noChangeArrowheads="1"/>
          </p:cNvSpPr>
          <p:nvPr/>
        </p:nvSpPr>
        <p:spPr>
          <a:xfrm>
            <a:off x="1940124" y="5712376"/>
            <a:ext cx="9772500" cy="1101001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当星形联结的电源对称时，</a:t>
            </a:r>
            <a:r>
              <a:rPr lang="zh-CN" altLang="en-US" b="1" kern="0" dirty="0">
                <a:solidFill>
                  <a:srgbClr val="FF0000"/>
                </a:solidFill>
                <a:latin typeface="宋体" panose="02010600030101010101" pitchFamily="2" charset="-122"/>
                <a:ea typeface="楷体_GB2312"/>
              </a:rPr>
              <a:t>线电压超前相电压</a:t>
            </a:r>
            <a:r>
              <a:rPr lang="en-US" altLang="zh-CN" b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30º</a:t>
            </a: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，线电压的有效值</a:t>
            </a:r>
            <a:r>
              <a:rPr lang="en-US" altLang="zh-CN" b="1" i="1" kern="0" dirty="0">
                <a:solidFill>
                  <a:srgbClr val="0000FF"/>
                </a:solidFill>
                <a:latin typeface="Times New Roman" panose="02020603050405020304" pitchFamily="18" charset="0"/>
                <a:ea typeface="楷体_GB2312"/>
              </a:rPr>
              <a:t>U</a:t>
            </a:r>
            <a:r>
              <a:rPr lang="en-US" altLang="zh-CN" b="1" kern="0" baseline="-25000" dirty="0">
                <a:solidFill>
                  <a:srgbClr val="0000FF"/>
                </a:solidFill>
                <a:latin typeface="Times New Roman" panose="02020603050405020304" pitchFamily="18" charset="0"/>
                <a:ea typeface="楷体_GB2312"/>
              </a:rPr>
              <a:t>L</a:t>
            </a: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是相电压有效值</a:t>
            </a:r>
            <a:r>
              <a:rPr lang="en-US" altLang="zh-CN" b="1" i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U</a:t>
            </a:r>
            <a:r>
              <a:rPr lang="en-US" altLang="zh-CN" b="1" kern="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P</a:t>
            </a: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的</a:t>
            </a:r>
            <a:r>
              <a:rPr lang="zh-CN" altLang="en-US" b="1" kern="0" dirty="0">
                <a:solidFill>
                  <a:srgbClr val="FF0000"/>
                </a:solidFill>
                <a:ea typeface="楷体_GB2312"/>
              </a:rPr>
              <a:t>√</a:t>
            </a:r>
            <a:r>
              <a:rPr lang="zh-CN" altLang="en-US" b="1" kern="0" dirty="0">
                <a:solidFill>
                  <a:srgbClr val="FF0000"/>
                </a:solidFill>
                <a:ea typeface="楷体_GB2312"/>
                <a:sym typeface="MS Reference Specialty" panose="05000500000000000000" pitchFamily="2" charset="2"/>
              </a:rPr>
              <a:t> </a:t>
            </a:r>
            <a:r>
              <a:rPr lang="zh-CN" altLang="en-US" b="1" kern="0" dirty="0">
                <a:solidFill>
                  <a:srgbClr val="FF0000"/>
                </a:solidFill>
                <a:latin typeface="宋体" panose="02010600030101010101" pitchFamily="2" charset="-122"/>
                <a:ea typeface="楷体_GB2312"/>
              </a:rPr>
              <a:t>倍</a:t>
            </a: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，三相</a:t>
            </a:r>
            <a:r>
              <a:rPr kumimoji="1"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  <a:cs typeface="Times New Roman" panose="02020603050405020304" pitchFamily="18" charset="0"/>
              </a:rPr>
              <a:t>线电压也是对称的</a:t>
            </a:r>
            <a:endParaRPr lang="zh-CN" altLang="en-US" b="1" kern="0" dirty="0">
              <a:solidFill>
                <a:schemeClr val="tx1"/>
              </a:solidFill>
              <a:latin typeface="宋体" panose="02010600030101010101" pitchFamily="2" charset="-122"/>
              <a:ea typeface="楷体_GB231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2184005" y="2711821"/>
            <a:ext cx="2625725" cy="671513"/>
            <a:chOff x="559023" y="5161056"/>
            <a:chExt cx="2625725" cy="671513"/>
          </a:xfrm>
        </p:grpSpPr>
        <p:grpSp>
          <p:nvGrpSpPr>
            <p:cNvPr id="161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163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62" name="Object 18"/>
            <p:cNvGraphicFramePr>
              <a:graphicFrameLocks noChangeAspect="1"/>
            </p:cNvGraphicFramePr>
            <p:nvPr/>
          </p:nvGraphicFramePr>
          <p:xfrm>
            <a:off x="559023" y="5161056"/>
            <a:ext cx="2625725" cy="671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5982" name="Equation" r:id="rId2" imgW="23774400" imgH="6096000" progId="Equation.DSMT4">
                    <p:embed/>
                  </p:oleObj>
                </mc:Choice>
                <mc:Fallback>
                  <p:oleObj name="Equation" r:id="rId2" imgW="237744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59023" y="5161056"/>
                          <a:ext cx="2625725" cy="6715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1" name="Rectangle 2"/>
          <p:cNvSpPr>
            <a:spLocks noChangeArrowheads="1"/>
          </p:cNvSpPr>
          <p:nvPr/>
        </p:nvSpPr>
        <p:spPr bwMode="auto">
          <a:xfrm>
            <a:off x="1631504" y="3338334"/>
            <a:ext cx="5832648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zh-CN" altLang="en-US" sz="2800" b="1" kern="0" dirty="0">
                <a:solidFill>
                  <a:srgbClr val="00B0F0"/>
                </a:solidFill>
                <a:cs typeface="Times New Roman" panose="02020603050405020304" pitchFamily="18" charset="0"/>
              </a:rPr>
              <a:t>①</a:t>
            </a:r>
            <a:r>
              <a:rPr lang="zh-CN" altLang="en-US" sz="2800" b="1" kern="0" dirty="0">
                <a:cs typeface="Times New Roman" panose="02020603050405020304" pitchFamily="18" charset="0"/>
              </a:rPr>
              <a:t> </a:t>
            </a:r>
            <a:r>
              <a:rPr lang="zh-CN" altLang="en-US" sz="2800" b="1" dirty="0">
                <a:cs typeface="Times New Roman" panose="02020603050405020304" pitchFamily="18" charset="0"/>
              </a:rPr>
              <a:t>适用于星形</a:t>
            </a:r>
            <a:r>
              <a:rPr lang="zh-CN" altLang="en-US" sz="2800" b="1" dirty="0">
                <a:solidFill>
                  <a:schemeClr val="tx2"/>
                </a:solidFill>
                <a:cs typeface="Times New Roman" panose="02020603050405020304" pitchFamily="18" charset="0"/>
              </a:rPr>
              <a:t>联结</a:t>
            </a:r>
            <a:r>
              <a:rPr lang="zh-CN" altLang="en-US" sz="2800" b="1" dirty="0">
                <a:cs typeface="Times New Roman" panose="02020603050405020304" pitchFamily="18" charset="0"/>
              </a:rPr>
              <a:t>的</a:t>
            </a:r>
            <a:r>
              <a:rPr lang="zh-CN" altLang="en-US" sz="2800" b="1" dirty="0">
                <a:solidFill>
                  <a:srgbClr val="00B0F0"/>
                </a:solidFill>
                <a:cs typeface="Times New Roman" panose="02020603050405020304" pitchFamily="18" charset="0"/>
              </a:rPr>
              <a:t>对称三相电源</a:t>
            </a:r>
            <a:endParaRPr lang="zh-CN" altLang="en-US" sz="2800" b="1" dirty="0">
              <a:cs typeface="Times New Roman" panose="02020603050405020304" pitchFamily="18" charset="0"/>
            </a:endParaRPr>
          </a:p>
        </p:txBody>
      </p:sp>
      <p:sp>
        <p:nvSpPr>
          <p:cNvPr id="72" name="Rectangle 31"/>
          <p:cNvSpPr>
            <a:spLocks noChangeArrowheads="1"/>
          </p:cNvSpPr>
          <p:nvPr/>
        </p:nvSpPr>
        <p:spPr bwMode="auto">
          <a:xfrm>
            <a:off x="1631505" y="4032837"/>
            <a:ext cx="511256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>
              <a:lnSpc>
                <a:spcPct val="120000"/>
              </a:lnSpc>
            </a:pPr>
            <a:r>
              <a:rPr lang="zh-CN" altLang="en-US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适用于星形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</a:t>
            </a:r>
            <a:r>
              <a:rPr lang="zh-CN" altLang="en-US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三相负载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3" name="组合 72"/>
          <p:cNvGrpSpPr/>
          <p:nvPr/>
        </p:nvGrpSpPr>
        <p:grpSpPr>
          <a:xfrm>
            <a:off x="1631505" y="4708500"/>
            <a:ext cx="10208219" cy="520700"/>
            <a:chOff x="329830" y="3337018"/>
            <a:chExt cx="10208219" cy="520700"/>
          </a:xfrm>
        </p:grpSpPr>
        <p:sp>
          <p:nvSpPr>
            <p:cNvPr id="74" name="Rectangle 24"/>
            <p:cNvSpPr>
              <a:spLocks noChangeArrowheads="1"/>
            </p:cNvSpPr>
            <p:nvPr/>
          </p:nvSpPr>
          <p:spPr bwMode="auto">
            <a:xfrm>
              <a:off x="329830" y="3380674"/>
              <a:ext cx="8062913" cy="433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marL="0" indent="0"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solidFill>
                    <a:srgbClr val="00B0F0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③</a:t>
              </a:r>
              <a:r>
                <a:rPr lang="zh-CN" altLang="en-US" sz="2800" b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三相四线制中，相电压 </a:t>
              </a:r>
              <a:r>
                <a:rPr lang="en-US" altLang="zh-CN" sz="2800" b="1" i="1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U</a:t>
              </a:r>
              <a:r>
                <a:rPr lang="en-US" altLang="zh-CN" sz="2800" b="1" baseline="-25000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P</a:t>
              </a:r>
              <a:r>
                <a:rPr lang="en-US" altLang="zh-CN" sz="2800" b="1" i="1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=</a:t>
              </a:r>
              <a:r>
                <a:rPr lang="en-US" altLang="zh-CN" sz="2800" b="1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220V</a:t>
              </a:r>
              <a:r>
                <a:rPr lang="zh-CN" altLang="en-US" sz="2800" b="1" dirty="0"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，线电压为 </a:t>
              </a:r>
              <a:endPara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75" name="Object 25"/>
            <p:cNvGraphicFramePr>
              <a:graphicFrameLocks noChangeAspect="1"/>
            </p:cNvGraphicFramePr>
            <p:nvPr/>
          </p:nvGraphicFramePr>
          <p:xfrm>
            <a:off x="7818661" y="3337018"/>
            <a:ext cx="2719388" cy="5207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5983" name="Equation" r:id="rId4" imgW="31699200" imgH="6096000" progId="Equation.DSMT4">
                    <p:embed/>
                  </p:oleObj>
                </mc:Choice>
                <mc:Fallback>
                  <p:oleObj name="Equation" r:id="rId4" imgW="31699200" imgH="60960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818661" y="3337018"/>
                          <a:ext cx="2719388" cy="5207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76" name="Object 21"/>
          <p:cNvGraphicFramePr>
            <a:graphicFrameLocks noChangeAspect="1"/>
          </p:cNvGraphicFramePr>
          <p:nvPr/>
        </p:nvGraphicFramePr>
        <p:xfrm>
          <a:off x="8060233" y="980728"/>
          <a:ext cx="3508375" cy="3009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984" name="Visio" r:id="rId6" imgW="2240915" imgH="1906270" progId="Visio.Drawing.11">
                  <p:embed/>
                </p:oleObj>
              </mc:Choice>
              <mc:Fallback>
                <p:oleObj name="Visio" r:id="rId6" imgW="2240915" imgH="1906270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60233" y="980728"/>
                        <a:ext cx="3508375" cy="3009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" name="Rectangle 29"/>
          <p:cNvSpPr>
            <a:spLocks noChangeArrowheads="1"/>
          </p:cNvSpPr>
          <p:nvPr/>
        </p:nvSpPr>
        <p:spPr bwMode="auto">
          <a:xfrm>
            <a:off x="1127448" y="2149178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线电压与相电压：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7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8" name="Rectangle 3"/>
          <p:cNvSpPr>
            <a:spLocks noChangeArrowheads="1"/>
          </p:cNvSpPr>
          <p:nvPr/>
        </p:nvSpPr>
        <p:spPr bwMode="auto">
          <a:xfrm>
            <a:off x="839416" y="1628800"/>
            <a:ext cx="39391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60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星形联结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80" name="Picture 8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9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10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11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6" name="Picture 16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17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18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19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0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1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2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3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4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5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6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7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8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9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0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1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32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3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34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35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1" name="AutoShape 8" descr="40%"/>
          <p:cNvSpPr>
            <a:spLocks noChangeArrowheads="1"/>
          </p:cNvSpPr>
          <p:nvPr/>
        </p:nvSpPr>
        <p:spPr bwMode="auto">
          <a:xfrm>
            <a:off x="24958" y="5589240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9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" grpId="0" animBg="1"/>
      <p:bldP spid="71" grpId="0" autoUpdateAnimBg="0"/>
      <p:bldP spid="72" grpId="0"/>
      <p:bldP spid="111" grpId="0" animBg="1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Rectangle 3"/>
          <p:cNvSpPr>
            <a:spLocks noChangeArrowheads="1"/>
          </p:cNvSpPr>
          <p:nvPr/>
        </p:nvSpPr>
        <p:spPr bwMode="auto">
          <a:xfrm>
            <a:off x="839416" y="1628800"/>
            <a:ext cx="10729192" cy="21110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三相电源绕组的始末端顺次相接，即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U2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V1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V2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W1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W2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U1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相接，再从连接点引出端线，便得三角形电源；负载也构成三角形后，用导线连接便得三角形三相电路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37" name="Object 34"/>
          <p:cNvGraphicFramePr>
            <a:graphicFrameLocks noChangeAspect="1"/>
          </p:cNvGraphicFramePr>
          <p:nvPr/>
        </p:nvGraphicFramePr>
        <p:xfrm>
          <a:off x="3436163" y="3573016"/>
          <a:ext cx="5400675" cy="2882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9468" name="Visio" r:id="rId1" imgW="2266950" imgH="1210310" progId="Visio.Drawing.11">
                  <p:embed/>
                </p:oleObj>
              </mc:Choice>
              <mc:Fallback>
                <p:oleObj name="Visio" r:id="rId1" imgW="2266950" imgH="1210310" progId="Visio.Drawing.11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36163" y="3573016"/>
                        <a:ext cx="5400675" cy="2882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39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8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4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3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3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3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3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" name="Object 34"/>
          <p:cNvGraphicFramePr>
            <a:graphicFrameLocks noChangeAspect="1"/>
          </p:cNvGraphicFramePr>
          <p:nvPr/>
        </p:nvGraphicFramePr>
        <p:xfrm>
          <a:off x="1415480" y="2274292"/>
          <a:ext cx="5400675" cy="2882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0828" name="Visio" r:id="rId1" imgW="4019550" imgH="2143125" progId="Visio.Drawing.11">
                  <p:embed/>
                </p:oleObj>
              </mc:Choice>
              <mc:Fallback>
                <p:oleObj name="Visio" r:id="rId1" imgW="4019550" imgH="2143125" progId="Visio.Drawing.11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5480" y="2274292"/>
                        <a:ext cx="5400675" cy="2882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37" name="Object 27"/>
          <p:cNvGraphicFramePr>
            <a:graphicFrameLocks noChangeAspect="1"/>
          </p:cNvGraphicFramePr>
          <p:nvPr/>
        </p:nvGraphicFramePr>
        <p:xfrm>
          <a:off x="8801048" y="3424239"/>
          <a:ext cx="149225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0829" name="Equation" r:id="rId3" imgW="13411200" imgH="5791200" progId="Equation.DSMT4">
                  <p:embed/>
                </p:oleObj>
              </mc:Choice>
              <mc:Fallback>
                <p:oleObj name="Equation" r:id="rId3" imgW="13411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801048" y="3424239"/>
                        <a:ext cx="149225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8" name="Rectangle 6"/>
          <p:cNvSpPr>
            <a:spLocks noChangeArrowheads="1"/>
          </p:cNvSpPr>
          <p:nvPr/>
        </p:nvSpPr>
        <p:spPr bwMode="auto">
          <a:xfrm>
            <a:off x="8199099" y="2862932"/>
            <a:ext cx="307007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线电压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等于</a:t>
            </a: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相电压</a:t>
            </a:r>
            <a:endParaRPr kumimoji="1" lang="en-US" altLang="zh-CN" sz="2800" b="1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9" name="Rectangle 29"/>
          <p:cNvSpPr>
            <a:spLocks noChangeArrowheads="1"/>
          </p:cNvSpPr>
          <p:nvPr/>
        </p:nvSpPr>
        <p:spPr bwMode="auto">
          <a:xfrm>
            <a:off x="7877378" y="2174001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线电压与相电压：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0" name="图片 3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3023" y="2815306"/>
            <a:ext cx="568199" cy="1716384"/>
          </a:xfrm>
          <a:prstGeom prst="rect">
            <a:avLst/>
          </a:prstGeom>
        </p:spPr>
      </p:pic>
      <p:pic>
        <p:nvPicPr>
          <p:cNvPr id="41" name="图片 4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80456" y="4531690"/>
            <a:ext cx="558590" cy="490278"/>
          </a:xfrm>
          <a:prstGeom prst="rect">
            <a:avLst/>
          </a:prstGeom>
        </p:spPr>
      </p:pic>
      <p:pic>
        <p:nvPicPr>
          <p:cNvPr id="42" name="图片 4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18402" y="2839919"/>
            <a:ext cx="584740" cy="2112234"/>
          </a:xfrm>
          <a:prstGeom prst="rect">
            <a:avLst/>
          </a:prstGeom>
        </p:spPr>
      </p:pic>
      <p:sp>
        <p:nvSpPr>
          <p:cNvPr id="43" name="Rectangle 3"/>
          <p:cNvSpPr txBox="1">
            <a:spLocks noChangeArrowheads="1"/>
          </p:cNvSpPr>
          <p:nvPr/>
        </p:nvSpPr>
        <p:spPr>
          <a:xfrm>
            <a:off x="1919536" y="6132782"/>
            <a:ext cx="8352928" cy="655545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8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楷体_GB2312"/>
              </a:rPr>
              <a:t>当电源和负载是三角形联结时，</a:t>
            </a:r>
            <a:r>
              <a:rPr lang="zh-CN" altLang="en-US" b="1" kern="0" dirty="0">
                <a:solidFill>
                  <a:srgbClr val="FF0000"/>
                </a:solidFill>
                <a:latin typeface="宋体" panose="02010600030101010101" pitchFamily="2" charset="-122"/>
                <a:ea typeface="楷体_GB2312"/>
              </a:rPr>
              <a:t>线电压等于相电压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44" name="Line 41"/>
          <p:cNvSpPr>
            <a:spLocks noChangeShapeType="1"/>
          </p:cNvSpPr>
          <p:nvPr/>
        </p:nvSpPr>
        <p:spPr bwMode="auto">
          <a:xfrm>
            <a:off x="2528665" y="2752204"/>
            <a:ext cx="29464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5" name="Line 41"/>
          <p:cNvSpPr>
            <a:spLocks noChangeShapeType="1"/>
          </p:cNvSpPr>
          <p:nvPr/>
        </p:nvSpPr>
        <p:spPr bwMode="auto">
          <a:xfrm>
            <a:off x="3460353" y="4636938"/>
            <a:ext cx="29464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" name="Line 41"/>
          <p:cNvSpPr>
            <a:spLocks noChangeShapeType="1"/>
          </p:cNvSpPr>
          <p:nvPr/>
        </p:nvSpPr>
        <p:spPr bwMode="auto">
          <a:xfrm>
            <a:off x="1585364" y="5009192"/>
            <a:ext cx="29464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1" name="Picture 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1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9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76" name="Picture 1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1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1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1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2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2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2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3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3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3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3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3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3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4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0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3" grpId="0" animBg="1"/>
      <p:bldP spid="104" grpId="0" animBg="1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6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89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4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95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26" name="Object 34"/>
          <p:cNvGraphicFramePr>
            <a:graphicFrameLocks noChangeAspect="1"/>
          </p:cNvGraphicFramePr>
          <p:nvPr/>
        </p:nvGraphicFramePr>
        <p:xfrm>
          <a:off x="1415480" y="2263003"/>
          <a:ext cx="5400675" cy="2882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0" name="Visio" r:id="rId2" imgW="4019550" imgH="2143125" progId="Visio.Drawing.11">
                  <p:embed/>
                </p:oleObj>
              </mc:Choice>
              <mc:Fallback>
                <p:oleObj name="Visio" r:id="rId2" imgW="4019550" imgH="2143125" progId="Visio.Drawing.11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5480" y="2263003"/>
                        <a:ext cx="5400675" cy="2882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7" name="Line 41"/>
          <p:cNvSpPr>
            <a:spLocks noChangeShapeType="1"/>
          </p:cNvSpPr>
          <p:nvPr/>
        </p:nvSpPr>
        <p:spPr bwMode="auto">
          <a:xfrm>
            <a:off x="1598107" y="4994108"/>
            <a:ext cx="29464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8" name="Line 41"/>
          <p:cNvSpPr>
            <a:spLocks noChangeShapeType="1"/>
          </p:cNvSpPr>
          <p:nvPr/>
        </p:nvSpPr>
        <p:spPr bwMode="auto">
          <a:xfrm>
            <a:off x="3473096" y="4621854"/>
            <a:ext cx="29464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2" name="Line 41"/>
          <p:cNvSpPr>
            <a:spLocks noChangeShapeType="1"/>
          </p:cNvSpPr>
          <p:nvPr/>
        </p:nvSpPr>
        <p:spPr bwMode="auto">
          <a:xfrm>
            <a:off x="2541408" y="2737120"/>
            <a:ext cx="29464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3" name="Rectangle 29"/>
          <p:cNvSpPr>
            <a:spLocks noChangeArrowheads="1"/>
          </p:cNvSpPr>
          <p:nvPr/>
        </p:nvSpPr>
        <p:spPr bwMode="auto">
          <a:xfrm>
            <a:off x="7877378" y="2174000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线电流与相电流：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34" name="Object 27"/>
          <p:cNvGraphicFramePr>
            <a:graphicFrameLocks noChangeAspect="1"/>
          </p:cNvGraphicFramePr>
          <p:nvPr/>
        </p:nvGraphicFramePr>
        <p:xfrm>
          <a:off x="6269401" y="3592513"/>
          <a:ext cx="85090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1" name="Equation" r:id="rId4" imgW="7620000" imgH="5791200" progId="Equation.DSMT4">
                  <p:embed/>
                </p:oleObj>
              </mc:Choice>
              <mc:Fallback>
                <p:oleObj name="Equation" r:id="rId4" imgW="7620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69401" y="3592513"/>
                        <a:ext cx="85090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5" name="Object 27"/>
          <p:cNvGraphicFramePr>
            <a:graphicFrameLocks noChangeAspect="1"/>
          </p:cNvGraphicFramePr>
          <p:nvPr/>
        </p:nvGraphicFramePr>
        <p:xfrm>
          <a:off x="3908789" y="2105025"/>
          <a:ext cx="509587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2" name="Equation" r:id="rId6" imgW="4572000" imgH="5791200" progId="Equation.DSMT4">
                  <p:embed/>
                </p:oleObj>
              </mc:Choice>
              <mc:Fallback>
                <p:oleObj name="Equation" r:id="rId6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08789" y="2105025"/>
                        <a:ext cx="509587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6" name="Object 27"/>
          <p:cNvGraphicFramePr>
            <a:graphicFrameLocks noChangeAspect="1"/>
          </p:cNvGraphicFramePr>
          <p:nvPr/>
        </p:nvGraphicFramePr>
        <p:xfrm>
          <a:off x="3686539" y="3971925"/>
          <a:ext cx="509587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3" name="Equation" r:id="rId8" imgW="4572000" imgH="5791200" progId="Equation.DSMT4">
                  <p:embed/>
                </p:oleObj>
              </mc:Choice>
              <mc:Fallback>
                <p:oleObj name="Equation" r:id="rId8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86539" y="3971925"/>
                        <a:ext cx="509587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7" name="Object 27"/>
          <p:cNvGraphicFramePr>
            <a:graphicFrameLocks noChangeAspect="1"/>
          </p:cNvGraphicFramePr>
          <p:nvPr/>
        </p:nvGraphicFramePr>
        <p:xfrm>
          <a:off x="3742101" y="5037138"/>
          <a:ext cx="57785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4" name="Equation" r:id="rId10" imgW="5181600" imgH="5791200" progId="Equation.DSMT4">
                  <p:embed/>
                </p:oleObj>
              </mc:Choice>
              <mc:Fallback>
                <p:oleObj name="Equation" r:id="rId10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42101" y="5037138"/>
                        <a:ext cx="57785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8" name="图片 137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079838" y="3848453"/>
            <a:ext cx="195913" cy="300627"/>
          </a:xfrm>
          <a:prstGeom prst="rect">
            <a:avLst/>
          </a:prstGeom>
        </p:spPr>
      </p:pic>
      <p:pic>
        <p:nvPicPr>
          <p:cNvPr id="139" name="图片 138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0800000" flipH="1">
            <a:off x="5143180" y="2936317"/>
            <a:ext cx="195913" cy="300627"/>
          </a:xfrm>
          <a:prstGeom prst="rect">
            <a:avLst/>
          </a:prstGeom>
        </p:spPr>
      </p:pic>
      <p:pic>
        <p:nvPicPr>
          <p:cNvPr id="140" name="图片 139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860073" y="4290631"/>
            <a:ext cx="300971" cy="185833"/>
          </a:xfrm>
          <a:prstGeom prst="rect">
            <a:avLst/>
          </a:prstGeom>
        </p:spPr>
      </p:pic>
      <p:graphicFrame>
        <p:nvGraphicFramePr>
          <p:cNvPr id="141" name="Object 27"/>
          <p:cNvGraphicFramePr>
            <a:graphicFrameLocks noChangeAspect="1"/>
          </p:cNvGraphicFramePr>
          <p:nvPr/>
        </p:nvGraphicFramePr>
        <p:xfrm>
          <a:off x="4319951" y="2688327"/>
          <a:ext cx="919162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5" name="Equation" r:id="rId14" imgW="8229600" imgH="5791200" progId="Equation.DSMT4">
                  <p:embed/>
                </p:oleObj>
              </mc:Choice>
              <mc:Fallback>
                <p:oleObj name="Equation" r:id="rId14" imgW="8229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19951" y="2688327"/>
                        <a:ext cx="919162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2" name="Object 27"/>
          <p:cNvGraphicFramePr>
            <a:graphicFrameLocks noChangeAspect="1"/>
          </p:cNvGraphicFramePr>
          <p:nvPr/>
        </p:nvGraphicFramePr>
        <p:xfrm>
          <a:off x="4638244" y="3753017"/>
          <a:ext cx="919163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6" name="Equation" r:id="rId16" imgW="8229600" imgH="5791200" progId="Equation.DSMT4">
                  <p:embed/>
                </p:oleObj>
              </mc:Choice>
              <mc:Fallback>
                <p:oleObj name="Equation" r:id="rId16" imgW="8229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8244" y="3753017"/>
                        <a:ext cx="919163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3" name="Rectangle 7"/>
          <p:cNvSpPr>
            <a:spLocks noChangeArrowheads="1"/>
          </p:cNvSpPr>
          <p:nvPr/>
        </p:nvSpPr>
        <p:spPr bwMode="auto">
          <a:xfrm>
            <a:off x="8387125" y="2827880"/>
            <a:ext cx="2382837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根据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KCL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定律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144" name="Object 30"/>
          <p:cNvGraphicFramePr>
            <a:graphicFrameLocks noChangeAspect="1"/>
          </p:cNvGraphicFramePr>
          <p:nvPr/>
        </p:nvGraphicFramePr>
        <p:xfrm>
          <a:off x="8326386" y="3492500"/>
          <a:ext cx="2878137" cy="176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5277" name="Equation" r:id="rId18" imgW="28651200" imgH="17678400" progId="Equation.DSMT4">
                  <p:embed/>
                </p:oleObj>
              </mc:Choice>
              <mc:Fallback>
                <p:oleObj name="Equation" r:id="rId18" imgW="28651200" imgH="176784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26386" y="3492500"/>
                        <a:ext cx="2878137" cy="17621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5" name="Oval 21"/>
          <p:cNvSpPr>
            <a:spLocks noChangeArrowheads="1"/>
          </p:cNvSpPr>
          <p:nvPr/>
        </p:nvSpPr>
        <p:spPr bwMode="auto">
          <a:xfrm>
            <a:off x="5419747" y="2692028"/>
            <a:ext cx="88900" cy="88900"/>
          </a:xfrm>
          <a:prstGeom prst="ellipse">
            <a:avLst/>
          </a:prstGeom>
          <a:solidFill>
            <a:srgbClr val="FF0000"/>
          </a:solidFill>
          <a:ln w="28575" algn="ctr">
            <a:solidFill>
              <a:srgbClr val="FF00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46" name="Oval 21"/>
          <p:cNvSpPr>
            <a:spLocks noChangeArrowheads="1"/>
          </p:cNvSpPr>
          <p:nvPr/>
        </p:nvSpPr>
        <p:spPr bwMode="auto">
          <a:xfrm>
            <a:off x="6350165" y="4348212"/>
            <a:ext cx="88900" cy="88900"/>
          </a:xfrm>
          <a:prstGeom prst="ellipse">
            <a:avLst/>
          </a:prstGeom>
          <a:solidFill>
            <a:srgbClr val="FF0000"/>
          </a:solidFill>
          <a:ln w="28575" algn="ctr">
            <a:solidFill>
              <a:srgbClr val="FF00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47" name="Oval 21"/>
          <p:cNvSpPr>
            <a:spLocks noChangeArrowheads="1"/>
          </p:cNvSpPr>
          <p:nvPr/>
        </p:nvSpPr>
        <p:spPr bwMode="auto">
          <a:xfrm>
            <a:off x="4477957" y="4310071"/>
            <a:ext cx="88900" cy="88900"/>
          </a:xfrm>
          <a:prstGeom prst="ellipse">
            <a:avLst/>
          </a:prstGeom>
          <a:solidFill>
            <a:srgbClr val="FF0000"/>
          </a:solidFill>
          <a:ln w="28575" algn="ctr">
            <a:solidFill>
              <a:srgbClr val="FF00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pic>
        <p:nvPicPr>
          <p:cNvPr id="148" name="图片 147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942127" y="2642048"/>
            <a:ext cx="300969" cy="185832"/>
          </a:xfrm>
          <a:prstGeom prst="rect">
            <a:avLst/>
          </a:prstGeom>
        </p:spPr>
      </p:pic>
      <p:pic>
        <p:nvPicPr>
          <p:cNvPr id="149" name="图片 148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910376" y="4532270"/>
            <a:ext cx="300969" cy="185832"/>
          </a:xfrm>
          <a:prstGeom prst="rect">
            <a:avLst/>
          </a:prstGeom>
        </p:spPr>
      </p:pic>
      <p:pic>
        <p:nvPicPr>
          <p:cNvPr id="150" name="图片 149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910376" y="4906046"/>
            <a:ext cx="300969" cy="185832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  <p:bldP spid="143" grpId="0"/>
      <p:bldP spid="145" grpId="0" animBg="1"/>
      <p:bldP spid="146" grpId="0" animBg="1"/>
      <p:bldP spid="147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9.1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三相电路的基本概念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81" name="Rectangle 29"/>
          <p:cNvSpPr>
            <a:spLocks noChangeArrowheads="1"/>
          </p:cNvSpPr>
          <p:nvPr/>
        </p:nvSpPr>
        <p:spPr bwMode="auto">
          <a:xfrm>
            <a:off x="1180634" y="2149178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808080"/>
              </a:buClr>
              <a:buSzPct val="75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线电流与相电流：</a:t>
            </a:r>
            <a:endParaRPr kumimoji="0" lang="en-US" altLang="zh-CN" sz="2800" b="1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" name="Rectangle 18"/>
          <p:cNvSpPr>
            <a:spLocks noChangeArrowheads="1"/>
          </p:cNvSpPr>
          <p:nvPr/>
        </p:nvSpPr>
        <p:spPr bwMode="auto">
          <a:xfrm>
            <a:off x="6687245" y="1447112"/>
            <a:ext cx="4233291" cy="1057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</a:rPr>
              <a:t>如果三相负载相电流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宋体" panose="02010600030101010101" pitchFamily="2" charset="-122"/>
              </a:rPr>
              <a:t>对称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</a:rPr>
              <a:t>（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宋体" panose="02010600030101010101" pitchFamily="2" charset="-122"/>
              </a:rPr>
              <a:t>三相负载对称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</a:rPr>
              <a:t>），则有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 panose="02010600030101010101" pitchFamily="2" charset="-122"/>
            </a:endParaRPr>
          </a:p>
        </p:txBody>
      </p:sp>
      <p:sp>
        <p:nvSpPr>
          <p:cNvPr id="76" name="Text Box 10"/>
          <p:cNvSpPr txBox="1">
            <a:spLocks noChangeArrowheads="1"/>
          </p:cNvSpPr>
          <p:nvPr/>
        </p:nvSpPr>
        <p:spPr bwMode="auto">
          <a:xfrm>
            <a:off x="8553206" y="4439828"/>
            <a:ext cx="124680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30°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Rectangle 8"/>
          <p:cNvSpPr>
            <a:spLocks noChangeArrowheads="1"/>
          </p:cNvSpPr>
          <p:nvPr/>
        </p:nvSpPr>
        <p:spPr bwMode="auto">
          <a:xfrm>
            <a:off x="1573412" y="4941168"/>
            <a:ext cx="23272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由相量图可得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6727055" y="2718370"/>
            <a:ext cx="3829912" cy="3106817"/>
            <a:chOff x="4445178" y="1600641"/>
            <a:chExt cx="3829912" cy="3106817"/>
          </a:xfrm>
        </p:grpSpPr>
        <p:sp>
          <p:nvSpPr>
            <p:cNvPr id="87" name="Line 19"/>
            <p:cNvSpPr>
              <a:spLocks noChangeShapeType="1"/>
            </p:cNvSpPr>
            <p:nvPr/>
          </p:nvSpPr>
          <p:spPr bwMode="auto">
            <a:xfrm rot="7106826" flipV="1">
              <a:off x="4832350" y="3974827"/>
              <a:ext cx="1463675" cy="158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Line 20"/>
            <p:cNvSpPr>
              <a:spLocks noChangeShapeType="1"/>
            </p:cNvSpPr>
            <p:nvPr/>
          </p:nvSpPr>
          <p:spPr bwMode="auto">
            <a:xfrm rot="14282560" flipV="1">
              <a:off x="4792663" y="2755627"/>
              <a:ext cx="1463675" cy="158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Line 21"/>
            <p:cNvSpPr>
              <a:spLocks noChangeShapeType="1"/>
            </p:cNvSpPr>
            <p:nvPr/>
          </p:nvSpPr>
          <p:spPr bwMode="auto">
            <a:xfrm flipV="1">
              <a:off x="5908675" y="3373165"/>
              <a:ext cx="1465263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111" name="Object 18"/>
            <p:cNvGraphicFramePr>
              <a:graphicFrameLocks noChangeAspect="1"/>
            </p:cNvGraphicFramePr>
            <p:nvPr/>
          </p:nvGraphicFramePr>
          <p:xfrm>
            <a:off x="7467053" y="3054077"/>
            <a:ext cx="808037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0994" name="Equation" r:id="rId1" imgW="7315200" imgH="5791200" progId="Equation.DSMT4">
                    <p:embed/>
                  </p:oleObj>
                </mc:Choice>
                <mc:Fallback>
                  <p:oleObj name="Equation" r:id="rId1" imgW="73152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467053" y="3054077"/>
                          <a:ext cx="808037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" name="Object 18"/>
            <p:cNvGraphicFramePr>
              <a:graphicFrameLocks noChangeAspect="1"/>
            </p:cNvGraphicFramePr>
            <p:nvPr/>
          </p:nvGraphicFramePr>
          <p:xfrm>
            <a:off x="4751566" y="1600641"/>
            <a:ext cx="874712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0995" name="Equation" r:id="rId3" imgW="7924800" imgH="5791200" progId="Equation.DSMT4">
                    <p:embed/>
                  </p:oleObj>
                </mc:Choice>
                <mc:Fallback>
                  <p:oleObj name="Equation" r:id="rId3" imgW="79248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51566" y="1600641"/>
                          <a:ext cx="874712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3" name="Object 18"/>
            <p:cNvGraphicFramePr>
              <a:graphicFrameLocks noChangeAspect="1"/>
            </p:cNvGraphicFramePr>
            <p:nvPr/>
          </p:nvGraphicFramePr>
          <p:xfrm>
            <a:off x="4445178" y="4043804"/>
            <a:ext cx="8763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0996" name="Equation" r:id="rId5" imgW="7924800" imgH="5791200" progId="Equation.DSMT4">
                    <p:embed/>
                  </p:oleObj>
                </mc:Choice>
                <mc:Fallback>
                  <p:oleObj name="Equation" r:id="rId5" imgW="79248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445178" y="4043804"/>
                          <a:ext cx="8763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" name="组合 7"/>
          <p:cNvGrpSpPr/>
          <p:nvPr/>
        </p:nvGrpSpPr>
        <p:grpSpPr>
          <a:xfrm>
            <a:off x="1605162" y="5627120"/>
            <a:ext cx="3067050" cy="671512"/>
            <a:chOff x="402736" y="5138979"/>
            <a:chExt cx="3067050" cy="671512"/>
          </a:xfrm>
        </p:grpSpPr>
        <p:grpSp>
          <p:nvGrpSpPr>
            <p:cNvPr id="97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9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aphicFrame>
          <p:nvGraphicFramePr>
            <p:cNvPr id="124" name="Object 18"/>
            <p:cNvGraphicFramePr>
              <a:graphicFrameLocks noChangeAspect="1"/>
            </p:cNvGraphicFramePr>
            <p:nvPr/>
          </p:nvGraphicFramePr>
          <p:xfrm>
            <a:off x="402736" y="5138979"/>
            <a:ext cx="3067050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0997" name="Equation" r:id="rId7" imgW="27736800" imgH="6096000" progId="Equation.DSMT4">
                    <p:embed/>
                  </p:oleObj>
                </mc:Choice>
                <mc:Fallback>
                  <p:oleObj name="Equation" r:id="rId7" imgW="277368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02736" y="5138979"/>
                          <a:ext cx="3067050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72" name="Object 30"/>
          <p:cNvGraphicFramePr>
            <a:graphicFrameLocks noChangeAspect="1"/>
          </p:cNvGraphicFramePr>
          <p:nvPr/>
        </p:nvGraphicFramePr>
        <p:xfrm>
          <a:off x="1707564" y="2782355"/>
          <a:ext cx="2881313" cy="176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0998" name="Equation" r:id="rId9" imgW="28651200" imgH="17678400" progId="Equation.DSMT4">
                  <p:embed/>
                </p:oleObj>
              </mc:Choice>
              <mc:Fallback>
                <p:oleObj name="Equation" r:id="rId9" imgW="28651200" imgH="176784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7564" y="2782355"/>
                        <a:ext cx="2881313" cy="17621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6" name="Line 20"/>
          <p:cNvSpPr>
            <a:spLocks noChangeShapeType="1"/>
          </p:cNvSpPr>
          <p:nvPr/>
        </p:nvSpPr>
        <p:spPr bwMode="auto">
          <a:xfrm rot="3482560" flipV="1">
            <a:off x="9266145" y="5145946"/>
            <a:ext cx="1463675" cy="1588"/>
          </a:xfrm>
          <a:prstGeom prst="line">
            <a:avLst/>
          </a:prstGeom>
          <a:noFill/>
          <a:ln w="38100">
            <a:solidFill>
              <a:srgbClr val="00B050"/>
            </a:solidFill>
            <a:prstDash val="dash"/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8190553" y="4483895"/>
            <a:ext cx="2494141" cy="1934192"/>
            <a:chOff x="6162497" y="4980958"/>
            <a:chExt cx="2494141" cy="1934192"/>
          </a:xfrm>
        </p:grpSpPr>
        <p:graphicFrame>
          <p:nvGraphicFramePr>
            <p:cNvPr id="123" name="Object 18"/>
            <p:cNvGraphicFramePr>
              <a:graphicFrameLocks noChangeAspect="1"/>
            </p:cNvGraphicFramePr>
            <p:nvPr/>
          </p:nvGraphicFramePr>
          <p:xfrm>
            <a:off x="8150225" y="6276975"/>
            <a:ext cx="506413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0999" name="Equation" r:id="rId11" imgW="4572000" imgH="5791200" progId="Equation.DSMT4">
                    <p:embed/>
                  </p:oleObj>
                </mc:Choice>
                <mc:Fallback>
                  <p:oleObj name="Equation" r:id="rId11" imgW="4572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150225" y="6276975"/>
                          <a:ext cx="506413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4" name="Line 16"/>
            <p:cNvSpPr>
              <a:spLocks noChangeShapeType="1"/>
            </p:cNvSpPr>
            <p:nvPr/>
          </p:nvSpPr>
          <p:spPr bwMode="auto">
            <a:xfrm rot="10800000" flipH="1" flipV="1">
              <a:off x="6162497" y="4980958"/>
              <a:ext cx="2241550" cy="12541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8500293" y="4393503"/>
            <a:ext cx="1109662" cy="1994423"/>
            <a:chOff x="6472238" y="4890565"/>
            <a:chExt cx="1109662" cy="1994423"/>
          </a:xfrm>
        </p:grpSpPr>
        <p:sp>
          <p:nvSpPr>
            <p:cNvPr id="194" name="Line 20"/>
            <p:cNvSpPr>
              <a:spLocks noChangeShapeType="1"/>
            </p:cNvSpPr>
            <p:nvPr/>
          </p:nvSpPr>
          <p:spPr bwMode="auto">
            <a:xfrm rot="3482560" flipV="1">
              <a:off x="5824478" y="5621609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197" name="Object 18"/>
            <p:cNvGraphicFramePr>
              <a:graphicFrameLocks noChangeAspect="1"/>
            </p:cNvGraphicFramePr>
            <p:nvPr/>
          </p:nvGraphicFramePr>
          <p:xfrm>
            <a:off x="6472238" y="6246813"/>
            <a:ext cx="1109662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1000" name="Equation" r:id="rId13" imgW="10058400" imgH="5791200" progId="Equation.DSMT4">
                    <p:embed/>
                  </p:oleObj>
                </mc:Choice>
                <mc:Fallback>
                  <p:oleObj name="Equation" r:id="rId13" imgW="10058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472238" y="6246813"/>
                          <a:ext cx="1109662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cxnSp>
        <p:nvCxnSpPr>
          <p:cNvPr id="69" name="直接连接符 68"/>
          <p:cNvCxnSpPr/>
          <p:nvPr/>
        </p:nvCxnSpPr>
        <p:spPr bwMode="auto">
          <a:xfrm flipH="1">
            <a:off x="9266214" y="4483895"/>
            <a:ext cx="334342" cy="609454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C0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73" name="Object 18"/>
          <p:cNvGraphicFramePr>
            <a:graphicFrameLocks noChangeAspect="1"/>
          </p:cNvGraphicFramePr>
          <p:nvPr/>
        </p:nvGraphicFramePr>
        <p:xfrm>
          <a:off x="8923183" y="5171283"/>
          <a:ext cx="493712" cy="468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1001" name="Equation" r:id="rId15" imgW="5791200" imgH="5486400" progId="Equation.DSMT4">
                  <p:embed/>
                </p:oleObj>
              </mc:Choice>
              <mc:Fallback>
                <p:oleObj name="Equation" r:id="rId15" imgW="5791200" imgH="54864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23183" y="5171283"/>
                        <a:ext cx="493712" cy="468312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5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marR="0" lvl="0" indent="-357505" algn="just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77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9.1.2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三相电路的连接方式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78" name="组合 77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9" name="Picture 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1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1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6" name="Picture 1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17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2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3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4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5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7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2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3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4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35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3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6" grpId="0" autoUpdateAnimBg="0"/>
      <p:bldP spid="94" grpId="0" autoUpdateAnimBg="0"/>
      <p:bldP spid="196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2503291" y="5709816"/>
            <a:ext cx="2728913" cy="671512"/>
            <a:chOff x="708013" y="5154185"/>
            <a:chExt cx="2728913" cy="671512"/>
          </a:xfrm>
        </p:grpSpPr>
        <p:grpSp>
          <p:nvGrpSpPr>
            <p:cNvPr id="161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163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62" name="Object 18"/>
            <p:cNvGraphicFramePr>
              <a:graphicFrameLocks noChangeAspect="1"/>
            </p:cNvGraphicFramePr>
            <p:nvPr/>
          </p:nvGraphicFramePr>
          <p:xfrm>
            <a:off x="708013" y="5154185"/>
            <a:ext cx="2728913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5336" name="Equation" r:id="rId1" imgW="24688800" imgH="6096000" progId="Equation.DSMT4">
                    <p:embed/>
                  </p:oleObj>
                </mc:Choice>
                <mc:Fallback>
                  <p:oleObj name="Equation" r:id="rId1" imgW="246888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8013" y="5154185"/>
                          <a:ext cx="2728913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9" name="Rectangle 20"/>
          <p:cNvSpPr>
            <a:spLocks noChangeArrowheads="1"/>
          </p:cNvSpPr>
          <p:nvPr/>
        </p:nvSpPr>
        <p:spPr bwMode="auto">
          <a:xfrm>
            <a:off x="1652573" y="3451420"/>
            <a:ext cx="2178149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根据对称性：</a:t>
            </a:r>
            <a:r>
              <a:rPr lang="zh-CN" altLang="en-US" sz="280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dirty="0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pSp>
        <p:nvGrpSpPr>
          <p:cNvPr id="73" name="组合 72"/>
          <p:cNvGrpSpPr/>
          <p:nvPr/>
        </p:nvGrpSpPr>
        <p:grpSpPr>
          <a:xfrm>
            <a:off x="1712716" y="2716684"/>
            <a:ext cx="3065463" cy="671512"/>
            <a:chOff x="403733" y="5138093"/>
            <a:chExt cx="3065463" cy="671512"/>
          </a:xfrm>
        </p:grpSpPr>
        <p:grpSp>
          <p:nvGrpSpPr>
            <p:cNvPr id="74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76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7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75" name="Object 18"/>
            <p:cNvGraphicFramePr>
              <a:graphicFrameLocks noChangeAspect="1"/>
            </p:cNvGraphicFramePr>
            <p:nvPr/>
          </p:nvGraphicFramePr>
          <p:xfrm>
            <a:off x="403733" y="5138093"/>
            <a:ext cx="3065463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5337" name="Equation" r:id="rId3" imgW="27736800" imgH="6096000" progId="Equation.DSMT4">
                    <p:embed/>
                  </p:oleObj>
                </mc:Choice>
                <mc:Fallback>
                  <p:oleObj name="Equation" r:id="rId3" imgW="277368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03733" y="5138093"/>
                          <a:ext cx="3065463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9" name="组合 78"/>
          <p:cNvGrpSpPr/>
          <p:nvPr/>
        </p:nvGrpSpPr>
        <p:grpSpPr>
          <a:xfrm>
            <a:off x="1690491" y="4043388"/>
            <a:ext cx="3133725" cy="671513"/>
            <a:chOff x="369963" y="5139148"/>
            <a:chExt cx="3133725" cy="671513"/>
          </a:xfrm>
        </p:grpSpPr>
        <p:grpSp>
          <p:nvGrpSpPr>
            <p:cNvPr id="80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83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82" name="Object 18"/>
            <p:cNvGraphicFramePr>
              <a:graphicFrameLocks noChangeAspect="1"/>
            </p:cNvGraphicFramePr>
            <p:nvPr/>
          </p:nvGraphicFramePr>
          <p:xfrm>
            <a:off x="369963" y="5139148"/>
            <a:ext cx="3133725" cy="671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5338" name="Equation" r:id="rId5" imgW="28346400" imgH="6096000" progId="Equation.DSMT4">
                    <p:embed/>
                  </p:oleObj>
                </mc:Choice>
                <mc:Fallback>
                  <p:oleObj name="Equation" r:id="rId5" imgW="283464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9963" y="5139148"/>
                          <a:ext cx="3133725" cy="6715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5" name="组合 84"/>
          <p:cNvGrpSpPr/>
          <p:nvPr/>
        </p:nvGrpSpPr>
        <p:grpSpPr>
          <a:xfrm>
            <a:off x="1631504" y="4818658"/>
            <a:ext cx="3201988" cy="671512"/>
            <a:chOff x="276133" y="5138360"/>
            <a:chExt cx="3201988" cy="671512"/>
          </a:xfrm>
        </p:grpSpPr>
        <p:grpSp>
          <p:nvGrpSpPr>
            <p:cNvPr id="86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8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9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87" name="Object 18"/>
            <p:cNvGraphicFramePr>
              <a:graphicFrameLocks noChangeAspect="1"/>
            </p:cNvGraphicFramePr>
            <p:nvPr/>
          </p:nvGraphicFramePr>
          <p:xfrm>
            <a:off x="276133" y="5138360"/>
            <a:ext cx="3201988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5339" name="Equation" r:id="rId7" imgW="28956000" imgH="6096000" progId="Equation.DSMT4">
                    <p:embed/>
                  </p:oleObj>
                </mc:Choice>
                <mc:Fallback>
                  <p:oleObj name="Equation" r:id="rId7" imgW="289560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6133" y="5138360"/>
                          <a:ext cx="3201988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90" name="Object 25"/>
          <p:cNvGraphicFramePr>
            <a:graphicFrameLocks noChangeAspect="1"/>
          </p:cNvGraphicFramePr>
          <p:nvPr/>
        </p:nvGraphicFramePr>
        <p:xfrm>
          <a:off x="7495281" y="1026634"/>
          <a:ext cx="3497263" cy="2982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5340" name="Visio" r:id="rId9" imgW="2273300" imgH="1918970" progId="Visio.Drawing.11">
                  <p:embed/>
                </p:oleObj>
              </mc:Choice>
              <mc:Fallback>
                <p:oleObj name="Visio" r:id="rId9" imgW="2273300" imgH="191897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95281" y="1026634"/>
                        <a:ext cx="3497263" cy="29829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1" name="Object 25"/>
          <p:cNvGraphicFramePr>
            <a:graphicFrameLocks noChangeAspect="1"/>
          </p:cNvGraphicFramePr>
          <p:nvPr/>
        </p:nvGraphicFramePr>
        <p:xfrm>
          <a:off x="8328248" y="4169494"/>
          <a:ext cx="2192338" cy="2355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5341" name="Visio" r:id="rId11" imgW="1442720" imgH="1525905" progId="Visio.Drawing.11">
                  <p:embed/>
                </p:oleObj>
              </mc:Choice>
              <mc:Fallback>
                <p:oleObj name="Visio" r:id="rId11" imgW="1442720" imgH="152590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28248" y="4169494"/>
                        <a:ext cx="2192338" cy="23558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AutoShape 24"/>
          <p:cNvSpPr>
            <a:spLocks noChangeArrowheads="1"/>
          </p:cNvSpPr>
          <p:nvPr/>
        </p:nvSpPr>
        <p:spPr bwMode="auto">
          <a:xfrm>
            <a:off x="1737353" y="5886179"/>
            <a:ext cx="597877" cy="332643"/>
          </a:xfrm>
          <a:prstGeom prst="rightArrow">
            <a:avLst>
              <a:gd name="adj1" fmla="val 50000"/>
              <a:gd name="adj2" fmla="val 4493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/>
          </a:p>
        </p:txBody>
      </p:sp>
      <p:sp>
        <p:nvSpPr>
          <p:cNvPr id="78" name="Rectangle 29"/>
          <p:cNvSpPr>
            <a:spLocks noChangeArrowheads="1"/>
          </p:cNvSpPr>
          <p:nvPr/>
        </p:nvSpPr>
        <p:spPr bwMode="auto">
          <a:xfrm>
            <a:off x="1180634" y="2149178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线电流与相电流：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92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94" name="组合 93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95" name="Picture 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9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0" name="Picture 1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1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1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1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2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2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2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2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2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3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3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3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3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3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  <p:bldP spid="69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39" name="Rectangle 3"/>
          <p:cNvSpPr txBox="1">
            <a:spLocks noChangeArrowheads="1"/>
          </p:cNvSpPr>
          <p:nvPr/>
        </p:nvSpPr>
        <p:spPr>
          <a:xfrm>
            <a:off x="1940125" y="5661248"/>
            <a:ext cx="9916515" cy="1152129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当三角形联结的负载对称时，</a:t>
            </a:r>
            <a:r>
              <a:rPr lang="zh-CN" altLang="en-US" b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线电流滞后相电压</a:t>
            </a:r>
            <a:r>
              <a:rPr lang="en-US" altLang="zh-CN" b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30º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，线电流的有效值</a:t>
            </a:r>
            <a:r>
              <a:rPr lang="en-US" altLang="zh-CN" b="1" i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I</a:t>
            </a:r>
            <a:r>
              <a:rPr lang="en-US" altLang="zh-CN" b="1" kern="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L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是相电流有效值</a:t>
            </a:r>
            <a:r>
              <a:rPr lang="en-US" altLang="zh-CN" b="1" i="1" kern="0" dirty="0">
                <a:solidFill>
                  <a:srgbClr val="0000FF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I</a:t>
            </a:r>
            <a:r>
              <a:rPr lang="en-US" altLang="zh-CN" b="1" kern="0" baseline="-25000" dirty="0">
                <a:solidFill>
                  <a:srgbClr val="0000FF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P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的</a:t>
            </a:r>
            <a:r>
              <a:rPr lang="zh-CN" altLang="en-US" b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√</a:t>
            </a:r>
            <a:r>
              <a:rPr lang="zh-CN" altLang="en-US" b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  <a:sym typeface="MS Reference Specialty" panose="05000500000000000000" pitchFamily="2" charset="2"/>
              </a:rPr>
              <a:t> </a:t>
            </a:r>
            <a:r>
              <a:rPr lang="zh-CN" altLang="en-US" b="1" kern="0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倍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，三相</a:t>
            </a:r>
            <a:r>
              <a:rPr kumimoji="1"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线电流也是对称的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1762806" y="2793425"/>
            <a:ext cx="2727325" cy="671512"/>
            <a:chOff x="709098" y="5154198"/>
            <a:chExt cx="2727325" cy="671512"/>
          </a:xfrm>
        </p:grpSpPr>
        <p:grpSp>
          <p:nvGrpSpPr>
            <p:cNvPr id="161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163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162" name="Object 18"/>
            <p:cNvGraphicFramePr>
              <a:graphicFrameLocks noChangeAspect="1"/>
            </p:cNvGraphicFramePr>
            <p:nvPr/>
          </p:nvGraphicFramePr>
          <p:xfrm>
            <a:off x="709098" y="5154198"/>
            <a:ext cx="2727325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18080" name="Equation" r:id="rId2" imgW="24688800" imgH="6096000" progId="Equation.DSMT4">
                    <p:embed/>
                  </p:oleObj>
                </mc:Choice>
                <mc:Fallback>
                  <p:oleObj name="Equation" r:id="rId2" imgW="246888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9098" y="5154198"/>
                          <a:ext cx="2727325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90" name="Object 25"/>
          <p:cNvGraphicFramePr>
            <a:graphicFrameLocks noChangeAspect="1"/>
          </p:cNvGraphicFramePr>
          <p:nvPr/>
        </p:nvGraphicFramePr>
        <p:xfrm>
          <a:off x="8040216" y="930726"/>
          <a:ext cx="3497263" cy="2982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18081" name="Visio" r:id="rId4" imgW="2273300" imgH="1918970" progId="Visio.Drawing.11">
                  <p:embed/>
                </p:oleObj>
              </mc:Choice>
              <mc:Fallback>
                <p:oleObj name="Visio" r:id="rId4" imgW="2273300" imgH="191897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40216" y="930726"/>
                        <a:ext cx="3497263" cy="29829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Rectangle 2"/>
          <p:cNvSpPr>
            <a:spLocks noChangeArrowheads="1"/>
          </p:cNvSpPr>
          <p:nvPr/>
        </p:nvSpPr>
        <p:spPr bwMode="auto">
          <a:xfrm>
            <a:off x="1703512" y="3645024"/>
            <a:ext cx="6048672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zh-CN" altLang="en-US" sz="2800" b="1" kern="0" dirty="0">
                <a:solidFill>
                  <a:srgbClr val="00B0F0"/>
                </a:solidFill>
                <a:cs typeface="Times New Roman" panose="02020603050405020304" pitchFamily="18" charset="0"/>
              </a:rPr>
              <a:t>①</a:t>
            </a:r>
            <a:r>
              <a:rPr lang="zh-CN" altLang="en-US" sz="2800" b="1" kern="0" dirty="0">
                <a:cs typeface="Times New Roman" panose="02020603050405020304" pitchFamily="18" charset="0"/>
              </a:rPr>
              <a:t> </a:t>
            </a:r>
            <a:r>
              <a:rPr lang="zh-CN" altLang="en-US" sz="2800" b="1" dirty="0">
                <a:cs typeface="Times New Roman" panose="02020603050405020304" pitchFamily="18" charset="0"/>
              </a:rPr>
              <a:t>适用于三角形</a:t>
            </a:r>
            <a:r>
              <a:rPr lang="zh-CN" altLang="en-US" sz="2800" b="1" dirty="0">
                <a:solidFill>
                  <a:schemeClr val="tx2"/>
                </a:solidFill>
                <a:cs typeface="Times New Roman" panose="02020603050405020304" pitchFamily="18" charset="0"/>
              </a:rPr>
              <a:t>联结</a:t>
            </a:r>
            <a:r>
              <a:rPr lang="zh-CN" altLang="en-US" sz="2800" b="1" dirty="0">
                <a:cs typeface="Times New Roman" panose="02020603050405020304" pitchFamily="18" charset="0"/>
              </a:rPr>
              <a:t>的</a:t>
            </a:r>
            <a:r>
              <a:rPr lang="zh-CN" altLang="en-US" sz="2800" b="1" dirty="0">
                <a:solidFill>
                  <a:srgbClr val="00B0F0"/>
                </a:solidFill>
                <a:cs typeface="Times New Roman" panose="02020603050405020304" pitchFamily="18" charset="0"/>
              </a:rPr>
              <a:t>对称三相电源</a:t>
            </a:r>
            <a:endParaRPr lang="zh-CN" altLang="en-US" sz="2800" b="1" dirty="0">
              <a:solidFill>
                <a:srgbClr val="00B0F0"/>
              </a:solidFill>
              <a:cs typeface="Times New Roman" panose="02020603050405020304" pitchFamily="18" charset="0"/>
            </a:endParaRPr>
          </a:p>
        </p:txBody>
      </p:sp>
      <p:sp>
        <p:nvSpPr>
          <p:cNvPr id="78" name="Rectangle 31"/>
          <p:cNvSpPr>
            <a:spLocks noChangeArrowheads="1"/>
          </p:cNvSpPr>
          <p:nvPr/>
        </p:nvSpPr>
        <p:spPr bwMode="auto">
          <a:xfrm>
            <a:off x="1703513" y="4267519"/>
            <a:ext cx="619268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>
              <a:lnSpc>
                <a:spcPct val="120000"/>
              </a:lnSpc>
            </a:pPr>
            <a:r>
              <a:rPr lang="zh-CN" altLang="en-US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适用于三角形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对称三相负载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" name="Rectangle 29"/>
          <p:cNvSpPr>
            <a:spLocks noChangeArrowheads="1"/>
          </p:cNvSpPr>
          <p:nvPr/>
        </p:nvSpPr>
        <p:spPr bwMode="auto">
          <a:xfrm>
            <a:off x="1180634" y="2149178"/>
            <a:ext cx="3547214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线电流与相电流：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47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3" name="Picture 8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9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10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11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7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79" name="Picture 16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17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18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19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20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21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2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3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4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5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6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7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8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9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30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31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32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33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4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35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6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5" name="AutoShape 8" descr="40%"/>
          <p:cNvSpPr>
            <a:spLocks noChangeArrowheads="1"/>
          </p:cNvSpPr>
          <p:nvPr/>
        </p:nvSpPr>
        <p:spPr bwMode="auto">
          <a:xfrm>
            <a:off x="24958" y="5589240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7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" grpId="0" animBg="1"/>
      <p:bldP spid="69" grpId="0" autoUpdateAnimBg="0"/>
      <p:bldP spid="78" grpId="0"/>
      <p:bldP spid="105" grpId="0" animBg="1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1257500" y="1859789"/>
          <a:ext cx="10311107" cy="4809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7091"/>
                <a:gridCol w="4162008"/>
                <a:gridCol w="4162008"/>
              </a:tblGrid>
              <a:tr h="1199320">
                <a:tc>
                  <a:txBody>
                    <a:bodyPr/>
                    <a:lstStyle/>
                    <a:p>
                      <a:pPr algn="ctr"/>
                      <a:endParaRPr lang="zh-CN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dirty="0">
                          <a:solidFill>
                            <a:srgbClr val="FF0000"/>
                          </a:solidFill>
                          <a:latin typeface="+mn-lt"/>
                        </a:rPr>
                        <a:t>Y</a:t>
                      </a:r>
                      <a:endParaRPr lang="zh-CN" altLang="en-US" sz="3600" dirty="0">
                        <a:solidFill>
                          <a:srgbClr val="FF0000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0000FF"/>
                          </a:solidFill>
                          <a:latin typeface="+mn-lt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△(</a:t>
                      </a:r>
                      <a:r>
                        <a:rPr lang="zh-CN" altLang="en-US" sz="3600" b="1" dirty="0">
                          <a:solidFill>
                            <a:srgbClr val="FF00FF"/>
                          </a:solidFill>
                          <a:latin typeface="+mn-lt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对称负载</a:t>
                      </a:r>
                      <a:r>
                        <a:rPr lang="en-US" altLang="zh-CN" sz="3600" b="1" dirty="0">
                          <a:solidFill>
                            <a:srgbClr val="0000FF"/>
                          </a:solidFill>
                          <a:latin typeface="+mn-lt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)</a:t>
                      </a:r>
                      <a:endParaRPr lang="zh-CN" altLang="en-US" sz="3600" dirty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</a:tr>
              <a:tr h="18051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i="1" dirty="0">
                          <a:solidFill>
                            <a:schemeClr val="tx1"/>
                          </a:solidFill>
                        </a:rPr>
                        <a:t>U</a:t>
                      </a:r>
                      <a:endParaRPr lang="zh-CN" altLang="en-US" sz="3600" b="1" i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</a:tr>
              <a:tr h="18051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i="1" dirty="0">
                          <a:solidFill>
                            <a:schemeClr val="tx1"/>
                          </a:solidFill>
                        </a:rPr>
                        <a:t>I</a:t>
                      </a:r>
                      <a:endParaRPr lang="zh-CN" altLang="en-US" sz="3600" b="1" i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grpSp>
        <p:nvGrpSpPr>
          <p:cNvPr id="46" name="组合 45"/>
          <p:cNvGrpSpPr/>
          <p:nvPr/>
        </p:nvGrpSpPr>
        <p:grpSpPr>
          <a:xfrm>
            <a:off x="8193211" y="5373216"/>
            <a:ext cx="2727325" cy="671512"/>
            <a:chOff x="709098" y="5154198"/>
            <a:chExt cx="2727325" cy="671512"/>
          </a:xfrm>
        </p:grpSpPr>
        <p:grpSp>
          <p:nvGrpSpPr>
            <p:cNvPr id="47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73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48" name="Object 18"/>
            <p:cNvGraphicFramePr>
              <a:graphicFrameLocks noChangeAspect="1"/>
            </p:cNvGraphicFramePr>
            <p:nvPr/>
          </p:nvGraphicFramePr>
          <p:xfrm>
            <a:off x="709098" y="5154198"/>
            <a:ext cx="2727325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9158" name="Equation" r:id="rId1" imgW="24688800" imgH="6096000" progId="Equation.DSMT4">
                    <p:embed/>
                  </p:oleObj>
                </mc:Choice>
                <mc:Fallback>
                  <p:oleObj name="Equation" r:id="rId1" imgW="246888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9098" y="5154198"/>
                          <a:ext cx="2727325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75" name="Object 27"/>
          <p:cNvGraphicFramePr>
            <a:graphicFrameLocks noChangeAspect="1"/>
          </p:cNvGraphicFramePr>
          <p:nvPr/>
        </p:nvGraphicFramePr>
        <p:xfrm>
          <a:off x="8709793" y="3627439"/>
          <a:ext cx="14906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9159" name="Equation" r:id="rId3" imgW="13411200" imgH="5791200" progId="Equation.DSMT4">
                  <p:embed/>
                </p:oleObj>
              </mc:Choice>
              <mc:Fallback>
                <p:oleObj name="Equation" r:id="rId3" imgW="134112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709793" y="3627439"/>
                        <a:ext cx="14906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2" name="Object 27"/>
          <p:cNvGraphicFramePr>
            <a:graphicFrameLocks noChangeAspect="1"/>
          </p:cNvGraphicFramePr>
          <p:nvPr/>
        </p:nvGraphicFramePr>
        <p:xfrm>
          <a:off x="4527550" y="5380039"/>
          <a:ext cx="1289050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9160" name="Equation" r:id="rId5" imgW="11582400" imgH="5791200" progId="Equation.DSMT4">
                  <p:embed/>
                </p:oleObj>
              </mc:Choice>
              <mc:Fallback>
                <p:oleObj name="Equation" r:id="rId5" imgW="115824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7550" y="5380039"/>
                        <a:ext cx="1289050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9" name="组合 68"/>
          <p:cNvGrpSpPr/>
          <p:nvPr/>
        </p:nvGrpSpPr>
        <p:grpSpPr>
          <a:xfrm>
            <a:off x="3890942" y="3561181"/>
            <a:ext cx="2592387" cy="671512"/>
            <a:chOff x="573081" y="5153335"/>
            <a:chExt cx="2592387" cy="671512"/>
          </a:xfrm>
        </p:grpSpPr>
        <p:grpSp>
          <p:nvGrpSpPr>
            <p:cNvPr id="71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7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72" name="Object 18"/>
            <p:cNvGraphicFramePr>
              <a:graphicFrameLocks noChangeAspect="1"/>
            </p:cNvGraphicFramePr>
            <p:nvPr/>
          </p:nvGraphicFramePr>
          <p:xfrm>
            <a:off x="573081" y="5153335"/>
            <a:ext cx="2592387" cy="6715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9161" name="Equation" r:id="rId7" imgW="23469600" imgH="6096000" progId="Equation.DSMT4">
                    <p:embed/>
                  </p:oleObj>
                </mc:Choice>
                <mc:Fallback>
                  <p:oleObj name="Equation" r:id="rId7" imgW="234696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73081" y="5153335"/>
                          <a:ext cx="2592387" cy="6715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76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77" name="组合 76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79" name="Picture 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1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1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0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6" name="Picture 1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1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1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1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3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3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3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1" name="Rectangle 29"/>
          <p:cNvSpPr>
            <a:spLocks noChangeArrowheads="1"/>
          </p:cNvSpPr>
          <p:nvPr/>
        </p:nvSpPr>
        <p:spPr bwMode="auto">
          <a:xfrm>
            <a:off x="1199456" y="2149178"/>
            <a:ext cx="2206625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相电压：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9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90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91" name="组合 90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92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0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4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1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45" name="Object 34"/>
          <p:cNvGraphicFramePr>
            <a:graphicFrameLocks noChangeAspect="1"/>
          </p:cNvGraphicFramePr>
          <p:nvPr/>
        </p:nvGraphicFramePr>
        <p:xfrm>
          <a:off x="1256879" y="3861048"/>
          <a:ext cx="3182937" cy="2881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0586" name="Visio" r:id="rId2" imgW="1345565" imgH="1203960" progId="Visio.Drawing.11">
                  <p:embed/>
                </p:oleObj>
              </mc:Choice>
              <mc:Fallback>
                <p:oleObj name="Visio" r:id="rId2" imgW="1345565" imgH="1203960" progId="Visio.Drawing.11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6879" y="3861048"/>
                        <a:ext cx="3182937" cy="28813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6" name="Rectangle 20"/>
          <p:cNvSpPr>
            <a:spLocks noChangeArrowheads="1"/>
          </p:cNvSpPr>
          <p:nvPr/>
        </p:nvSpPr>
        <p:spPr bwMode="auto">
          <a:xfrm>
            <a:off x="1698131" y="2697820"/>
            <a:ext cx="773053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电源作三角形联结，自成回路，是否会造成一个极大的短路电流</a:t>
            </a:r>
            <a:endParaRPr kumimoji="1" lang="zh-CN" altLang="en-US" sz="2800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7" name="Group 28"/>
          <p:cNvGrpSpPr/>
          <p:nvPr/>
        </p:nvGrpSpPr>
        <p:grpSpPr bwMode="auto">
          <a:xfrm>
            <a:off x="5483919" y="5468639"/>
            <a:ext cx="5508625" cy="1128713"/>
            <a:chOff x="332" y="3748"/>
            <a:chExt cx="3470" cy="711"/>
          </a:xfrm>
        </p:grpSpPr>
        <p:sp>
          <p:nvSpPr>
            <p:cNvPr id="148" name="Rectangle 24"/>
            <p:cNvSpPr>
              <a:spLocks noChangeArrowheads="1"/>
            </p:cNvSpPr>
            <p:nvPr/>
          </p:nvSpPr>
          <p:spPr bwMode="auto">
            <a:xfrm>
              <a:off x="332" y="3748"/>
              <a:ext cx="3470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不正确方法连接（如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相接反）：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49" name="Object 25"/>
            <p:cNvGraphicFramePr>
              <a:graphicFrameLocks noChangeAspect="1"/>
            </p:cNvGraphicFramePr>
            <p:nvPr/>
          </p:nvGraphicFramePr>
          <p:xfrm>
            <a:off x="500" y="4108"/>
            <a:ext cx="2263" cy="35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60587" name="Equation" r:id="rId4" imgW="36880800" imgH="5791200" progId="Equation.DSMT4">
                    <p:embed/>
                  </p:oleObj>
                </mc:Choice>
                <mc:Fallback>
                  <p:oleObj name="Equation" r:id="rId4" imgW="368808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00" y="4108"/>
                          <a:ext cx="2263" cy="351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0" name="Group 8"/>
          <p:cNvGrpSpPr/>
          <p:nvPr/>
        </p:nvGrpSpPr>
        <p:grpSpPr bwMode="auto">
          <a:xfrm>
            <a:off x="10493424" y="2492896"/>
            <a:ext cx="1219200" cy="1447800"/>
            <a:chOff x="2856" y="918"/>
            <a:chExt cx="1290" cy="2452"/>
          </a:xfrm>
        </p:grpSpPr>
        <p:sp>
          <p:nvSpPr>
            <p:cNvPr id="151" name="Freeform 9"/>
            <p:cNvSpPr/>
            <p:nvPr/>
          </p:nvSpPr>
          <p:spPr bwMode="auto">
            <a:xfrm>
              <a:off x="2856" y="1669"/>
              <a:ext cx="505" cy="835"/>
            </a:xfrm>
            <a:custGeom>
              <a:avLst/>
              <a:gdLst>
                <a:gd name="T0" fmla="*/ 267 w 505"/>
                <a:gd name="T1" fmla="*/ 124 h 835"/>
                <a:gd name="T2" fmla="*/ 319 w 505"/>
                <a:gd name="T3" fmla="*/ 72 h 835"/>
                <a:gd name="T4" fmla="*/ 392 w 505"/>
                <a:gd name="T5" fmla="*/ 21 h 835"/>
                <a:gd name="T6" fmla="*/ 443 w 505"/>
                <a:gd name="T7" fmla="*/ 0 h 835"/>
                <a:gd name="T8" fmla="*/ 505 w 505"/>
                <a:gd name="T9" fmla="*/ 4 h 835"/>
                <a:gd name="T10" fmla="*/ 505 w 505"/>
                <a:gd name="T11" fmla="*/ 52 h 835"/>
                <a:gd name="T12" fmla="*/ 474 w 505"/>
                <a:gd name="T13" fmla="*/ 93 h 835"/>
                <a:gd name="T14" fmla="*/ 416 w 505"/>
                <a:gd name="T15" fmla="*/ 124 h 835"/>
                <a:gd name="T16" fmla="*/ 271 w 505"/>
                <a:gd name="T17" fmla="*/ 190 h 835"/>
                <a:gd name="T18" fmla="*/ 133 w 505"/>
                <a:gd name="T19" fmla="*/ 269 h 835"/>
                <a:gd name="T20" fmla="*/ 75 w 505"/>
                <a:gd name="T21" fmla="*/ 289 h 835"/>
                <a:gd name="T22" fmla="*/ 55 w 505"/>
                <a:gd name="T23" fmla="*/ 320 h 835"/>
                <a:gd name="T24" fmla="*/ 75 w 505"/>
                <a:gd name="T25" fmla="*/ 351 h 835"/>
                <a:gd name="T26" fmla="*/ 195 w 505"/>
                <a:gd name="T27" fmla="*/ 467 h 835"/>
                <a:gd name="T28" fmla="*/ 250 w 505"/>
                <a:gd name="T29" fmla="*/ 505 h 835"/>
                <a:gd name="T30" fmla="*/ 332 w 505"/>
                <a:gd name="T31" fmla="*/ 570 h 835"/>
                <a:gd name="T32" fmla="*/ 416 w 505"/>
                <a:gd name="T33" fmla="*/ 632 h 835"/>
                <a:gd name="T34" fmla="*/ 412 w 505"/>
                <a:gd name="T35" fmla="*/ 663 h 835"/>
                <a:gd name="T36" fmla="*/ 350 w 505"/>
                <a:gd name="T37" fmla="*/ 673 h 835"/>
                <a:gd name="T38" fmla="*/ 257 w 505"/>
                <a:gd name="T39" fmla="*/ 673 h 835"/>
                <a:gd name="T40" fmla="*/ 199 w 505"/>
                <a:gd name="T41" fmla="*/ 704 h 835"/>
                <a:gd name="T42" fmla="*/ 178 w 505"/>
                <a:gd name="T43" fmla="*/ 783 h 835"/>
                <a:gd name="T44" fmla="*/ 178 w 505"/>
                <a:gd name="T45" fmla="*/ 825 h 835"/>
                <a:gd name="T46" fmla="*/ 154 w 505"/>
                <a:gd name="T47" fmla="*/ 835 h 835"/>
                <a:gd name="T48" fmla="*/ 116 w 505"/>
                <a:gd name="T49" fmla="*/ 797 h 835"/>
                <a:gd name="T50" fmla="*/ 123 w 505"/>
                <a:gd name="T51" fmla="*/ 731 h 835"/>
                <a:gd name="T52" fmla="*/ 157 w 505"/>
                <a:gd name="T53" fmla="*/ 683 h 835"/>
                <a:gd name="T54" fmla="*/ 226 w 505"/>
                <a:gd name="T55" fmla="*/ 642 h 835"/>
                <a:gd name="T56" fmla="*/ 301 w 505"/>
                <a:gd name="T57" fmla="*/ 622 h 835"/>
                <a:gd name="T58" fmla="*/ 308 w 505"/>
                <a:gd name="T59" fmla="*/ 601 h 835"/>
                <a:gd name="T60" fmla="*/ 271 w 505"/>
                <a:gd name="T61" fmla="*/ 560 h 835"/>
                <a:gd name="T62" fmla="*/ 113 w 505"/>
                <a:gd name="T63" fmla="*/ 457 h 835"/>
                <a:gd name="T64" fmla="*/ 65 w 505"/>
                <a:gd name="T65" fmla="*/ 416 h 835"/>
                <a:gd name="T66" fmla="*/ 20 w 505"/>
                <a:gd name="T67" fmla="*/ 361 h 835"/>
                <a:gd name="T68" fmla="*/ 0 w 505"/>
                <a:gd name="T69" fmla="*/ 299 h 835"/>
                <a:gd name="T70" fmla="*/ 13 w 505"/>
                <a:gd name="T71" fmla="*/ 262 h 835"/>
                <a:gd name="T72" fmla="*/ 92 w 505"/>
                <a:gd name="T73" fmla="*/ 238 h 835"/>
                <a:gd name="T74" fmla="*/ 188 w 505"/>
                <a:gd name="T75" fmla="*/ 197 h 835"/>
                <a:gd name="T76" fmla="*/ 250 w 505"/>
                <a:gd name="T77" fmla="*/ 154 h 835"/>
                <a:gd name="T78" fmla="*/ 267 w 505"/>
                <a:gd name="T79" fmla="*/ 12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835">
                  <a:moveTo>
                    <a:pt x="267" y="124"/>
                  </a:moveTo>
                  <a:lnTo>
                    <a:pt x="319" y="72"/>
                  </a:lnTo>
                  <a:lnTo>
                    <a:pt x="392" y="21"/>
                  </a:lnTo>
                  <a:lnTo>
                    <a:pt x="443" y="0"/>
                  </a:lnTo>
                  <a:lnTo>
                    <a:pt x="505" y="4"/>
                  </a:lnTo>
                  <a:lnTo>
                    <a:pt x="505" y="52"/>
                  </a:lnTo>
                  <a:lnTo>
                    <a:pt x="474" y="93"/>
                  </a:lnTo>
                  <a:lnTo>
                    <a:pt x="416" y="124"/>
                  </a:lnTo>
                  <a:lnTo>
                    <a:pt x="271" y="190"/>
                  </a:lnTo>
                  <a:lnTo>
                    <a:pt x="133" y="269"/>
                  </a:lnTo>
                  <a:lnTo>
                    <a:pt x="75" y="289"/>
                  </a:lnTo>
                  <a:lnTo>
                    <a:pt x="55" y="320"/>
                  </a:lnTo>
                  <a:lnTo>
                    <a:pt x="75" y="351"/>
                  </a:lnTo>
                  <a:lnTo>
                    <a:pt x="195" y="467"/>
                  </a:lnTo>
                  <a:lnTo>
                    <a:pt x="250" y="505"/>
                  </a:lnTo>
                  <a:lnTo>
                    <a:pt x="332" y="570"/>
                  </a:lnTo>
                  <a:lnTo>
                    <a:pt x="416" y="632"/>
                  </a:lnTo>
                  <a:lnTo>
                    <a:pt x="412" y="663"/>
                  </a:lnTo>
                  <a:lnTo>
                    <a:pt x="350" y="673"/>
                  </a:lnTo>
                  <a:lnTo>
                    <a:pt x="257" y="673"/>
                  </a:lnTo>
                  <a:lnTo>
                    <a:pt x="199" y="704"/>
                  </a:lnTo>
                  <a:lnTo>
                    <a:pt x="178" y="783"/>
                  </a:lnTo>
                  <a:lnTo>
                    <a:pt x="178" y="825"/>
                  </a:lnTo>
                  <a:lnTo>
                    <a:pt x="154" y="835"/>
                  </a:lnTo>
                  <a:lnTo>
                    <a:pt x="116" y="797"/>
                  </a:lnTo>
                  <a:lnTo>
                    <a:pt x="123" y="731"/>
                  </a:lnTo>
                  <a:lnTo>
                    <a:pt x="157" y="683"/>
                  </a:lnTo>
                  <a:lnTo>
                    <a:pt x="226" y="642"/>
                  </a:lnTo>
                  <a:lnTo>
                    <a:pt x="301" y="622"/>
                  </a:lnTo>
                  <a:lnTo>
                    <a:pt x="308" y="601"/>
                  </a:lnTo>
                  <a:lnTo>
                    <a:pt x="271" y="560"/>
                  </a:lnTo>
                  <a:lnTo>
                    <a:pt x="113" y="457"/>
                  </a:lnTo>
                  <a:lnTo>
                    <a:pt x="65" y="416"/>
                  </a:lnTo>
                  <a:lnTo>
                    <a:pt x="20" y="361"/>
                  </a:lnTo>
                  <a:lnTo>
                    <a:pt x="0" y="299"/>
                  </a:lnTo>
                  <a:lnTo>
                    <a:pt x="13" y="262"/>
                  </a:lnTo>
                  <a:lnTo>
                    <a:pt x="92" y="238"/>
                  </a:lnTo>
                  <a:lnTo>
                    <a:pt x="188" y="197"/>
                  </a:lnTo>
                  <a:lnTo>
                    <a:pt x="250" y="154"/>
                  </a:lnTo>
                  <a:lnTo>
                    <a:pt x="267" y="1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152" name="Freeform 10"/>
            <p:cNvSpPr/>
            <p:nvPr/>
          </p:nvSpPr>
          <p:spPr bwMode="auto">
            <a:xfrm>
              <a:off x="3306" y="1632"/>
              <a:ext cx="351" cy="799"/>
            </a:xfrm>
            <a:custGeom>
              <a:avLst/>
              <a:gdLst>
                <a:gd name="T0" fmla="*/ 75 w 351"/>
                <a:gd name="T1" fmla="*/ 61 h 799"/>
                <a:gd name="T2" fmla="*/ 106 w 351"/>
                <a:gd name="T3" fmla="*/ 10 h 799"/>
                <a:gd name="T4" fmla="*/ 144 w 351"/>
                <a:gd name="T5" fmla="*/ 0 h 799"/>
                <a:gd name="T6" fmla="*/ 196 w 351"/>
                <a:gd name="T7" fmla="*/ 0 h 799"/>
                <a:gd name="T8" fmla="*/ 261 w 351"/>
                <a:gd name="T9" fmla="*/ 37 h 799"/>
                <a:gd name="T10" fmla="*/ 302 w 351"/>
                <a:gd name="T11" fmla="*/ 120 h 799"/>
                <a:gd name="T12" fmla="*/ 333 w 351"/>
                <a:gd name="T13" fmla="*/ 227 h 799"/>
                <a:gd name="T14" fmla="*/ 351 w 351"/>
                <a:gd name="T15" fmla="*/ 336 h 799"/>
                <a:gd name="T16" fmla="*/ 351 w 351"/>
                <a:gd name="T17" fmla="*/ 484 h 799"/>
                <a:gd name="T18" fmla="*/ 313 w 351"/>
                <a:gd name="T19" fmla="*/ 645 h 799"/>
                <a:gd name="T20" fmla="*/ 258 w 351"/>
                <a:gd name="T21" fmla="*/ 740 h 799"/>
                <a:gd name="T22" fmla="*/ 185 w 351"/>
                <a:gd name="T23" fmla="*/ 788 h 799"/>
                <a:gd name="T24" fmla="*/ 117 w 351"/>
                <a:gd name="T25" fmla="*/ 799 h 799"/>
                <a:gd name="T26" fmla="*/ 65 w 351"/>
                <a:gd name="T27" fmla="*/ 768 h 799"/>
                <a:gd name="T28" fmla="*/ 24 w 351"/>
                <a:gd name="T29" fmla="*/ 730 h 799"/>
                <a:gd name="T30" fmla="*/ 13 w 351"/>
                <a:gd name="T31" fmla="*/ 669 h 799"/>
                <a:gd name="T32" fmla="*/ 0 w 351"/>
                <a:gd name="T33" fmla="*/ 552 h 799"/>
                <a:gd name="T34" fmla="*/ 10 w 351"/>
                <a:gd name="T35" fmla="*/ 408 h 799"/>
                <a:gd name="T36" fmla="*/ 41 w 351"/>
                <a:gd name="T37" fmla="*/ 258 h 799"/>
                <a:gd name="T38" fmla="*/ 61 w 351"/>
                <a:gd name="T39" fmla="*/ 150 h 799"/>
                <a:gd name="T40" fmla="*/ 75 w 351"/>
                <a:gd name="T41" fmla="*/ 61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1" h="799">
                  <a:moveTo>
                    <a:pt x="75" y="61"/>
                  </a:moveTo>
                  <a:lnTo>
                    <a:pt x="106" y="10"/>
                  </a:lnTo>
                  <a:lnTo>
                    <a:pt x="144" y="0"/>
                  </a:lnTo>
                  <a:lnTo>
                    <a:pt x="196" y="0"/>
                  </a:lnTo>
                  <a:lnTo>
                    <a:pt x="261" y="37"/>
                  </a:lnTo>
                  <a:lnTo>
                    <a:pt x="302" y="120"/>
                  </a:lnTo>
                  <a:lnTo>
                    <a:pt x="333" y="227"/>
                  </a:lnTo>
                  <a:lnTo>
                    <a:pt x="351" y="336"/>
                  </a:lnTo>
                  <a:lnTo>
                    <a:pt x="351" y="484"/>
                  </a:lnTo>
                  <a:lnTo>
                    <a:pt x="313" y="645"/>
                  </a:lnTo>
                  <a:lnTo>
                    <a:pt x="258" y="740"/>
                  </a:lnTo>
                  <a:lnTo>
                    <a:pt x="185" y="788"/>
                  </a:lnTo>
                  <a:lnTo>
                    <a:pt x="117" y="799"/>
                  </a:lnTo>
                  <a:lnTo>
                    <a:pt x="65" y="768"/>
                  </a:lnTo>
                  <a:lnTo>
                    <a:pt x="24" y="730"/>
                  </a:lnTo>
                  <a:lnTo>
                    <a:pt x="13" y="669"/>
                  </a:lnTo>
                  <a:lnTo>
                    <a:pt x="0" y="552"/>
                  </a:lnTo>
                  <a:lnTo>
                    <a:pt x="10" y="408"/>
                  </a:lnTo>
                  <a:lnTo>
                    <a:pt x="41" y="258"/>
                  </a:lnTo>
                  <a:lnTo>
                    <a:pt x="61" y="150"/>
                  </a:lnTo>
                  <a:lnTo>
                    <a:pt x="75" y="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153" name="Freeform 11"/>
            <p:cNvSpPr/>
            <p:nvPr/>
          </p:nvSpPr>
          <p:spPr bwMode="auto">
            <a:xfrm>
              <a:off x="3403" y="2327"/>
              <a:ext cx="205" cy="1043"/>
            </a:xfrm>
            <a:custGeom>
              <a:avLst/>
              <a:gdLst>
                <a:gd name="T0" fmla="*/ 99 w 205"/>
                <a:gd name="T1" fmla="*/ 185 h 1043"/>
                <a:gd name="T2" fmla="*/ 71 w 205"/>
                <a:gd name="T3" fmla="*/ 116 h 1043"/>
                <a:gd name="T4" fmla="*/ 71 w 205"/>
                <a:gd name="T5" fmla="*/ 41 h 1043"/>
                <a:gd name="T6" fmla="*/ 109 w 205"/>
                <a:gd name="T7" fmla="*/ 0 h 1043"/>
                <a:gd name="T8" fmla="*/ 153 w 205"/>
                <a:gd name="T9" fmla="*/ 20 h 1043"/>
                <a:gd name="T10" fmla="*/ 184 w 205"/>
                <a:gd name="T11" fmla="*/ 92 h 1043"/>
                <a:gd name="T12" fmla="*/ 201 w 205"/>
                <a:gd name="T13" fmla="*/ 216 h 1043"/>
                <a:gd name="T14" fmla="*/ 205 w 205"/>
                <a:gd name="T15" fmla="*/ 370 h 1043"/>
                <a:gd name="T16" fmla="*/ 194 w 205"/>
                <a:gd name="T17" fmla="*/ 504 h 1043"/>
                <a:gd name="T18" fmla="*/ 174 w 205"/>
                <a:gd name="T19" fmla="*/ 648 h 1043"/>
                <a:gd name="T20" fmla="*/ 174 w 205"/>
                <a:gd name="T21" fmla="*/ 823 h 1043"/>
                <a:gd name="T22" fmla="*/ 201 w 205"/>
                <a:gd name="T23" fmla="*/ 895 h 1043"/>
                <a:gd name="T24" fmla="*/ 191 w 205"/>
                <a:gd name="T25" fmla="*/ 929 h 1043"/>
                <a:gd name="T26" fmla="*/ 143 w 205"/>
                <a:gd name="T27" fmla="*/ 940 h 1043"/>
                <a:gd name="T28" fmla="*/ 92 w 205"/>
                <a:gd name="T29" fmla="*/ 988 h 1043"/>
                <a:gd name="T30" fmla="*/ 68 w 205"/>
                <a:gd name="T31" fmla="*/ 1029 h 1043"/>
                <a:gd name="T32" fmla="*/ 10 w 205"/>
                <a:gd name="T33" fmla="*/ 1043 h 1043"/>
                <a:gd name="T34" fmla="*/ 0 w 205"/>
                <a:gd name="T35" fmla="*/ 998 h 1043"/>
                <a:gd name="T36" fmla="*/ 20 w 205"/>
                <a:gd name="T37" fmla="*/ 960 h 1043"/>
                <a:gd name="T38" fmla="*/ 92 w 205"/>
                <a:gd name="T39" fmla="*/ 929 h 1043"/>
                <a:gd name="T40" fmla="*/ 143 w 205"/>
                <a:gd name="T41" fmla="*/ 906 h 1043"/>
                <a:gd name="T42" fmla="*/ 160 w 205"/>
                <a:gd name="T43" fmla="*/ 885 h 1043"/>
                <a:gd name="T44" fmla="*/ 140 w 205"/>
                <a:gd name="T45" fmla="*/ 827 h 1043"/>
                <a:gd name="T46" fmla="*/ 123 w 205"/>
                <a:gd name="T47" fmla="*/ 709 h 1043"/>
                <a:gd name="T48" fmla="*/ 119 w 205"/>
                <a:gd name="T49" fmla="*/ 569 h 1043"/>
                <a:gd name="T50" fmla="*/ 123 w 205"/>
                <a:gd name="T51" fmla="*/ 476 h 1043"/>
                <a:gd name="T52" fmla="*/ 129 w 205"/>
                <a:gd name="T53" fmla="*/ 350 h 1043"/>
                <a:gd name="T54" fmla="*/ 119 w 205"/>
                <a:gd name="T55" fmla="*/ 237 h 1043"/>
                <a:gd name="T56" fmla="*/ 99 w 205"/>
                <a:gd name="T57" fmla="*/ 18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5" h="1043">
                  <a:moveTo>
                    <a:pt x="99" y="185"/>
                  </a:moveTo>
                  <a:lnTo>
                    <a:pt x="71" y="116"/>
                  </a:lnTo>
                  <a:lnTo>
                    <a:pt x="71" y="41"/>
                  </a:lnTo>
                  <a:lnTo>
                    <a:pt x="109" y="0"/>
                  </a:lnTo>
                  <a:lnTo>
                    <a:pt x="153" y="20"/>
                  </a:lnTo>
                  <a:lnTo>
                    <a:pt x="184" y="92"/>
                  </a:lnTo>
                  <a:lnTo>
                    <a:pt x="201" y="216"/>
                  </a:lnTo>
                  <a:lnTo>
                    <a:pt x="205" y="370"/>
                  </a:lnTo>
                  <a:lnTo>
                    <a:pt x="194" y="504"/>
                  </a:lnTo>
                  <a:lnTo>
                    <a:pt x="174" y="648"/>
                  </a:lnTo>
                  <a:lnTo>
                    <a:pt x="174" y="823"/>
                  </a:lnTo>
                  <a:lnTo>
                    <a:pt x="201" y="895"/>
                  </a:lnTo>
                  <a:lnTo>
                    <a:pt x="191" y="929"/>
                  </a:lnTo>
                  <a:lnTo>
                    <a:pt x="143" y="940"/>
                  </a:lnTo>
                  <a:lnTo>
                    <a:pt x="92" y="988"/>
                  </a:lnTo>
                  <a:lnTo>
                    <a:pt x="68" y="1029"/>
                  </a:lnTo>
                  <a:lnTo>
                    <a:pt x="10" y="1043"/>
                  </a:lnTo>
                  <a:lnTo>
                    <a:pt x="0" y="998"/>
                  </a:lnTo>
                  <a:lnTo>
                    <a:pt x="20" y="960"/>
                  </a:lnTo>
                  <a:lnTo>
                    <a:pt x="92" y="929"/>
                  </a:lnTo>
                  <a:lnTo>
                    <a:pt x="143" y="906"/>
                  </a:lnTo>
                  <a:lnTo>
                    <a:pt x="160" y="885"/>
                  </a:lnTo>
                  <a:lnTo>
                    <a:pt x="140" y="827"/>
                  </a:lnTo>
                  <a:lnTo>
                    <a:pt x="123" y="709"/>
                  </a:lnTo>
                  <a:lnTo>
                    <a:pt x="119" y="569"/>
                  </a:lnTo>
                  <a:lnTo>
                    <a:pt x="123" y="476"/>
                  </a:lnTo>
                  <a:lnTo>
                    <a:pt x="129" y="350"/>
                  </a:lnTo>
                  <a:lnTo>
                    <a:pt x="119" y="237"/>
                  </a:lnTo>
                  <a:lnTo>
                    <a:pt x="99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154" name="Freeform 12"/>
            <p:cNvSpPr/>
            <p:nvPr/>
          </p:nvSpPr>
          <p:spPr bwMode="auto">
            <a:xfrm>
              <a:off x="3115" y="2329"/>
              <a:ext cx="320" cy="1040"/>
            </a:xfrm>
            <a:custGeom>
              <a:avLst/>
              <a:gdLst>
                <a:gd name="T0" fmla="*/ 197 w 320"/>
                <a:gd name="T1" fmla="*/ 96 h 1040"/>
                <a:gd name="T2" fmla="*/ 231 w 320"/>
                <a:gd name="T3" fmla="*/ 31 h 1040"/>
                <a:gd name="T4" fmla="*/ 272 w 320"/>
                <a:gd name="T5" fmla="*/ 0 h 1040"/>
                <a:gd name="T6" fmla="*/ 320 w 320"/>
                <a:gd name="T7" fmla="*/ 20 h 1040"/>
                <a:gd name="T8" fmla="*/ 313 w 320"/>
                <a:gd name="T9" fmla="*/ 82 h 1040"/>
                <a:gd name="T10" fmla="*/ 282 w 320"/>
                <a:gd name="T11" fmla="*/ 126 h 1040"/>
                <a:gd name="T12" fmla="*/ 221 w 320"/>
                <a:gd name="T13" fmla="*/ 237 h 1040"/>
                <a:gd name="T14" fmla="*/ 180 w 320"/>
                <a:gd name="T15" fmla="*/ 343 h 1040"/>
                <a:gd name="T16" fmla="*/ 156 w 320"/>
                <a:gd name="T17" fmla="*/ 456 h 1040"/>
                <a:gd name="T18" fmla="*/ 159 w 320"/>
                <a:gd name="T19" fmla="*/ 566 h 1040"/>
                <a:gd name="T20" fmla="*/ 197 w 320"/>
                <a:gd name="T21" fmla="*/ 713 h 1040"/>
                <a:gd name="T22" fmla="*/ 228 w 320"/>
                <a:gd name="T23" fmla="*/ 855 h 1040"/>
                <a:gd name="T24" fmla="*/ 272 w 320"/>
                <a:gd name="T25" fmla="*/ 916 h 1040"/>
                <a:gd name="T26" fmla="*/ 269 w 320"/>
                <a:gd name="T27" fmla="*/ 951 h 1040"/>
                <a:gd name="T28" fmla="*/ 231 w 320"/>
                <a:gd name="T29" fmla="*/ 968 h 1040"/>
                <a:gd name="T30" fmla="*/ 145 w 320"/>
                <a:gd name="T31" fmla="*/ 981 h 1040"/>
                <a:gd name="T32" fmla="*/ 84 w 320"/>
                <a:gd name="T33" fmla="*/ 1019 h 1040"/>
                <a:gd name="T34" fmla="*/ 52 w 320"/>
                <a:gd name="T35" fmla="*/ 1040 h 1040"/>
                <a:gd name="T36" fmla="*/ 0 w 320"/>
                <a:gd name="T37" fmla="*/ 992 h 1040"/>
                <a:gd name="T38" fmla="*/ 11 w 320"/>
                <a:gd name="T39" fmla="*/ 961 h 1040"/>
                <a:gd name="T40" fmla="*/ 62 w 320"/>
                <a:gd name="T41" fmla="*/ 940 h 1040"/>
                <a:gd name="T42" fmla="*/ 128 w 320"/>
                <a:gd name="T43" fmla="*/ 930 h 1040"/>
                <a:gd name="T44" fmla="*/ 190 w 320"/>
                <a:gd name="T45" fmla="*/ 930 h 1040"/>
                <a:gd name="T46" fmla="*/ 200 w 320"/>
                <a:gd name="T47" fmla="*/ 910 h 1040"/>
                <a:gd name="T48" fmla="*/ 190 w 320"/>
                <a:gd name="T49" fmla="*/ 875 h 1040"/>
                <a:gd name="T50" fmla="*/ 138 w 320"/>
                <a:gd name="T51" fmla="*/ 741 h 1040"/>
                <a:gd name="T52" fmla="*/ 104 w 320"/>
                <a:gd name="T53" fmla="*/ 610 h 1040"/>
                <a:gd name="T54" fmla="*/ 87 w 320"/>
                <a:gd name="T55" fmla="*/ 515 h 1040"/>
                <a:gd name="T56" fmla="*/ 84 w 320"/>
                <a:gd name="T57" fmla="*/ 426 h 1040"/>
                <a:gd name="T58" fmla="*/ 97 w 320"/>
                <a:gd name="T59" fmla="*/ 340 h 1040"/>
                <a:gd name="T60" fmla="*/ 128 w 320"/>
                <a:gd name="T61" fmla="*/ 251 h 1040"/>
                <a:gd name="T62" fmla="*/ 176 w 320"/>
                <a:gd name="T63" fmla="*/ 133 h 1040"/>
                <a:gd name="T64" fmla="*/ 197 w 320"/>
                <a:gd name="T65" fmla="*/ 96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0" h="1040">
                  <a:moveTo>
                    <a:pt x="197" y="96"/>
                  </a:moveTo>
                  <a:lnTo>
                    <a:pt x="231" y="31"/>
                  </a:lnTo>
                  <a:lnTo>
                    <a:pt x="272" y="0"/>
                  </a:lnTo>
                  <a:lnTo>
                    <a:pt x="320" y="20"/>
                  </a:lnTo>
                  <a:lnTo>
                    <a:pt x="313" y="82"/>
                  </a:lnTo>
                  <a:lnTo>
                    <a:pt x="282" y="126"/>
                  </a:lnTo>
                  <a:lnTo>
                    <a:pt x="221" y="237"/>
                  </a:lnTo>
                  <a:lnTo>
                    <a:pt x="180" y="343"/>
                  </a:lnTo>
                  <a:lnTo>
                    <a:pt x="156" y="456"/>
                  </a:lnTo>
                  <a:lnTo>
                    <a:pt x="159" y="566"/>
                  </a:lnTo>
                  <a:lnTo>
                    <a:pt x="197" y="713"/>
                  </a:lnTo>
                  <a:lnTo>
                    <a:pt x="228" y="855"/>
                  </a:lnTo>
                  <a:lnTo>
                    <a:pt x="272" y="916"/>
                  </a:lnTo>
                  <a:lnTo>
                    <a:pt x="269" y="951"/>
                  </a:lnTo>
                  <a:lnTo>
                    <a:pt x="231" y="968"/>
                  </a:lnTo>
                  <a:lnTo>
                    <a:pt x="145" y="981"/>
                  </a:lnTo>
                  <a:lnTo>
                    <a:pt x="84" y="1019"/>
                  </a:lnTo>
                  <a:lnTo>
                    <a:pt x="52" y="1040"/>
                  </a:lnTo>
                  <a:lnTo>
                    <a:pt x="0" y="992"/>
                  </a:lnTo>
                  <a:lnTo>
                    <a:pt x="11" y="961"/>
                  </a:lnTo>
                  <a:lnTo>
                    <a:pt x="62" y="940"/>
                  </a:lnTo>
                  <a:lnTo>
                    <a:pt x="128" y="930"/>
                  </a:lnTo>
                  <a:lnTo>
                    <a:pt x="190" y="930"/>
                  </a:lnTo>
                  <a:lnTo>
                    <a:pt x="200" y="910"/>
                  </a:lnTo>
                  <a:lnTo>
                    <a:pt x="190" y="875"/>
                  </a:lnTo>
                  <a:lnTo>
                    <a:pt x="138" y="741"/>
                  </a:lnTo>
                  <a:lnTo>
                    <a:pt x="104" y="610"/>
                  </a:lnTo>
                  <a:lnTo>
                    <a:pt x="87" y="515"/>
                  </a:lnTo>
                  <a:lnTo>
                    <a:pt x="84" y="426"/>
                  </a:lnTo>
                  <a:lnTo>
                    <a:pt x="97" y="340"/>
                  </a:lnTo>
                  <a:lnTo>
                    <a:pt x="128" y="251"/>
                  </a:lnTo>
                  <a:lnTo>
                    <a:pt x="176" y="133"/>
                  </a:lnTo>
                  <a:lnTo>
                    <a:pt x="197" y="9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155" name="Freeform 13"/>
            <p:cNvSpPr/>
            <p:nvPr/>
          </p:nvSpPr>
          <p:spPr bwMode="auto">
            <a:xfrm>
              <a:off x="3176" y="1033"/>
              <a:ext cx="412" cy="543"/>
            </a:xfrm>
            <a:custGeom>
              <a:avLst/>
              <a:gdLst>
                <a:gd name="T0" fmla="*/ 151 w 412"/>
                <a:gd name="T1" fmla="*/ 454 h 543"/>
                <a:gd name="T2" fmla="*/ 182 w 412"/>
                <a:gd name="T3" fmla="*/ 522 h 543"/>
                <a:gd name="T4" fmla="*/ 254 w 412"/>
                <a:gd name="T5" fmla="*/ 543 h 543"/>
                <a:gd name="T6" fmla="*/ 316 w 412"/>
                <a:gd name="T7" fmla="*/ 536 h 543"/>
                <a:gd name="T8" fmla="*/ 367 w 412"/>
                <a:gd name="T9" fmla="*/ 492 h 543"/>
                <a:gd name="T10" fmla="*/ 408 w 412"/>
                <a:gd name="T11" fmla="*/ 402 h 543"/>
                <a:gd name="T12" fmla="*/ 412 w 412"/>
                <a:gd name="T13" fmla="*/ 296 h 543"/>
                <a:gd name="T14" fmla="*/ 398 w 412"/>
                <a:gd name="T15" fmla="*/ 203 h 543"/>
                <a:gd name="T16" fmla="*/ 340 w 412"/>
                <a:gd name="T17" fmla="*/ 99 h 543"/>
                <a:gd name="T18" fmla="*/ 298 w 412"/>
                <a:gd name="T19" fmla="*/ 51 h 543"/>
                <a:gd name="T20" fmla="*/ 254 w 412"/>
                <a:gd name="T21" fmla="*/ 21 h 543"/>
                <a:gd name="T22" fmla="*/ 213 w 412"/>
                <a:gd name="T23" fmla="*/ 0 h 543"/>
                <a:gd name="T24" fmla="*/ 141 w 412"/>
                <a:gd name="T25" fmla="*/ 7 h 543"/>
                <a:gd name="T26" fmla="*/ 103 w 412"/>
                <a:gd name="T27" fmla="*/ 69 h 543"/>
                <a:gd name="T28" fmla="*/ 83 w 412"/>
                <a:gd name="T29" fmla="*/ 134 h 543"/>
                <a:gd name="T30" fmla="*/ 83 w 412"/>
                <a:gd name="T31" fmla="*/ 238 h 543"/>
                <a:gd name="T32" fmla="*/ 100 w 412"/>
                <a:gd name="T33" fmla="*/ 337 h 543"/>
                <a:gd name="T34" fmla="*/ 120 w 412"/>
                <a:gd name="T35" fmla="*/ 392 h 543"/>
                <a:gd name="T36" fmla="*/ 6 w 412"/>
                <a:gd name="T37" fmla="*/ 474 h 543"/>
                <a:gd name="T38" fmla="*/ 0 w 412"/>
                <a:gd name="T39" fmla="*/ 505 h 543"/>
                <a:gd name="T40" fmla="*/ 17 w 412"/>
                <a:gd name="T41" fmla="*/ 522 h 543"/>
                <a:gd name="T42" fmla="*/ 141 w 412"/>
                <a:gd name="T43" fmla="*/ 430 h 543"/>
                <a:gd name="T44" fmla="*/ 151 w 412"/>
                <a:gd name="T45" fmla="*/ 454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2" h="543">
                  <a:moveTo>
                    <a:pt x="151" y="454"/>
                  </a:moveTo>
                  <a:lnTo>
                    <a:pt x="182" y="522"/>
                  </a:lnTo>
                  <a:lnTo>
                    <a:pt x="254" y="543"/>
                  </a:lnTo>
                  <a:lnTo>
                    <a:pt x="316" y="536"/>
                  </a:lnTo>
                  <a:lnTo>
                    <a:pt x="367" y="492"/>
                  </a:lnTo>
                  <a:lnTo>
                    <a:pt x="408" y="402"/>
                  </a:lnTo>
                  <a:lnTo>
                    <a:pt x="412" y="296"/>
                  </a:lnTo>
                  <a:lnTo>
                    <a:pt x="398" y="203"/>
                  </a:lnTo>
                  <a:lnTo>
                    <a:pt x="340" y="99"/>
                  </a:lnTo>
                  <a:lnTo>
                    <a:pt x="298" y="51"/>
                  </a:lnTo>
                  <a:lnTo>
                    <a:pt x="254" y="21"/>
                  </a:lnTo>
                  <a:lnTo>
                    <a:pt x="213" y="0"/>
                  </a:lnTo>
                  <a:lnTo>
                    <a:pt x="141" y="7"/>
                  </a:lnTo>
                  <a:lnTo>
                    <a:pt x="103" y="69"/>
                  </a:lnTo>
                  <a:lnTo>
                    <a:pt x="83" y="134"/>
                  </a:lnTo>
                  <a:lnTo>
                    <a:pt x="83" y="238"/>
                  </a:lnTo>
                  <a:lnTo>
                    <a:pt x="100" y="337"/>
                  </a:lnTo>
                  <a:lnTo>
                    <a:pt x="120" y="392"/>
                  </a:lnTo>
                  <a:lnTo>
                    <a:pt x="6" y="474"/>
                  </a:lnTo>
                  <a:lnTo>
                    <a:pt x="0" y="505"/>
                  </a:lnTo>
                  <a:lnTo>
                    <a:pt x="17" y="522"/>
                  </a:lnTo>
                  <a:lnTo>
                    <a:pt x="141" y="430"/>
                  </a:lnTo>
                  <a:lnTo>
                    <a:pt x="151" y="4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156" name="Freeform 14"/>
            <p:cNvSpPr/>
            <p:nvPr/>
          </p:nvSpPr>
          <p:spPr bwMode="auto">
            <a:xfrm>
              <a:off x="3327" y="918"/>
              <a:ext cx="819" cy="908"/>
            </a:xfrm>
            <a:custGeom>
              <a:avLst/>
              <a:gdLst>
                <a:gd name="T0" fmla="*/ 545 w 819"/>
                <a:gd name="T1" fmla="*/ 628 h 908"/>
                <a:gd name="T2" fmla="*/ 504 w 819"/>
                <a:gd name="T3" fmla="*/ 669 h 908"/>
                <a:gd name="T4" fmla="*/ 417 w 819"/>
                <a:gd name="T5" fmla="*/ 720 h 908"/>
                <a:gd name="T6" fmla="*/ 339 w 819"/>
                <a:gd name="T7" fmla="*/ 751 h 908"/>
                <a:gd name="T8" fmla="*/ 284 w 819"/>
                <a:gd name="T9" fmla="*/ 782 h 908"/>
                <a:gd name="T10" fmla="*/ 232 w 819"/>
                <a:gd name="T11" fmla="*/ 823 h 908"/>
                <a:gd name="T12" fmla="*/ 226 w 819"/>
                <a:gd name="T13" fmla="*/ 895 h 908"/>
                <a:gd name="T14" fmla="*/ 277 w 819"/>
                <a:gd name="T15" fmla="*/ 908 h 908"/>
                <a:gd name="T16" fmla="*/ 407 w 819"/>
                <a:gd name="T17" fmla="*/ 833 h 908"/>
                <a:gd name="T18" fmla="*/ 504 w 819"/>
                <a:gd name="T19" fmla="*/ 744 h 908"/>
                <a:gd name="T20" fmla="*/ 617 w 819"/>
                <a:gd name="T21" fmla="*/ 631 h 908"/>
                <a:gd name="T22" fmla="*/ 709 w 819"/>
                <a:gd name="T23" fmla="*/ 559 h 908"/>
                <a:gd name="T24" fmla="*/ 788 w 819"/>
                <a:gd name="T25" fmla="*/ 504 h 908"/>
                <a:gd name="T26" fmla="*/ 819 w 819"/>
                <a:gd name="T27" fmla="*/ 477 h 908"/>
                <a:gd name="T28" fmla="*/ 808 w 819"/>
                <a:gd name="T29" fmla="*/ 443 h 908"/>
                <a:gd name="T30" fmla="*/ 771 w 819"/>
                <a:gd name="T31" fmla="*/ 395 h 908"/>
                <a:gd name="T32" fmla="*/ 634 w 819"/>
                <a:gd name="T33" fmla="*/ 320 h 908"/>
                <a:gd name="T34" fmla="*/ 504 w 819"/>
                <a:gd name="T35" fmla="*/ 250 h 908"/>
                <a:gd name="T36" fmla="*/ 345 w 819"/>
                <a:gd name="T37" fmla="*/ 178 h 908"/>
                <a:gd name="T38" fmla="*/ 287 w 819"/>
                <a:gd name="T39" fmla="*/ 137 h 908"/>
                <a:gd name="T40" fmla="*/ 226 w 819"/>
                <a:gd name="T41" fmla="*/ 82 h 908"/>
                <a:gd name="T42" fmla="*/ 164 w 819"/>
                <a:gd name="T43" fmla="*/ 21 h 908"/>
                <a:gd name="T44" fmla="*/ 109 w 819"/>
                <a:gd name="T45" fmla="*/ 0 h 908"/>
                <a:gd name="T46" fmla="*/ 0 w 819"/>
                <a:gd name="T47" fmla="*/ 76 h 908"/>
                <a:gd name="T48" fmla="*/ 7 w 819"/>
                <a:gd name="T49" fmla="*/ 147 h 908"/>
                <a:gd name="T50" fmla="*/ 27 w 819"/>
                <a:gd name="T51" fmla="*/ 175 h 908"/>
                <a:gd name="T52" fmla="*/ 82 w 819"/>
                <a:gd name="T53" fmla="*/ 164 h 908"/>
                <a:gd name="T54" fmla="*/ 72 w 819"/>
                <a:gd name="T55" fmla="*/ 134 h 908"/>
                <a:gd name="T56" fmla="*/ 51 w 819"/>
                <a:gd name="T57" fmla="*/ 123 h 908"/>
                <a:gd name="T58" fmla="*/ 41 w 819"/>
                <a:gd name="T59" fmla="*/ 86 h 908"/>
                <a:gd name="T60" fmla="*/ 102 w 819"/>
                <a:gd name="T61" fmla="*/ 45 h 908"/>
                <a:gd name="T62" fmla="*/ 154 w 819"/>
                <a:gd name="T63" fmla="*/ 86 h 908"/>
                <a:gd name="T64" fmla="*/ 154 w 819"/>
                <a:gd name="T65" fmla="*/ 123 h 908"/>
                <a:gd name="T66" fmla="*/ 133 w 819"/>
                <a:gd name="T67" fmla="*/ 168 h 908"/>
                <a:gd name="T68" fmla="*/ 150 w 819"/>
                <a:gd name="T69" fmla="*/ 199 h 908"/>
                <a:gd name="T70" fmla="*/ 253 w 819"/>
                <a:gd name="T71" fmla="*/ 226 h 908"/>
                <a:gd name="T72" fmla="*/ 294 w 819"/>
                <a:gd name="T73" fmla="*/ 188 h 908"/>
                <a:gd name="T74" fmla="*/ 431 w 819"/>
                <a:gd name="T75" fmla="*/ 271 h 908"/>
                <a:gd name="T76" fmla="*/ 545 w 819"/>
                <a:gd name="T77" fmla="*/ 323 h 908"/>
                <a:gd name="T78" fmla="*/ 607 w 819"/>
                <a:gd name="T79" fmla="*/ 354 h 908"/>
                <a:gd name="T80" fmla="*/ 668 w 819"/>
                <a:gd name="T81" fmla="*/ 385 h 908"/>
                <a:gd name="T82" fmla="*/ 716 w 819"/>
                <a:gd name="T83" fmla="*/ 426 h 908"/>
                <a:gd name="T84" fmla="*/ 747 w 819"/>
                <a:gd name="T85" fmla="*/ 467 h 908"/>
                <a:gd name="T86" fmla="*/ 719 w 819"/>
                <a:gd name="T87" fmla="*/ 497 h 908"/>
                <a:gd name="T88" fmla="*/ 654 w 819"/>
                <a:gd name="T89" fmla="*/ 539 h 908"/>
                <a:gd name="T90" fmla="*/ 586 w 819"/>
                <a:gd name="T91" fmla="*/ 586 h 908"/>
                <a:gd name="T92" fmla="*/ 545 w 819"/>
                <a:gd name="T93" fmla="*/ 628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19" h="908">
                  <a:moveTo>
                    <a:pt x="545" y="628"/>
                  </a:moveTo>
                  <a:lnTo>
                    <a:pt x="504" y="669"/>
                  </a:lnTo>
                  <a:lnTo>
                    <a:pt x="417" y="720"/>
                  </a:lnTo>
                  <a:lnTo>
                    <a:pt x="339" y="751"/>
                  </a:lnTo>
                  <a:lnTo>
                    <a:pt x="284" y="782"/>
                  </a:lnTo>
                  <a:lnTo>
                    <a:pt x="232" y="823"/>
                  </a:lnTo>
                  <a:lnTo>
                    <a:pt x="226" y="895"/>
                  </a:lnTo>
                  <a:lnTo>
                    <a:pt x="277" y="908"/>
                  </a:lnTo>
                  <a:lnTo>
                    <a:pt x="407" y="833"/>
                  </a:lnTo>
                  <a:lnTo>
                    <a:pt x="504" y="744"/>
                  </a:lnTo>
                  <a:lnTo>
                    <a:pt x="617" y="631"/>
                  </a:lnTo>
                  <a:lnTo>
                    <a:pt x="709" y="559"/>
                  </a:lnTo>
                  <a:lnTo>
                    <a:pt x="788" y="504"/>
                  </a:lnTo>
                  <a:lnTo>
                    <a:pt x="819" y="477"/>
                  </a:lnTo>
                  <a:lnTo>
                    <a:pt x="808" y="443"/>
                  </a:lnTo>
                  <a:lnTo>
                    <a:pt x="771" y="395"/>
                  </a:lnTo>
                  <a:lnTo>
                    <a:pt x="634" y="320"/>
                  </a:lnTo>
                  <a:lnTo>
                    <a:pt x="504" y="250"/>
                  </a:lnTo>
                  <a:lnTo>
                    <a:pt x="345" y="178"/>
                  </a:lnTo>
                  <a:lnTo>
                    <a:pt x="287" y="137"/>
                  </a:lnTo>
                  <a:lnTo>
                    <a:pt x="226" y="82"/>
                  </a:lnTo>
                  <a:lnTo>
                    <a:pt x="164" y="21"/>
                  </a:lnTo>
                  <a:lnTo>
                    <a:pt x="109" y="0"/>
                  </a:lnTo>
                  <a:lnTo>
                    <a:pt x="0" y="76"/>
                  </a:lnTo>
                  <a:lnTo>
                    <a:pt x="7" y="147"/>
                  </a:lnTo>
                  <a:lnTo>
                    <a:pt x="27" y="175"/>
                  </a:lnTo>
                  <a:lnTo>
                    <a:pt x="82" y="164"/>
                  </a:lnTo>
                  <a:lnTo>
                    <a:pt x="72" y="134"/>
                  </a:lnTo>
                  <a:lnTo>
                    <a:pt x="51" y="123"/>
                  </a:lnTo>
                  <a:lnTo>
                    <a:pt x="41" y="86"/>
                  </a:lnTo>
                  <a:lnTo>
                    <a:pt x="102" y="45"/>
                  </a:lnTo>
                  <a:lnTo>
                    <a:pt x="154" y="86"/>
                  </a:lnTo>
                  <a:lnTo>
                    <a:pt x="154" y="123"/>
                  </a:lnTo>
                  <a:lnTo>
                    <a:pt x="133" y="168"/>
                  </a:lnTo>
                  <a:lnTo>
                    <a:pt x="150" y="199"/>
                  </a:lnTo>
                  <a:lnTo>
                    <a:pt x="253" y="226"/>
                  </a:lnTo>
                  <a:lnTo>
                    <a:pt x="294" y="188"/>
                  </a:lnTo>
                  <a:lnTo>
                    <a:pt x="431" y="271"/>
                  </a:lnTo>
                  <a:lnTo>
                    <a:pt x="545" y="323"/>
                  </a:lnTo>
                  <a:lnTo>
                    <a:pt x="607" y="354"/>
                  </a:lnTo>
                  <a:lnTo>
                    <a:pt x="668" y="385"/>
                  </a:lnTo>
                  <a:lnTo>
                    <a:pt x="716" y="426"/>
                  </a:lnTo>
                  <a:lnTo>
                    <a:pt x="747" y="467"/>
                  </a:lnTo>
                  <a:lnTo>
                    <a:pt x="719" y="497"/>
                  </a:lnTo>
                  <a:lnTo>
                    <a:pt x="654" y="539"/>
                  </a:lnTo>
                  <a:lnTo>
                    <a:pt x="586" y="586"/>
                  </a:lnTo>
                  <a:lnTo>
                    <a:pt x="545" y="6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</p:grpSp>
      <p:sp>
        <p:nvSpPr>
          <p:cNvPr id="157" name="Rectangle 10"/>
          <p:cNvSpPr>
            <a:spLocks noChangeArrowheads="1"/>
          </p:cNvSpPr>
          <p:nvPr/>
        </p:nvSpPr>
        <p:spPr bwMode="auto">
          <a:xfrm>
            <a:off x="9474973" y="2783595"/>
            <a:ext cx="685800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6000" dirty="0">
                <a:solidFill>
                  <a:srgbClr val="FF0000"/>
                </a:solidFill>
                <a:ea typeface="宋体" panose="02010600030101010101" pitchFamily="2" charset="-122"/>
              </a:rPr>
              <a:t>？</a:t>
            </a:r>
            <a:endParaRPr lang="zh-CN" altLang="en-US" sz="6000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pic>
        <p:nvPicPr>
          <p:cNvPr id="158" name="图片 15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95475" y="5205226"/>
            <a:ext cx="613327" cy="515781"/>
          </a:xfrm>
          <a:prstGeom prst="rect">
            <a:avLst/>
          </a:prstGeom>
        </p:spPr>
      </p:pic>
      <p:grpSp>
        <p:nvGrpSpPr>
          <p:cNvPr id="159" name="组合 158"/>
          <p:cNvGrpSpPr/>
          <p:nvPr/>
        </p:nvGrpSpPr>
        <p:grpSpPr>
          <a:xfrm>
            <a:off x="1087362" y="3922740"/>
            <a:ext cx="3283397" cy="2055267"/>
            <a:chOff x="107503" y="3995708"/>
            <a:chExt cx="3283397" cy="2055267"/>
          </a:xfrm>
        </p:grpSpPr>
        <p:pic>
          <p:nvPicPr>
            <p:cNvPr id="160" name="图片 15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17049" y="5289483"/>
              <a:ext cx="613327" cy="515781"/>
            </a:xfrm>
            <a:prstGeom prst="rect">
              <a:avLst/>
            </a:prstGeom>
          </p:spPr>
        </p:pic>
        <p:sp>
          <p:nvSpPr>
            <p:cNvPr id="161" name="矩形 160"/>
            <p:cNvSpPr/>
            <p:nvPr/>
          </p:nvSpPr>
          <p:spPr bwMode="auto">
            <a:xfrm>
              <a:off x="107503" y="4120728"/>
              <a:ext cx="3283397" cy="1656000"/>
            </a:xfrm>
            <a:prstGeom prst="rect">
              <a:avLst/>
            </a:prstGeom>
            <a:solidFill>
              <a:schemeClr val="bg1"/>
            </a:solidFill>
            <a:ln w="285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sp>
          <p:nvSpPr>
            <p:cNvPr id="162" name="矩形 161"/>
            <p:cNvSpPr/>
            <p:nvPr/>
          </p:nvSpPr>
          <p:spPr bwMode="auto">
            <a:xfrm>
              <a:off x="332696" y="4797152"/>
              <a:ext cx="289248" cy="1247485"/>
            </a:xfrm>
            <a:prstGeom prst="rect">
              <a:avLst/>
            </a:prstGeom>
            <a:solidFill>
              <a:schemeClr val="bg1"/>
            </a:solidFill>
            <a:ln w="285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sp>
          <p:nvSpPr>
            <p:cNvPr id="163" name="Line 83"/>
            <p:cNvSpPr>
              <a:spLocks noChangeShapeType="1"/>
            </p:cNvSpPr>
            <p:nvPr/>
          </p:nvSpPr>
          <p:spPr bwMode="auto">
            <a:xfrm rot="16200000" flipV="1">
              <a:off x="-8456" y="5558058"/>
              <a:ext cx="9715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64" name="矩形 163"/>
            <p:cNvSpPr/>
            <p:nvPr/>
          </p:nvSpPr>
          <p:spPr bwMode="auto">
            <a:xfrm>
              <a:off x="2187057" y="4803490"/>
              <a:ext cx="289248" cy="1247485"/>
            </a:xfrm>
            <a:prstGeom prst="rect">
              <a:avLst/>
            </a:prstGeom>
            <a:solidFill>
              <a:schemeClr val="bg1"/>
            </a:solidFill>
            <a:ln w="285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487007" y="3995708"/>
              <a:ext cx="1856248" cy="1265239"/>
              <a:chOff x="9394526" y="174544"/>
              <a:chExt cx="1856248" cy="1265239"/>
            </a:xfrm>
          </p:grpSpPr>
          <p:sp>
            <p:nvSpPr>
              <p:cNvPr id="167" name="Text Box 77"/>
              <p:cNvSpPr txBox="1">
                <a:spLocks noChangeArrowheads="1"/>
              </p:cNvSpPr>
              <p:nvPr/>
            </p:nvSpPr>
            <p:spPr bwMode="auto">
              <a:xfrm>
                <a:off x="10288289" y="174544"/>
                <a:ext cx="274638" cy="523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lang="en-US" altLang="zh-CN" sz="2800" b="1" i="1" kern="0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.</a:t>
                </a:r>
                <a:endParaRPr kumimoji="0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" name="Text Box 125"/>
              <p:cNvSpPr txBox="1">
                <a:spLocks noChangeArrowheads="1"/>
              </p:cNvSpPr>
              <p:nvPr/>
            </p:nvSpPr>
            <p:spPr bwMode="auto">
              <a:xfrm>
                <a:off x="9537402" y="526087"/>
                <a:ext cx="1568448" cy="5232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+ </a:t>
                </a: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        </a:t>
                </a: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Times New Roman" panose="02020603050405020304" pitchFamily="18" charset="0"/>
                  </a:rPr>
                  <a:t>-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" name="Text Box 84"/>
              <p:cNvSpPr txBox="1">
                <a:spLocks noChangeArrowheads="1"/>
              </p:cNvSpPr>
              <p:nvPr/>
            </p:nvSpPr>
            <p:spPr bwMode="auto">
              <a:xfrm>
                <a:off x="9948564" y="506332"/>
                <a:ext cx="798617" cy="5232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2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Times New Roman" panose="02020603050405020304" pitchFamily="18" charset="0"/>
                  </a:rPr>
                  <a:t>-</a:t>
                </a:r>
                <a:r>
                  <a:rPr kumimoji="0" lang="en-US" altLang="zh-CN" sz="2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U</a:t>
                </a:r>
                <a:r>
                  <a:rPr kumimoji="0" lang="en-US" altLang="zh-CN" sz="2800" b="1" u="none" strike="noStrike" kern="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V</a:t>
                </a:r>
                <a:endParaRPr kumimoji="0" lang="en-US" altLang="zh-CN" sz="2800" b="1" u="none" strike="noStrike" kern="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" name="Oval 96"/>
              <p:cNvSpPr>
                <a:spLocks noChangeArrowheads="1"/>
              </p:cNvSpPr>
              <p:nvPr/>
            </p:nvSpPr>
            <p:spPr bwMode="auto">
              <a:xfrm>
                <a:off x="10115251" y="1006395"/>
                <a:ext cx="412750" cy="43338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Line 85"/>
              <p:cNvSpPr>
                <a:spLocks noChangeShapeType="1"/>
              </p:cNvSpPr>
              <p:nvPr/>
            </p:nvSpPr>
            <p:spPr bwMode="auto">
              <a:xfrm>
                <a:off x="9394526" y="1247694"/>
                <a:ext cx="1856248" cy="34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66" name="Line 83"/>
            <p:cNvSpPr>
              <a:spLocks noChangeShapeType="1"/>
            </p:cNvSpPr>
            <p:nvPr/>
          </p:nvSpPr>
          <p:spPr bwMode="auto">
            <a:xfrm rot="16200000" flipV="1">
              <a:off x="1857480" y="5564396"/>
              <a:ext cx="9715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72" name="组合 171"/>
          <p:cNvGrpSpPr/>
          <p:nvPr/>
        </p:nvGrpSpPr>
        <p:grpSpPr>
          <a:xfrm>
            <a:off x="5498707" y="4186036"/>
            <a:ext cx="5217070" cy="578263"/>
            <a:chOff x="3738563" y="4186036"/>
            <a:chExt cx="5217070" cy="578263"/>
          </a:xfrm>
        </p:grpSpPr>
        <p:sp>
          <p:nvSpPr>
            <p:cNvPr id="173" name="Rectangle 23"/>
            <p:cNvSpPr>
              <a:spLocks noChangeArrowheads="1"/>
            </p:cNvSpPr>
            <p:nvPr/>
          </p:nvSpPr>
          <p:spPr bwMode="auto">
            <a:xfrm>
              <a:off x="3738563" y="4186036"/>
              <a:ext cx="2863850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正确方法连接：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74" name="Object 25"/>
            <p:cNvGraphicFramePr>
              <a:graphicFrameLocks noChangeAspect="1"/>
            </p:cNvGraphicFramePr>
            <p:nvPr/>
          </p:nvGraphicFramePr>
          <p:xfrm>
            <a:off x="6223546" y="4207087"/>
            <a:ext cx="2732087" cy="5572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60588" name="Equation" r:id="rId7" imgW="28041600" imgH="5791200" progId="Equation.DSMT4">
                    <p:embed/>
                  </p:oleObj>
                </mc:Choice>
                <mc:Fallback>
                  <p:oleObj name="Equation" r:id="rId7" imgW="280416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223546" y="4207087"/>
                          <a:ext cx="2732087" cy="5572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75" name="Object 25"/>
          <p:cNvGraphicFramePr>
            <a:graphicFrameLocks noChangeAspect="1"/>
          </p:cNvGraphicFramePr>
          <p:nvPr/>
        </p:nvGraphicFramePr>
        <p:xfrm>
          <a:off x="6833794" y="4804307"/>
          <a:ext cx="2405063" cy="5572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0589" name="Equation" r:id="rId9" imgW="24688800" imgH="5791200" progId="Equation.DSMT4">
                  <p:embed/>
                </p:oleObj>
              </mc:Choice>
              <mc:Fallback>
                <p:oleObj name="Equation" r:id="rId9" imgW="246888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33794" y="4804307"/>
                        <a:ext cx="2405063" cy="5572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9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57" grpId="0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Object 34"/>
          <p:cNvGraphicFramePr>
            <a:graphicFrameLocks noChangeAspect="1"/>
          </p:cNvGraphicFramePr>
          <p:nvPr/>
        </p:nvGraphicFramePr>
        <p:xfrm>
          <a:off x="1312943" y="2898092"/>
          <a:ext cx="5400675" cy="2882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37" name="Visio" r:id="rId1" imgW="2266950" imgH="1210310" progId="Visio.Drawing.11">
                  <p:embed/>
                </p:oleObj>
              </mc:Choice>
              <mc:Fallback>
                <p:oleObj name="Visio" r:id="rId1" imgW="2266950" imgH="1210310" progId="Visio.Drawing.11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12943" y="2898092"/>
                        <a:ext cx="5400675" cy="2882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1" name="Rectangle 29"/>
          <p:cNvSpPr>
            <a:spLocks noChangeArrowheads="1"/>
          </p:cNvSpPr>
          <p:nvPr/>
        </p:nvSpPr>
        <p:spPr bwMode="auto">
          <a:xfrm>
            <a:off x="1225079" y="2149178"/>
            <a:ext cx="2206625" cy="58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>
              <a:lnSpc>
                <a:spcPct val="120000"/>
              </a:lnSpc>
              <a:spcBef>
                <a:spcPts val="0"/>
              </a:spcBef>
              <a:buClr>
                <a:schemeClr val="bg2"/>
              </a:buClr>
              <a:buSzPct val="75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线电流：</a:t>
            </a:r>
            <a:endParaRPr lang="en-US" altLang="zh-CN" sz="2800" u="sng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5" name="图片 4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50879" y="3285379"/>
            <a:ext cx="300969" cy="185832"/>
          </a:xfrm>
          <a:prstGeom prst="rect">
            <a:avLst/>
          </a:prstGeom>
        </p:spPr>
      </p:pic>
      <p:pic>
        <p:nvPicPr>
          <p:cNvPr id="46" name="图片 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19128" y="5175601"/>
            <a:ext cx="300969" cy="185832"/>
          </a:xfrm>
          <a:prstGeom prst="rect">
            <a:avLst/>
          </a:prstGeom>
        </p:spPr>
      </p:pic>
      <p:pic>
        <p:nvPicPr>
          <p:cNvPr id="47" name="图片 4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19128" y="5549377"/>
            <a:ext cx="300969" cy="185832"/>
          </a:xfrm>
          <a:prstGeom prst="rect">
            <a:avLst/>
          </a:prstGeom>
        </p:spPr>
      </p:pic>
      <p:graphicFrame>
        <p:nvGraphicFramePr>
          <p:cNvPr id="48" name="Object 27"/>
          <p:cNvGraphicFramePr>
            <a:graphicFrameLocks noChangeAspect="1"/>
          </p:cNvGraphicFramePr>
          <p:nvPr/>
        </p:nvGraphicFramePr>
        <p:xfrm>
          <a:off x="6178152" y="4235450"/>
          <a:ext cx="850900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38" name="Equation" r:id="rId4" imgW="7620000" imgH="5791200" progId="Equation.DSMT4">
                  <p:embed/>
                </p:oleObj>
              </mc:Choice>
              <mc:Fallback>
                <p:oleObj name="Equation" r:id="rId4" imgW="7620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78152" y="4235450"/>
                        <a:ext cx="850900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" name="Object 27"/>
          <p:cNvGraphicFramePr>
            <a:graphicFrameLocks noChangeAspect="1"/>
          </p:cNvGraphicFramePr>
          <p:nvPr/>
        </p:nvGraphicFramePr>
        <p:xfrm>
          <a:off x="3817541" y="2747964"/>
          <a:ext cx="509587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39" name="Equation" r:id="rId6" imgW="4572000" imgH="5791200" progId="Equation.DSMT4">
                  <p:embed/>
                </p:oleObj>
              </mc:Choice>
              <mc:Fallback>
                <p:oleObj name="Equation" r:id="rId6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7541" y="2747964"/>
                        <a:ext cx="509587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" name="Object 27"/>
          <p:cNvGraphicFramePr>
            <a:graphicFrameLocks noChangeAspect="1"/>
          </p:cNvGraphicFramePr>
          <p:nvPr/>
        </p:nvGraphicFramePr>
        <p:xfrm>
          <a:off x="3595291" y="4616450"/>
          <a:ext cx="509587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40" name="Equation" r:id="rId8" imgW="4572000" imgH="5791200" progId="Equation.DSMT4">
                  <p:embed/>
                </p:oleObj>
              </mc:Choice>
              <mc:Fallback>
                <p:oleObj name="Equation" r:id="rId8" imgW="45720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95291" y="4616450"/>
                        <a:ext cx="509587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5" name="Object 27"/>
          <p:cNvGraphicFramePr>
            <a:graphicFrameLocks noChangeAspect="1"/>
          </p:cNvGraphicFramePr>
          <p:nvPr/>
        </p:nvGraphicFramePr>
        <p:xfrm>
          <a:off x="3650852" y="5680075"/>
          <a:ext cx="577850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41" name="Equation" r:id="rId10" imgW="5181600" imgH="5791200" progId="Equation.DSMT4">
                  <p:embed/>
                </p:oleObj>
              </mc:Choice>
              <mc:Fallback>
                <p:oleObj name="Equation" r:id="rId10" imgW="5181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50852" y="5680075"/>
                        <a:ext cx="577850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6" name="图片 75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988590" y="4491785"/>
            <a:ext cx="195913" cy="300627"/>
          </a:xfrm>
          <a:prstGeom prst="rect">
            <a:avLst/>
          </a:prstGeom>
        </p:spPr>
      </p:pic>
      <p:pic>
        <p:nvPicPr>
          <p:cNvPr id="77" name="图片 76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0800000" flipH="1">
            <a:off x="5051932" y="3579649"/>
            <a:ext cx="195913" cy="300627"/>
          </a:xfrm>
          <a:prstGeom prst="rect">
            <a:avLst/>
          </a:prstGeom>
        </p:spPr>
      </p:pic>
      <p:pic>
        <p:nvPicPr>
          <p:cNvPr id="78" name="图片 77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768825" y="4933963"/>
            <a:ext cx="300971" cy="185833"/>
          </a:xfrm>
          <a:prstGeom prst="rect">
            <a:avLst/>
          </a:prstGeom>
        </p:spPr>
      </p:pic>
      <p:graphicFrame>
        <p:nvGraphicFramePr>
          <p:cNvPr id="79" name="Object 27"/>
          <p:cNvGraphicFramePr>
            <a:graphicFrameLocks noChangeAspect="1"/>
          </p:cNvGraphicFramePr>
          <p:nvPr/>
        </p:nvGraphicFramePr>
        <p:xfrm>
          <a:off x="4277915" y="3359150"/>
          <a:ext cx="919162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42" name="Equation" r:id="rId14" imgW="8229600" imgH="5791200" progId="Equation.DSMT4">
                  <p:embed/>
                </p:oleObj>
              </mc:Choice>
              <mc:Fallback>
                <p:oleObj name="Equation" r:id="rId14" imgW="8229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77915" y="3359150"/>
                        <a:ext cx="919162" cy="6365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0" name="Object 27"/>
          <p:cNvGraphicFramePr>
            <a:graphicFrameLocks noChangeAspect="1"/>
          </p:cNvGraphicFramePr>
          <p:nvPr/>
        </p:nvGraphicFramePr>
        <p:xfrm>
          <a:off x="4556372" y="4390292"/>
          <a:ext cx="919163" cy="636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43" name="Equation" r:id="rId16" imgW="8229600" imgH="5791200" progId="Equation.DSMT4">
                  <p:embed/>
                </p:oleObj>
              </mc:Choice>
              <mc:Fallback>
                <p:oleObj name="Equation" r:id="rId16" imgW="8229600" imgH="57912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56372" y="4390292"/>
                        <a:ext cx="919163" cy="636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" name="Object 7"/>
          <p:cNvGraphicFramePr>
            <a:graphicFrameLocks noChangeAspect="1"/>
          </p:cNvGraphicFramePr>
          <p:nvPr/>
        </p:nvGraphicFramePr>
        <p:xfrm>
          <a:off x="8994835" y="2544763"/>
          <a:ext cx="2471737" cy="5572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44" name="Equation" r:id="rId18" imgW="25603200" imgH="5791200" progId="Equation.DSMT4">
                  <p:embed/>
                </p:oleObj>
              </mc:Choice>
              <mc:Fallback>
                <p:oleObj name="Equation" r:id="rId18" imgW="25603200" imgH="579120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94835" y="2544763"/>
                        <a:ext cx="2471737" cy="5572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82" name="Rectangle 6"/>
          <p:cNvSpPr>
            <a:spLocks noChangeArrowheads="1"/>
          </p:cNvSpPr>
          <p:nvPr/>
        </p:nvSpPr>
        <p:spPr bwMode="auto">
          <a:xfrm>
            <a:off x="7680176" y="2563985"/>
            <a:ext cx="1438614" cy="433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FF0000"/>
                </a:solidFill>
                <a:ea typeface="宋体" panose="02010600030101010101" pitchFamily="2" charset="-122"/>
              </a:rPr>
              <a:t>线电流</a:t>
            </a:r>
            <a:endParaRPr lang="en-US" altLang="zh-CN" sz="2800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sp>
        <p:nvSpPr>
          <p:cNvPr id="83" name="Rectangle 22"/>
          <p:cNvSpPr>
            <a:spLocks noChangeArrowheads="1"/>
          </p:cNvSpPr>
          <p:nvPr/>
        </p:nvSpPr>
        <p:spPr bwMode="auto">
          <a:xfrm>
            <a:off x="7736138" y="3332914"/>
            <a:ext cx="3830676" cy="2184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对称三相电路中，每相电压有效值和阻抗都相等，所以负载中的</a:t>
            </a:r>
            <a:r>
              <a:rPr lang="zh-CN" altLang="en-US" sz="2800" b="1" dirty="0">
                <a:solidFill>
                  <a:srgbClr val="FF0000"/>
                </a:solidFill>
                <a:ea typeface="宋体" panose="02010600030101010101" pitchFamily="2" charset="-122"/>
              </a:rPr>
              <a:t>相电流也对称</a:t>
            </a:r>
            <a:endParaRPr lang="en-US" altLang="zh-CN" sz="2800" b="1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graphicFrame>
        <p:nvGraphicFramePr>
          <p:cNvPr id="84" name="Object 23"/>
          <p:cNvGraphicFramePr>
            <a:graphicFrameLocks noChangeAspect="1"/>
          </p:cNvGraphicFramePr>
          <p:nvPr/>
        </p:nvGraphicFramePr>
        <p:xfrm>
          <a:off x="8905772" y="5829879"/>
          <a:ext cx="3060700" cy="517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7945" name="Equation" r:id="rId20" imgW="33832800" imgH="5791200" progId="Equation.DSMT4">
                  <p:embed/>
                </p:oleObj>
              </mc:Choice>
              <mc:Fallback>
                <p:oleObj name="Equation" r:id="rId20" imgW="33832800" imgH="57912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05772" y="5829879"/>
                        <a:ext cx="3060700" cy="517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85" name="Rectangle 6"/>
          <p:cNvSpPr>
            <a:spLocks noChangeArrowheads="1"/>
          </p:cNvSpPr>
          <p:nvPr/>
        </p:nvSpPr>
        <p:spPr bwMode="auto">
          <a:xfrm>
            <a:off x="7739681" y="5780992"/>
            <a:ext cx="1438614" cy="433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FF0000"/>
                </a:solidFill>
                <a:ea typeface="宋体" panose="02010600030101010101" pitchFamily="2" charset="-122"/>
              </a:rPr>
              <a:t>相电流</a:t>
            </a:r>
            <a:endParaRPr lang="en-US" altLang="zh-CN" sz="2800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sp>
        <p:nvSpPr>
          <p:cNvPr id="69" name="Oval 27"/>
          <p:cNvSpPr>
            <a:spLocks noChangeArrowheads="1"/>
          </p:cNvSpPr>
          <p:nvPr/>
        </p:nvSpPr>
        <p:spPr bwMode="auto">
          <a:xfrm>
            <a:off x="1199456" y="2936848"/>
            <a:ext cx="3043237" cy="3165117"/>
          </a:xfrm>
          <a:prstGeom prst="ellipse">
            <a:avLst/>
          </a:prstGeom>
          <a:noFill/>
          <a:ln w="38100">
            <a:solidFill>
              <a:srgbClr val="00B050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86" name="Rectangle 3"/>
          <p:cNvSpPr>
            <a:spLocks noChangeArrowheads="1"/>
          </p:cNvSpPr>
          <p:nvPr/>
        </p:nvSpPr>
        <p:spPr bwMode="auto">
          <a:xfrm>
            <a:off x="839416" y="1628800"/>
            <a:ext cx="436639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(△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形联结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89" name="组合 88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90" name="Picture 8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9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0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11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5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2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5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6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96" name="Picture 16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7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8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19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0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1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2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3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4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5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6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7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8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29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0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1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32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3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34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36" descr="Green and Black Diamond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" grpId="0"/>
      <p:bldP spid="83" grpId="0"/>
      <p:bldP spid="85" grpId="0"/>
      <p:bldP spid="69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839416" y="1628800"/>
            <a:ext cx="5113138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电源和负载的连接方式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86" name="Rectangle 24"/>
          <p:cNvSpPr>
            <a:spLocks noChangeArrowheads="1"/>
          </p:cNvSpPr>
          <p:nvPr/>
        </p:nvSpPr>
        <p:spPr bwMode="auto">
          <a:xfrm>
            <a:off x="1226992" y="2198368"/>
            <a:ext cx="76327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Y</a:t>
            </a: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1"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电源与负载均作星形</a:t>
            </a: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7" name="Rectangle 25"/>
          <p:cNvSpPr>
            <a:spLocks noChangeArrowheads="1"/>
          </p:cNvSpPr>
          <p:nvPr/>
        </p:nvSpPr>
        <p:spPr bwMode="auto">
          <a:xfrm>
            <a:off x="1211743" y="2781126"/>
            <a:ext cx="699262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△△</a:t>
            </a:r>
            <a:r>
              <a:rPr kumimoji="1"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电源与负载均作三角形</a:t>
            </a: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88" name="Rectangle 26"/>
          <p:cNvSpPr>
            <a:spLocks noChangeArrowheads="1"/>
          </p:cNvSpPr>
          <p:nvPr/>
        </p:nvSpPr>
        <p:spPr bwMode="auto">
          <a:xfrm>
            <a:off x="1211743" y="3356992"/>
            <a:ext cx="850264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(3) Y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△</a:t>
            </a:r>
            <a:r>
              <a:rPr kumimoji="1"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电源作星形</a:t>
            </a: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、负载作三角形</a:t>
            </a: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89" name="Rectangle 27"/>
          <p:cNvSpPr>
            <a:spLocks noChangeArrowheads="1"/>
          </p:cNvSpPr>
          <p:nvPr/>
        </p:nvSpPr>
        <p:spPr bwMode="auto">
          <a:xfrm>
            <a:off x="1195868" y="4005064"/>
            <a:ext cx="83343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(4)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△</a:t>
            </a: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Y</a:t>
            </a:r>
            <a:r>
              <a:rPr kumimoji="1"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电源作三角形</a:t>
            </a: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、负载作星形</a:t>
            </a:r>
            <a:r>
              <a:rPr kumimoji="1"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90" name="Rectangle 28"/>
          <p:cNvSpPr>
            <a:spLocks noChangeArrowheads="1"/>
          </p:cNvSpPr>
          <p:nvPr/>
        </p:nvSpPr>
        <p:spPr bwMode="auto">
          <a:xfrm>
            <a:off x="1158572" y="4966834"/>
            <a:ext cx="10410036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在这四种连接方式中，星形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星形联结可以构成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三相四线制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，其他三种连接方式构成三相三线制。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1" name="组合 40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42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96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7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7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Rectangle 2"/>
          <p:cNvSpPr>
            <a:spLocks noChangeArrowheads="1"/>
          </p:cNvSpPr>
          <p:nvPr/>
        </p:nvSpPr>
        <p:spPr bwMode="auto">
          <a:xfrm>
            <a:off x="551384" y="2183184"/>
            <a:ext cx="9217024" cy="26222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  <a:spcBef>
                <a:spcPts val="1200"/>
              </a:spcBef>
            </a:pPr>
            <a:r>
              <a:rPr lang="en-US" altLang="zh-CN" sz="2800" b="1" kern="0" dirty="0">
                <a:solidFill>
                  <a:srgbClr val="0000FF"/>
                </a:solidFill>
                <a:cs typeface="Times New Roman" panose="02020603050405020304" pitchFamily="18" charset="0"/>
              </a:rPr>
              <a:t>(1) </a:t>
            </a:r>
            <a:r>
              <a:rPr lang="zh-CN" altLang="en-US" sz="2800" b="1" dirty="0">
                <a:cs typeface="Times New Roman" panose="02020603050405020304" pitchFamily="18" charset="0"/>
                <a:sym typeface="Symbol" panose="05050102010706020507" pitchFamily="18" charset="2"/>
              </a:rPr>
              <a:t>在实际三相电路中，不论连接方式如何</a:t>
            </a:r>
            <a:endParaRPr lang="en-US" altLang="zh-CN" sz="2800" b="1" dirty="0"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989330" indent="-450850" eaLnBrk="1" hangingPunct="1">
              <a:lnSpc>
                <a:spcPct val="120000"/>
              </a:lnSpc>
              <a:spcBef>
                <a:spcPts val="1200"/>
              </a:spcBef>
            </a:pPr>
            <a:r>
              <a:rPr lang="zh-CN" altLang="en-US" sz="2800" b="1" dirty="0">
                <a:solidFill>
                  <a:srgbClr val="C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① </a:t>
            </a:r>
            <a:r>
              <a:rPr lang="zh-CN" altLang="en-US" sz="2800" b="1" dirty="0">
                <a:solidFill>
                  <a:srgbClr val="FF00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三相电源对称</a:t>
            </a:r>
            <a:endParaRPr lang="en-US" altLang="zh-CN" sz="2800" b="1" dirty="0">
              <a:solidFill>
                <a:srgbClr val="FF00FF"/>
              </a:solidFill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989330" indent="-450850" eaLnBrk="1" hangingPunct="1">
              <a:lnSpc>
                <a:spcPct val="120000"/>
              </a:lnSpc>
              <a:spcBef>
                <a:spcPts val="1200"/>
              </a:spcBef>
            </a:pPr>
            <a:r>
              <a:rPr lang="zh-CN" altLang="en-US" sz="2800" b="1" dirty="0">
                <a:solidFill>
                  <a:srgbClr val="C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② </a:t>
            </a:r>
            <a:r>
              <a:rPr lang="zh-CN" altLang="en-US" sz="2800" b="1" dirty="0">
                <a:solidFill>
                  <a:srgbClr val="FF00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三相传输线对称</a:t>
            </a:r>
            <a:r>
              <a:rPr lang="zh-CN" altLang="en-US" sz="2800" b="1" dirty="0">
                <a:cs typeface="Times New Roman" panose="02020603050405020304" pitchFamily="18" charset="0"/>
                <a:sym typeface="Symbol" panose="05050102010706020507" pitchFamily="18" charset="2"/>
              </a:rPr>
              <a:t>（三相传输线等效阻抗相等）</a:t>
            </a:r>
            <a:endParaRPr lang="en-US" altLang="zh-CN" sz="2800" b="1" dirty="0"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989330" indent="-450850" eaLnBrk="1" hangingPunct="1">
              <a:lnSpc>
                <a:spcPct val="120000"/>
              </a:lnSpc>
              <a:spcBef>
                <a:spcPts val="1200"/>
              </a:spcBef>
            </a:pPr>
            <a:r>
              <a:rPr lang="zh-CN" altLang="en-US" sz="2800" b="1" dirty="0">
                <a:solidFill>
                  <a:srgbClr val="C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③ </a:t>
            </a:r>
            <a:r>
              <a:rPr lang="zh-CN" altLang="en-US" sz="2800" b="1" dirty="0">
                <a:cs typeface="Times New Roman" panose="02020603050405020304" pitchFamily="18" charset="0"/>
                <a:sym typeface="Symbol" panose="05050102010706020507" pitchFamily="18" charset="2"/>
              </a:rPr>
              <a:t>三相负载不一定对称</a:t>
            </a:r>
            <a:endParaRPr lang="zh-CN" altLang="en-US" sz="2800" b="1" dirty="0"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139" name="Object 7"/>
          <p:cNvGraphicFramePr>
            <a:graphicFrameLocks noChangeAspect="1"/>
          </p:cNvGraphicFramePr>
          <p:nvPr/>
        </p:nvGraphicFramePr>
        <p:xfrm>
          <a:off x="10101758" y="859682"/>
          <a:ext cx="1466850" cy="1273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4825" name="剪辑" r:id="rId1" imgW="952500" imgH="828675" progId="MS_ClipArt_Gallery.2">
                  <p:embed/>
                </p:oleObj>
              </mc:Choice>
              <mc:Fallback>
                <p:oleObj name="剪辑" r:id="rId1" imgW="952500" imgH="828675" progId="MS_ClipArt_Gallery.2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101758" y="859682"/>
                        <a:ext cx="1466850" cy="1273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" name="AutoShape 8" descr="40%"/>
          <p:cNvSpPr>
            <a:spLocks noChangeArrowheads="1"/>
          </p:cNvSpPr>
          <p:nvPr/>
        </p:nvSpPr>
        <p:spPr bwMode="auto">
          <a:xfrm>
            <a:off x="551384" y="1067516"/>
            <a:ext cx="1965325" cy="838200"/>
          </a:xfrm>
          <a:prstGeom prst="cloudCallout">
            <a:avLst>
              <a:gd name="adj1" fmla="val 67931"/>
              <a:gd name="adj2" fmla="val 77273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08368" y="4077072"/>
            <a:ext cx="2770022" cy="278092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utoUpdateAnimBg="0"/>
      <p:bldP spid="184" grpId="0" animBg="1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22" name="Text Box 2"/>
          <p:cNvSpPr txBox="1">
            <a:spLocks noChangeArrowheads="1"/>
          </p:cNvSpPr>
          <p:nvPr/>
        </p:nvSpPr>
        <p:spPr bwMode="auto">
          <a:xfrm>
            <a:off x="1016521" y="1351928"/>
            <a:ext cx="7772400" cy="7089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defRPr/>
            </a:pPr>
            <a:r>
              <a:rPr lang="zh-CN" altLang="en-US" sz="2800" b="1" dirty="0">
                <a:solidFill>
                  <a:srgbClr val="C00000"/>
                </a:solidFill>
              </a:rPr>
              <a:t>①</a:t>
            </a:r>
            <a:r>
              <a:rPr lang="zh-CN" altLang="en-US" sz="2800" b="1" dirty="0"/>
              <a:t> 电源提供的电压</a:t>
            </a:r>
            <a:r>
              <a:rPr lang="en-US" altLang="zh-CN" sz="2800" b="1" dirty="0"/>
              <a:t>=</a:t>
            </a:r>
            <a:r>
              <a:rPr lang="zh-CN" altLang="en-US" sz="2800" b="1" dirty="0"/>
              <a:t>负载的额定电压；</a:t>
            </a:r>
            <a:endParaRPr lang="zh-CN" altLang="en-US" sz="2800" b="1" dirty="0"/>
          </a:p>
        </p:txBody>
      </p:sp>
      <p:sp>
        <p:nvSpPr>
          <p:cNvPr id="123" name="Rectangle 2"/>
          <p:cNvSpPr>
            <a:spLocks noChangeArrowheads="1"/>
          </p:cNvSpPr>
          <p:nvPr/>
        </p:nvSpPr>
        <p:spPr bwMode="auto">
          <a:xfrm>
            <a:off x="551384" y="908720"/>
            <a:ext cx="8382274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b="1" dirty="0">
                <a:solidFill>
                  <a:srgbClr val="0000FF"/>
                </a:solidFill>
              </a:rPr>
              <a:t>(2) </a:t>
            </a:r>
            <a:r>
              <a:rPr lang="zh-CN" altLang="en-US" sz="2800" b="1" dirty="0">
                <a:solidFill>
                  <a:srgbClr val="0000FF"/>
                </a:solidFill>
              </a:rPr>
              <a:t>三相负载连接原则</a:t>
            </a:r>
            <a:endParaRPr lang="zh-CN" altLang="en-US" sz="2800" b="1" dirty="0">
              <a:solidFill>
                <a:srgbClr val="0000FF"/>
              </a:solidFill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24" name="Text Box 2"/>
          <p:cNvSpPr txBox="1">
            <a:spLocks noChangeArrowheads="1"/>
          </p:cNvSpPr>
          <p:nvPr/>
        </p:nvSpPr>
        <p:spPr bwMode="auto">
          <a:xfrm>
            <a:off x="1014112" y="5688302"/>
            <a:ext cx="7772400" cy="5490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defRPr/>
            </a:pPr>
            <a:r>
              <a:rPr lang="zh-CN" altLang="en-US" sz="2800" b="1" dirty="0">
                <a:solidFill>
                  <a:srgbClr val="C00000"/>
                </a:solidFill>
              </a:rPr>
              <a:t>②</a:t>
            </a:r>
            <a:r>
              <a:rPr lang="zh-CN" altLang="en-US" sz="2800" b="1" dirty="0"/>
              <a:t> 单相负载尽量均衡地分配到三相电源上</a:t>
            </a:r>
            <a:endParaRPr lang="zh-CN" altLang="en-US" sz="2800" b="1" dirty="0"/>
          </a:p>
        </p:txBody>
      </p:sp>
      <p:sp>
        <p:nvSpPr>
          <p:cNvPr id="125" name="Rectangle 3"/>
          <p:cNvSpPr>
            <a:spLocks noChangeArrowheads="1"/>
          </p:cNvSpPr>
          <p:nvPr/>
        </p:nvSpPr>
        <p:spPr bwMode="auto">
          <a:xfrm>
            <a:off x="1487488" y="2060848"/>
            <a:ext cx="60499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 dirty="0">
                <a:cs typeface="Times New Roman" panose="02020603050405020304" pitchFamily="18" charset="0"/>
              </a:rPr>
              <a:t>负载的额定电压</a:t>
            </a:r>
            <a:r>
              <a:rPr lang="en-US" altLang="zh-CN" sz="2800" b="1" dirty="0">
                <a:cs typeface="Times New Roman" panose="02020603050405020304" pitchFamily="18" charset="0"/>
              </a:rPr>
              <a:t>380V</a:t>
            </a:r>
            <a:r>
              <a:rPr lang="zh-CN" altLang="en-US" sz="2800" b="1" dirty="0">
                <a:cs typeface="Times New Roman" panose="02020603050405020304" pitchFamily="18" charset="0"/>
              </a:rPr>
              <a:t> </a:t>
            </a:r>
            <a:r>
              <a:rPr lang="en-US" altLang="zh-CN" sz="2800" b="1" dirty="0">
                <a:cs typeface="Times New Roman" panose="02020603050405020304" pitchFamily="18" charset="0"/>
              </a:rPr>
              <a:t>= </a:t>
            </a:r>
            <a:r>
              <a:rPr lang="zh-CN" altLang="en-US" sz="2800" b="1" dirty="0">
                <a:cs typeface="Times New Roman" panose="02020603050405020304" pitchFamily="18" charset="0"/>
              </a:rPr>
              <a:t>电源的线电压</a:t>
            </a:r>
            <a:endParaRPr lang="zh-CN" altLang="en-US" sz="2800" b="1" dirty="0">
              <a:cs typeface="Times New Roman" panose="02020603050405020304" pitchFamily="18" charset="0"/>
            </a:endParaRPr>
          </a:p>
        </p:txBody>
      </p:sp>
      <p:grpSp>
        <p:nvGrpSpPr>
          <p:cNvPr id="126" name="Group 4"/>
          <p:cNvGrpSpPr/>
          <p:nvPr/>
        </p:nvGrpSpPr>
        <p:grpSpPr bwMode="auto">
          <a:xfrm>
            <a:off x="6253517" y="2593196"/>
            <a:ext cx="2698751" cy="752476"/>
            <a:chOff x="3024" y="1728"/>
            <a:chExt cx="1700" cy="474"/>
          </a:xfrm>
        </p:grpSpPr>
        <p:sp>
          <p:nvSpPr>
            <p:cNvPr id="127" name="AutoShape 5"/>
            <p:cNvSpPr>
              <a:spLocks noChangeArrowheads="1"/>
            </p:cNvSpPr>
            <p:nvPr/>
          </p:nvSpPr>
          <p:spPr bwMode="auto">
            <a:xfrm rot="1401334">
              <a:off x="3024" y="1728"/>
              <a:ext cx="576" cy="288"/>
            </a:xfrm>
            <a:prstGeom prst="notchedRightArrow">
              <a:avLst>
                <a:gd name="adj1" fmla="val 50000"/>
                <a:gd name="adj2" fmla="val 50000"/>
              </a:avLst>
            </a:prstGeom>
            <a:gradFill rotWithShape="0">
              <a:gsLst>
                <a:gs pos="0">
                  <a:srgbClr val="FFFF00"/>
                </a:gs>
                <a:gs pos="100000">
                  <a:srgbClr val="FF0000"/>
                </a:gs>
              </a:gsLst>
              <a:lin ang="0" scaled="1"/>
            </a:gradFill>
            <a:ln w="9525">
              <a:solidFill>
                <a:srgbClr val="FFFF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 b="1">
                <a:cs typeface="Times New Roman" panose="02020603050405020304" pitchFamily="18" charset="0"/>
              </a:endParaRPr>
            </a:p>
          </p:txBody>
        </p:sp>
        <p:sp>
          <p:nvSpPr>
            <p:cNvPr id="128" name="Rectangle 6"/>
            <p:cNvSpPr>
              <a:spLocks noChangeArrowheads="1"/>
            </p:cNvSpPr>
            <p:nvPr/>
          </p:nvSpPr>
          <p:spPr bwMode="auto">
            <a:xfrm>
              <a:off x="3504" y="1872"/>
              <a:ext cx="122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 b="1" dirty="0">
                  <a:solidFill>
                    <a:srgbClr val="000099"/>
                  </a:solidFill>
                  <a:cs typeface="Times New Roman" panose="02020603050405020304" pitchFamily="18" charset="0"/>
                </a:rPr>
                <a:t>应作</a:t>
              </a:r>
              <a:r>
                <a:rPr lang="zh-CN" altLang="en-US" sz="2800" b="1" dirty="0">
                  <a:solidFill>
                    <a:srgbClr val="000099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 </a:t>
              </a:r>
              <a:r>
                <a:rPr lang="zh-CN" altLang="en-US" sz="2800" b="1" dirty="0">
                  <a:solidFill>
                    <a:srgbClr val="000099"/>
                  </a:solidFill>
                  <a:cs typeface="Times New Roman" panose="02020603050405020304" pitchFamily="18" charset="0"/>
                </a:rPr>
                <a:t>联结</a:t>
              </a:r>
              <a:endParaRPr lang="zh-CN" altLang="en-US" sz="2800" b="1" dirty="0">
                <a:solidFill>
                  <a:srgbClr val="000099"/>
                </a:solidFill>
                <a:cs typeface="Times New Roman" panose="02020603050405020304" pitchFamily="18" charset="0"/>
              </a:endParaRPr>
            </a:p>
          </p:txBody>
        </p:sp>
      </p:grpSp>
      <p:grpSp>
        <p:nvGrpSpPr>
          <p:cNvPr id="129" name="Group 7"/>
          <p:cNvGrpSpPr/>
          <p:nvPr/>
        </p:nvGrpSpPr>
        <p:grpSpPr bwMode="auto">
          <a:xfrm>
            <a:off x="1487488" y="3045098"/>
            <a:ext cx="6227764" cy="1066800"/>
            <a:chOff x="192" y="2780"/>
            <a:chExt cx="3923" cy="672"/>
          </a:xfrm>
        </p:grpSpPr>
        <p:sp>
          <p:nvSpPr>
            <p:cNvPr id="130" name="Rectangle 8"/>
            <p:cNvSpPr>
              <a:spLocks noChangeArrowheads="1"/>
            </p:cNvSpPr>
            <p:nvPr/>
          </p:nvSpPr>
          <p:spPr bwMode="auto">
            <a:xfrm>
              <a:off x="192" y="2940"/>
              <a:ext cx="392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 b="1" dirty="0">
                  <a:cs typeface="Times New Roman" panose="02020603050405020304" pitchFamily="18" charset="0"/>
                </a:rPr>
                <a:t>负载的额定电压</a:t>
              </a:r>
              <a:r>
                <a:rPr lang="en-US" altLang="zh-CN" sz="2800" b="1" dirty="0">
                  <a:cs typeface="Times New Roman" panose="02020603050405020304" pitchFamily="18" charset="0"/>
                </a:rPr>
                <a:t>220V</a:t>
              </a:r>
              <a:r>
                <a:rPr lang="zh-CN" altLang="en-US" sz="2800" b="1" dirty="0">
                  <a:cs typeface="Times New Roman" panose="02020603050405020304" pitchFamily="18" charset="0"/>
                </a:rPr>
                <a:t> </a:t>
              </a:r>
              <a:r>
                <a:rPr lang="en-US" altLang="zh-CN" sz="2800" b="1" dirty="0">
                  <a:cs typeface="Times New Roman" panose="02020603050405020304" pitchFamily="18" charset="0"/>
                </a:rPr>
                <a:t>=</a:t>
              </a:r>
              <a:r>
                <a:rPr lang="en-US" altLang="zh-CN" sz="2800" b="1" dirty="0">
                  <a:solidFill>
                    <a:schemeClr val="bg1"/>
                  </a:solidFill>
                  <a:cs typeface="Times New Roman" panose="02020603050405020304" pitchFamily="18" charset="0"/>
                </a:rPr>
                <a:t>       </a:t>
              </a:r>
              <a:r>
                <a:rPr lang="zh-CN" altLang="en-US" sz="2800" b="1" dirty="0">
                  <a:cs typeface="Times New Roman" panose="02020603050405020304" pitchFamily="18" charset="0"/>
                </a:rPr>
                <a:t>电源线电压</a:t>
              </a:r>
              <a:endParaRPr lang="zh-CN" altLang="en-US" sz="2800" b="1" dirty="0"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31" name="Object 9"/>
            <p:cNvGraphicFramePr>
              <a:graphicFrameLocks noChangeAspect="1"/>
            </p:cNvGraphicFramePr>
            <p:nvPr/>
          </p:nvGraphicFramePr>
          <p:xfrm>
            <a:off x="2493" y="2780"/>
            <a:ext cx="439" cy="6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35207" name="Equation" r:id="rId1" imgW="219075" imgH="347980" progId="Equation.3">
                    <p:embed/>
                  </p:oleObj>
                </mc:Choice>
                <mc:Fallback>
                  <p:oleObj name="Equation" r:id="rId1" imgW="219075" imgH="347980" progId="Equation.3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93" y="2780"/>
                          <a:ext cx="439" cy="6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2" name="Group 10"/>
          <p:cNvGrpSpPr/>
          <p:nvPr/>
        </p:nvGrpSpPr>
        <p:grpSpPr bwMode="auto">
          <a:xfrm>
            <a:off x="6352293" y="3879667"/>
            <a:ext cx="2820988" cy="600074"/>
            <a:chOff x="3072" y="2976"/>
            <a:chExt cx="1777" cy="378"/>
          </a:xfrm>
        </p:grpSpPr>
        <p:sp>
          <p:nvSpPr>
            <p:cNvPr id="133" name="AutoShape 11"/>
            <p:cNvSpPr>
              <a:spLocks noChangeArrowheads="1"/>
            </p:cNvSpPr>
            <p:nvPr/>
          </p:nvSpPr>
          <p:spPr bwMode="auto">
            <a:xfrm rot="1401334">
              <a:off x="3072" y="2976"/>
              <a:ext cx="576" cy="288"/>
            </a:xfrm>
            <a:prstGeom prst="notchedRightArrow">
              <a:avLst>
                <a:gd name="adj1" fmla="val 50000"/>
                <a:gd name="adj2" fmla="val 50000"/>
              </a:avLst>
            </a:prstGeom>
            <a:gradFill rotWithShape="0">
              <a:gsLst>
                <a:gs pos="0">
                  <a:srgbClr val="FFFF00"/>
                </a:gs>
                <a:gs pos="100000">
                  <a:srgbClr val="FF0000"/>
                </a:gs>
              </a:gsLst>
              <a:lin ang="0" scaled="1"/>
            </a:gradFill>
            <a:ln w="9525">
              <a:solidFill>
                <a:srgbClr val="FFFF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 b="1">
                <a:cs typeface="Times New Roman" panose="02020603050405020304" pitchFamily="18" charset="0"/>
              </a:endParaRPr>
            </a:p>
          </p:txBody>
        </p:sp>
        <p:sp>
          <p:nvSpPr>
            <p:cNvPr id="134" name="Rectangle 12"/>
            <p:cNvSpPr>
              <a:spLocks noChangeArrowheads="1"/>
            </p:cNvSpPr>
            <p:nvPr/>
          </p:nvSpPr>
          <p:spPr bwMode="auto">
            <a:xfrm>
              <a:off x="3564" y="3024"/>
              <a:ext cx="1285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 b="1" dirty="0">
                  <a:solidFill>
                    <a:srgbClr val="000099"/>
                  </a:solidFill>
                  <a:cs typeface="Times New Roman" panose="02020603050405020304" pitchFamily="18" charset="0"/>
                </a:rPr>
                <a:t>应作 </a:t>
              </a:r>
              <a:r>
                <a:rPr lang="en-US" altLang="zh-CN" sz="2800" b="1" dirty="0">
                  <a:solidFill>
                    <a:srgbClr val="000099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Y </a:t>
              </a:r>
              <a:r>
                <a:rPr lang="zh-CN" altLang="en-US" sz="2800" b="1" dirty="0">
                  <a:solidFill>
                    <a:srgbClr val="000099"/>
                  </a:solidFill>
                  <a:cs typeface="Times New Roman" panose="02020603050405020304" pitchFamily="18" charset="0"/>
                </a:rPr>
                <a:t>联结</a:t>
              </a:r>
              <a:endParaRPr lang="zh-CN" altLang="en-US" sz="2800" b="1" dirty="0">
                <a:solidFill>
                  <a:srgbClr val="000099"/>
                </a:solidFill>
                <a:cs typeface="Times New Roman" panose="02020603050405020304" pitchFamily="18" charset="0"/>
              </a:endParaRPr>
            </a:p>
          </p:txBody>
        </p:sp>
      </p:grpSp>
      <p:sp>
        <p:nvSpPr>
          <p:cNvPr id="135" name="Text Box 80"/>
          <p:cNvSpPr txBox="1">
            <a:spLocks noChangeArrowheads="1"/>
          </p:cNvSpPr>
          <p:nvPr/>
        </p:nvSpPr>
        <p:spPr bwMode="auto">
          <a:xfrm>
            <a:off x="1487489" y="4499387"/>
            <a:ext cx="10128049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CN" altLang="en-US" sz="2800" b="1" dirty="0">
                <a:cs typeface="Times New Roman" panose="02020603050405020304" pitchFamily="18" charset="0"/>
              </a:rPr>
              <a:t>三相电动机绕组可以联结成星形，也可以联结成三角形，而照明负载一般都联结成星形（具有中性线）。</a:t>
            </a:r>
            <a:endParaRPr lang="zh-CN" altLang="en-US" sz="2800" b="1" dirty="0"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 autoUpdateAnimBg="0"/>
      <p:bldP spid="123" grpId="0" autoUpdateAnimBg="0"/>
      <p:bldP spid="124" grpId="0" autoUpdateAnimBg="0"/>
      <p:bldP spid="125" grpId="0"/>
      <p:bldP spid="135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11" name="Group 3"/>
          <p:cNvGrpSpPr/>
          <p:nvPr/>
        </p:nvGrpSpPr>
        <p:grpSpPr bwMode="auto">
          <a:xfrm>
            <a:off x="1939927" y="1400152"/>
            <a:ext cx="8548689" cy="5458817"/>
            <a:chOff x="262" y="955"/>
            <a:chExt cx="5385" cy="3113"/>
          </a:xfrm>
        </p:grpSpPr>
        <p:sp>
          <p:nvSpPr>
            <p:cNvPr id="15364" name="Line 4"/>
            <p:cNvSpPr>
              <a:spLocks noChangeShapeType="1"/>
            </p:cNvSpPr>
            <p:nvPr/>
          </p:nvSpPr>
          <p:spPr bwMode="auto">
            <a:xfrm>
              <a:off x="3728" y="3138"/>
              <a:ext cx="1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65" name="Line 5"/>
            <p:cNvSpPr>
              <a:spLocks noChangeShapeType="1"/>
            </p:cNvSpPr>
            <p:nvPr/>
          </p:nvSpPr>
          <p:spPr bwMode="auto">
            <a:xfrm>
              <a:off x="3834" y="1763"/>
              <a:ext cx="0" cy="16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7414" name="Text Box 6"/>
            <p:cNvSpPr txBox="1">
              <a:spLocks noChangeArrowheads="1"/>
            </p:cNvSpPr>
            <p:nvPr/>
          </p:nvSpPr>
          <p:spPr bwMode="auto">
            <a:xfrm>
              <a:off x="336" y="1124"/>
              <a:ext cx="290" cy="2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571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>
                <a:defRPr/>
              </a:pPr>
              <a:r>
                <a:rPr lang="en-US" altLang="zh-CN" sz="28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endPara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15" name="Text Box 7"/>
            <p:cNvSpPr txBox="1">
              <a:spLocks noChangeArrowheads="1"/>
            </p:cNvSpPr>
            <p:nvPr/>
          </p:nvSpPr>
          <p:spPr bwMode="auto">
            <a:xfrm>
              <a:off x="314" y="1400"/>
              <a:ext cx="280" cy="2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571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lang="en-US" altLang="zh-CN" sz="28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</a:t>
              </a:r>
              <a:endPara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16" name="Rectangle 8"/>
            <p:cNvSpPr>
              <a:spLocks noChangeArrowheads="1"/>
            </p:cNvSpPr>
            <p:nvPr/>
          </p:nvSpPr>
          <p:spPr bwMode="auto">
            <a:xfrm>
              <a:off x="533" y="974"/>
              <a:ext cx="571" cy="2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accent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 eaLnBrk="1" hangingPunct="1">
                <a:defRPr/>
              </a:pPr>
              <a:r>
                <a:rPr lang="zh-CN" altLang="en-US" sz="2800" b="1" dirty="0">
                  <a:solidFill>
                    <a:srgbClr val="FF0000"/>
                  </a:solidFill>
                  <a:latin typeface="宋体" panose="02010600030101010101" pitchFamily="2" charset="-122"/>
                  <a:ea typeface="宋体" panose="02010600030101010101" pitchFamily="2" charset="-122"/>
                </a:rPr>
                <a:t>电源</a:t>
              </a:r>
              <a:endPara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15369" name="Rectangle 9"/>
            <p:cNvSpPr>
              <a:spLocks noChangeArrowheads="1"/>
            </p:cNvSpPr>
            <p:nvPr/>
          </p:nvSpPr>
          <p:spPr bwMode="auto">
            <a:xfrm>
              <a:off x="262" y="1632"/>
              <a:ext cx="343" cy="2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571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 eaLnBrk="1" hangingPunct="1"/>
              <a:r>
                <a:rPr lang="en-US" altLang="zh-CN" sz="2800" b="1" dirty="0">
                  <a:solidFill>
                    <a:srgbClr val="FF0000"/>
                  </a:solidFill>
                </a:rPr>
                <a:t>W</a:t>
              </a:r>
              <a:endParaRPr lang="en-US" altLang="zh-C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15370" name="Rectangle 10"/>
            <p:cNvSpPr>
              <a:spLocks noChangeArrowheads="1"/>
            </p:cNvSpPr>
            <p:nvPr/>
          </p:nvSpPr>
          <p:spPr bwMode="auto">
            <a:xfrm>
              <a:off x="1440" y="1242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71" name="Line 11"/>
            <p:cNvSpPr>
              <a:spLocks noChangeShapeType="1"/>
            </p:cNvSpPr>
            <p:nvPr/>
          </p:nvSpPr>
          <p:spPr bwMode="auto">
            <a:xfrm>
              <a:off x="1258" y="1296"/>
              <a:ext cx="4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72" name="Line 12"/>
            <p:cNvSpPr>
              <a:spLocks noChangeShapeType="1"/>
            </p:cNvSpPr>
            <p:nvPr/>
          </p:nvSpPr>
          <p:spPr bwMode="auto">
            <a:xfrm flipH="1">
              <a:off x="624" y="1296"/>
              <a:ext cx="4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73" name="Rectangle 13"/>
            <p:cNvSpPr>
              <a:spLocks noChangeArrowheads="1"/>
            </p:cNvSpPr>
            <p:nvPr/>
          </p:nvSpPr>
          <p:spPr bwMode="auto">
            <a:xfrm>
              <a:off x="1440" y="1483"/>
              <a:ext cx="304" cy="107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74" name="Line 14"/>
            <p:cNvSpPr>
              <a:spLocks noChangeShapeType="1"/>
            </p:cNvSpPr>
            <p:nvPr/>
          </p:nvSpPr>
          <p:spPr bwMode="auto">
            <a:xfrm>
              <a:off x="1258" y="1537"/>
              <a:ext cx="4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75" name="Line 15"/>
            <p:cNvSpPr>
              <a:spLocks noChangeShapeType="1"/>
            </p:cNvSpPr>
            <p:nvPr/>
          </p:nvSpPr>
          <p:spPr bwMode="auto">
            <a:xfrm flipH="1">
              <a:off x="624" y="1537"/>
              <a:ext cx="4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76" name="Rectangle 16"/>
            <p:cNvSpPr>
              <a:spLocks noChangeArrowheads="1"/>
            </p:cNvSpPr>
            <p:nvPr/>
          </p:nvSpPr>
          <p:spPr bwMode="auto">
            <a:xfrm>
              <a:off x="1440" y="1723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77" name="Line 17"/>
            <p:cNvSpPr>
              <a:spLocks noChangeShapeType="1"/>
            </p:cNvSpPr>
            <p:nvPr/>
          </p:nvSpPr>
          <p:spPr bwMode="auto">
            <a:xfrm>
              <a:off x="1258" y="1776"/>
              <a:ext cx="4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78" name="Line 18"/>
            <p:cNvSpPr>
              <a:spLocks noChangeShapeType="1"/>
            </p:cNvSpPr>
            <p:nvPr/>
          </p:nvSpPr>
          <p:spPr bwMode="auto">
            <a:xfrm flipV="1">
              <a:off x="1008" y="1288"/>
              <a:ext cx="249" cy="15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79" name="Line 19"/>
            <p:cNvSpPr>
              <a:spLocks noChangeShapeType="1"/>
            </p:cNvSpPr>
            <p:nvPr/>
          </p:nvSpPr>
          <p:spPr bwMode="auto">
            <a:xfrm flipH="1">
              <a:off x="1008" y="1539"/>
              <a:ext cx="249" cy="16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80" name="Line 20"/>
            <p:cNvSpPr>
              <a:spLocks noChangeShapeType="1"/>
            </p:cNvSpPr>
            <p:nvPr/>
          </p:nvSpPr>
          <p:spPr bwMode="auto">
            <a:xfrm flipH="1">
              <a:off x="1008" y="1781"/>
              <a:ext cx="254" cy="15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81" name="Line 21"/>
            <p:cNvSpPr>
              <a:spLocks noChangeShapeType="1"/>
            </p:cNvSpPr>
            <p:nvPr/>
          </p:nvSpPr>
          <p:spPr bwMode="auto">
            <a:xfrm flipH="1">
              <a:off x="624" y="1776"/>
              <a:ext cx="4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82" name="Line 22"/>
            <p:cNvSpPr>
              <a:spLocks noChangeShapeType="1"/>
            </p:cNvSpPr>
            <p:nvPr/>
          </p:nvSpPr>
          <p:spPr bwMode="auto">
            <a:xfrm>
              <a:off x="1152" y="1364"/>
              <a:ext cx="0" cy="48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83" name="Line 23"/>
            <p:cNvSpPr>
              <a:spLocks noChangeShapeType="1"/>
            </p:cNvSpPr>
            <p:nvPr/>
          </p:nvSpPr>
          <p:spPr bwMode="auto">
            <a:xfrm flipV="1">
              <a:off x="624" y="1988"/>
              <a:ext cx="48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7432" name="Text Box 24"/>
            <p:cNvSpPr txBox="1">
              <a:spLocks noChangeArrowheads="1"/>
            </p:cNvSpPr>
            <p:nvPr/>
          </p:nvSpPr>
          <p:spPr bwMode="auto">
            <a:xfrm>
              <a:off x="1198" y="955"/>
              <a:ext cx="798" cy="2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1" hangingPunct="1">
                <a:defRPr/>
              </a:pPr>
              <a:r>
                <a:rPr lang="zh-CN" altLang="en-US" sz="2800" b="1" dirty="0">
                  <a:latin typeface="宋体" panose="02010600030101010101" pitchFamily="2" charset="-122"/>
                  <a:ea typeface="宋体" panose="02010600030101010101" pitchFamily="2" charset="-122"/>
                </a:rPr>
                <a:t>保险丝</a:t>
              </a:r>
              <a:endPara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15385" name="Rectangle 25"/>
            <p:cNvSpPr>
              <a:spLocks noChangeArrowheads="1"/>
            </p:cNvSpPr>
            <p:nvPr/>
          </p:nvSpPr>
          <p:spPr bwMode="auto">
            <a:xfrm>
              <a:off x="636" y="2142"/>
              <a:ext cx="1252" cy="5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2800" b="1" dirty="0">
                  <a:cs typeface="Times New Roman" panose="02020603050405020304" pitchFamily="18" charset="0"/>
                </a:rPr>
                <a:t>三相四线制</a:t>
              </a:r>
              <a:endParaRPr lang="zh-CN" altLang="en-US" sz="2800" b="1" dirty="0">
                <a:cs typeface="Times New Roman" panose="02020603050405020304" pitchFamily="18" charset="0"/>
              </a:endParaRPr>
            </a:p>
            <a:p>
              <a:pPr algn="ctr" eaLnBrk="1" hangingPunct="1"/>
              <a:r>
                <a:rPr lang="en-US" altLang="zh-CN" sz="2800" b="1" dirty="0">
                  <a:cs typeface="Times New Roman" panose="02020603050405020304" pitchFamily="18" charset="0"/>
                </a:rPr>
                <a:t>380/220</a:t>
              </a:r>
              <a:r>
                <a:rPr lang="zh-CN" altLang="en-US" sz="2800" b="1" dirty="0">
                  <a:cs typeface="Times New Roman" panose="02020603050405020304" pitchFamily="18" charset="0"/>
                </a:rPr>
                <a:t>伏</a:t>
              </a:r>
              <a:endParaRPr lang="zh-CN" altLang="en-US" sz="2800" b="1" dirty="0">
                <a:cs typeface="Times New Roman" panose="02020603050405020304" pitchFamily="18" charset="0"/>
              </a:endParaRPr>
            </a:p>
          </p:txBody>
        </p:sp>
        <p:sp>
          <p:nvSpPr>
            <p:cNvPr id="15386" name="Line 26"/>
            <p:cNvSpPr>
              <a:spLocks noChangeShapeType="1"/>
            </p:cNvSpPr>
            <p:nvPr/>
          </p:nvSpPr>
          <p:spPr bwMode="auto">
            <a:xfrm>
              <a:off x="4118" y="1296"/>
              <a:ext cx="0" cy="2036"/>
            </a:xfrm>
            <a:prstGeom prst="line">
              <a:avLst/>
            </a:prstGeom>
            <a:noFill/>
            <a:ln w="38100">
              <a:solidFill>
                <a:srgbClr val="0066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87" name="Line 27"/>
            <p:cNvSpPr>
              <a:spLocks noChangeShapeType="1"/>
            </p:cNvSpPr>
            <p:nvPr/>
          </p:nvSpPr>
          <p:spPr bwMode="auto">
            <a:xfrm>
              <a:off x="5047" y="1772"/>
              <a:ext cx="0" cy="1560"/>
            </a:xfrm>
            <a:prstGeom prst="line">
              <a:avLst/>
            </a:prstGeom>
            <a:noFill/>
            <a:ln w="38100">
              <a:solidFill>
                <a:srgbClr val="0066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5388" name="Group 28"/>
            <p:cNvGrpSpPr/>
            <p:nvPr/>
          </p:nvGrpSpPr>
          <p:grpSpPr bwMode="auto">
            <a:xfrm>
              <a:off x="4128" y="2756"/>
              <a:ext cx="912" cy="769"/>
              <a:chOff x="3888" y="2064"/>
              <a:chExt cx="1008" cy="850"/>
            </a:xfrm>
          </p:grpSpPr>
          <p:sp>
            <p:nvSpPr>
              <p:cNvPr id="15455" name="Line 29"/>
              <p:cNvSpPr>
                <a:spLocks noChangeShapeType="1"/>
              </p:cNvSpPr>
              <p:nvPr/>
            </p:nvSpPr>
            <p:spPr bwMode="auto">
              <a:xfrm flipH="1">
                <a:off x="3888" y="2707"/>
                <a:ext cx="169" cy="0"/>
              </a:xfrm>
              <a:prstGeom prst="line">
                <a:avLst/>
              </a:prstGeom>
              <a:noFill/>
              <a:ln w="38100">
                <a:solidFill>
                  <a:srgbClr val="0066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456" name="Line 30"/>
              <p:cNvSpPr>
                <a:spLocks noChangeShapeType="1"/>
              </p:cNvSpPr>
              <p:nvPr/>
            </p:nvSpPr>
            <p:spPr bwMode="auto">
              <a:xfrm flipV="1">
                <a:off x="4752" y="2707"/>
                <a:ext cx="144" cy="0"/>
              </a:xfrm>
              <a:prstGeom prst="line">
                <a:avLst/>
              </a:prstGeom>
              <a:noFill/>
              <a:ln w="38100">
                <a:solidFill>
                  <a:srgbClr val="0066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457" name="Oval 31"/>
              <p:cNvSpPr>
                <a:spLocks noChangeArrowheads="1"/>
              </p:cNvSpPr>
              <p:nvPr/>
            </p:nvSpPr>
            <p:spPr bwMode="auto">
              <a:xfrm>
                <a:off x="3974" y="2064"/>
                <a:ext cx="830" cy="850"/>
              </a:xfrm>
              <a:prstGeom prst="ellipse">
                <a:avLst/>
              </a:prstGeom>
              <a:solidFill>
                <a:srgbClr val="FFFFFF"/>
              </a:solidFill>
              <a:ln w="38100">
                <a:solidFill>
                  <a:srgbClr val="C00000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pSp>
            <p:nvGrpSpPr>
              <p:cNvPr id="15458" name="Group 32"/>
              <p:cNvGrpSpPr/>
              <p:nvPr/>
            </p:nvGrpSpPr>
            <p:grpSpPr bwMode="auto">
              <a:xfrm>
                <a:off x="4015" y="2191"/>
                <a:ext cx="737" cy="465"/>
                <a:chOff x="4015" y="1887"/>
                <a:chExt cx="737" cy="465"/>
              </a:xfrm>
            </p:grpSpPr>
            <p:grpSp>
              <p:nvGrpSpPr>
                <p:cNvPr id="15459" name="Group 33"/>
                <p:cNvGrpSpPr/>
                <p:nvPr/>
              </p:nvGrpSpPr>
              <p:grpSpPr bwMode="auto">
                <a:xfrm>
                  <a:off x="4385" y="1887"/>
                  <a:ext cx="67" cy="325"/>
                  <a:chOff x="4176" y="2736"/>
                  <a:chExt cx="96" cy="528"/>
                </a:xfrm>
              </p:grpSpPr>
              <p:grpSp>
                <p:nvGrpSpPr>
                  <p:cNvPr id="15475" name="Group 34"/>
                  <p:cNvGrpSpPr/>
                  <p:nvPr/>
                </p:nvGrpSpPr>
                <p:grpSpPr bwMode="auto">
                  <a:xfrm>
                    <a:off x="4176" y="2736"/>
                    <a:ext cx="96" cy="384"/>
                    <a:chOff x="4032" y="2784"/>
                    <a:chExt cx="96" cy="384"/>
                  </a:xfrm>
                </p:grpSpPr>
                <p:sp>
                  <p:nvSpPr>
                    <p:cNvPr id="15477" name="Freeform 35"/>
                    <p:cNvSpPr/>
                    <p:nvPr/>
                  </p:nvSpPr>
                  <p:spPr bwMode="auto">
                    <a:xfrm>
                      <a:off x="4032" y="2784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78" name="Freeform 36"/>
                    <p:cNvSpPr/>
                    <p:nvPr/>
                  </p:nvSpPr>
                  <p:spPr bwMode="auto">
                    <a:xfrm>
                      <a:off x="4032" y="288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79" name="Freeform 37"/>
                    <p:cNvSpPr/>
                    <p:nvPr/>
                  </p:nvSpPr>
                  <p:spPr bwMode="auto">
                    <a:xfrm>
                      <a:off x="4032" y="2976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80" name="Freeform 38"/>
                    <p:cNvSpPr/>
                    <p:nvPr/>
                  </p:nvSpPr>
                  <p:spPr bwMode="auto">
                    <a:xfrm>
                      <a:off x="4032" y="3072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5476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3120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rgbClr val="CC33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460" name="Group 40"/>
                <p:cNvGrpSpPr/>
                <p:nvPr/>
              </p:nvGrpSpPr>
              <p:grpSpPr bwMode="auto">
                <a:xfrm rot="-7785454">
                  <a:off x="4170" y="2090"/>
                  <a:ext cx="59" cy="370"/>
                  <a:chOff x="4176" y="2736"/>
                  <a:chExt cx="96" cy="528"/>
                </a:xfrm>
              </p:grpSpPr>
              <p:grpSp>
                <p:nvGrpSpPr>
                  <p:cNvPr id="15469" name="Group 41"/>
                  <p:cNvGrpSpPr/>
                  <p:nvPr/>
                </p:nvGrpSpPr>
                <p:grpSpPr bwMode="auto">
                  <a:xfrm>
                    <a:off x="4176" y="2736"/>
                    <a:ext cx="96" cy="384"/>
                    <a:chOff x="4032" y="2784"/>
                    <a:chExt cx="96" cy="384"/>
                  </a:xfrm>
                </p:grpSpPr>
                <p:sp>
                  <p:nvSpPr>
                    <p:cNvPr id="15471" name="Freeform 42"/>
                    <p:cNvSpPr/>
                    <p:nvPr/>
                  </p:nvSpPr>
                  <p:spPr bwMode="auto">
                    <a:xfrm>
                      <a:off x="4032" y="2784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72" name="Freeform 43"/>
                    <p:cNvSpPr/>
                    <p:nvPr/>
                  </p:nvSpPr>
                  <p:spPr bwMode="auto">
                    <a:xfrm>
                      <a:off x="4032" y="288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73" name="Freeform 44"/>
                    <p:cNvSpPr/>
                    <p:nvPr/>
                  </p:nvSpPr>
                  <p:spPr bwMode="auto">
                    <a:xfrm>
                      <a:off x="4032" y="2976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74" name="Freeform 45"/>
                    <p:cNvSpPr/>
                    <p:nvPr/>
                  </p:nvSpPr>
                  <p:spPr bwMode="auto">
                    <a:xfrm>
                      <a:off x="4032" y="3072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5470" name="Line 46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3120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rgbClr val="CC33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461" name="Group 47"/>
                <p:cNvGrpSpPr/>
                <p:nvPr/>
              </p:nvGrpSpPr>
              <p:grpSpPr bwMode="auto">
                <a:xfrm rot="7167502">
                  <a:off x="4537" y="2138"/>
                  <a:ext cx="59" cy="370"/>
                  <a:chOff x="4176" y="2736"/>
                  <a:chExt cx="96" cy="528"/>
                </a:xfrm>
              </p:grpSpPr>
              <p:grpSp>
                <p:nvGrpSpPr>
                  <p:cNvPr id="15463" name="Group 48"/>
                  <p:cNvGrpSpPr/>
                  <p:nvPr/>
                </p:nvGrpSpPr>
                <p:grpSpPr bwMode="auto">
                  <a:xfrm>
                    <a:off x="4176" y="2736"/>
                    <a:ext cx="96" cy="384"/>
                    <a:chOff x="4032" y="2784"/>
                    <a:chExt cx="96" cy="384"/>
                  </a:xfrm>
                </p:grpSpPr>
                <p:sp>
                  <p:nvSpPr>
                    <p:cNvPr id="15465" name="Freeform 49"/>
                    <p:cNvSpPr/>
                    <p:nvPr/>
                  </p:nvSpPr>
                  <p:spPr bwMode="auto">
                    <a:xfrm>
                      <a:off x="4032" y="2784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66" name="Freeform 50"/>
                    <p:cNvSpPr/>
                    <p:nvPr/>
                  </p:nvSpPr>
                  <p:spPr bwMode="auto">
                    <a:xfrm>
                      <a:off x="4032" y="288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67" name="Freeform 51"/>
                    <p:cNvSpPr/>
                    <p:nvPr/>
                  </p:nvSpPr>
                  <p:spPr bwMode="auto">
                    <a:xfrm>
                      <a:off x="4032" y="2976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468" name="Freeform 52"/>
                    <p:cNvSpPr/>
                    <p:nvPr/>
                  </p:nvSpPr>
                  <p:spPr bwMode="auto">
                    <a:xfrm>
                      <a:off x="4032" y="3072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48 h 96"/>
                        <a:gd name="T4" fmla="*/ 0 w 96"/>
                        <a:gd name="T5" fmla="*/ 96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8" y="16"/>
                            <a:pt x="96" y="32"/>
                            <a:pt x="96" y="48"/>
                          </a:cubicBezTo>
                          <a:cubicBezTo>
                            <a:pt x="96" y="64"/>
                            <a:pt x="16" y="88"/>
                            <a:pt x="0" y="96"/>
                          </a:cubicBezTo>
                        </a:path>
                      </a:pathLst>
                    </a:custGeom>
                    <a:noFill/>
                    <a:ln w="38100" cap="flat" cmpd="sng">
                      <a:solidFill>
                        <a:srgbClr val="CC3300"/>
                      </a:solidFill>
                      <a:prstDash val="solid"/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5464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3120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rgbClr val="CC33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5462" name="Line 54"/>
                <p:cNvSpPr>
                  <a:spLocks noChangeShapeType="1"/>
                </p:cNvSpPr>
                <p:nvPr/>
              </p:nvSpPr>
              <p:spPr bwMode="auto">
                <a:xfrm>
                  <a:off x="4389" y="2187"/>
                  <a:ext cx="0" cy="0"/>
                </a:xfrm>
                <a:prstGeom prst="line">
                  <a:avLst/>
                </a:prstGeom>
                <a:noFill/>
                <a:ln w="28575">
                  <a:solidFill>
                    <a:srgbClr val="CC3300"/>
                  </a:solidFill>
                  <a:round/>
                  <a:headEnd type="oval" w="med" len="med"/>
                  <a:tailEnd type="oval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389" name="Line 55"/>
            <p:cNvSpPr>
              <a:spLocks noChangeShapeType="1"/>
            </p:cNvSpPr>
            <p:nvPr/>
          </p:nvSpPr>
          <p:spPr bwMode="auto">
            <a:xfrm flipV="1">
              <a:off x="4581" y="1556"/>
              <a:ext cx="0" cy="1344"/>
            </a:xfrm>
            <a:prstGeom prst="line">
              <a:avLst/>
            </a:prstGeom>
            <a:noFill/>
            <a:ln w="38100">
              <a:solidFill>
                <a:srgbClr val="0066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90" name="Rectangle 56"/>
            <p:cNvSpPr>
              <a:spLocks noChangeArrowheads="1"/>
            </p:cNvSpPr>
            <p:nvPr/>
          </p:nvSpPr>
          <p:spPr bwMode="auto">
            <a:xfrm rot="-5400000">
              <a:off x="3971" y="2231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91" name="Rectangle 57"/>
            <p:cNvSpPr>
              <a:spLocks noChangeArrowheads="1"/>
            </p:cNvSpPr>
            <p:nvPr/>
          </p:nvSpPr>
          <p:spPr bwMode="auto">
            <a:xfrm rot="-5400000">
              <a:off x="4893" y="2224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92" name="Rectangle 58"/>
            <p:cNvSpPr>
              <a:spLocks noChangeArrowheads="1"/>
            </p:cNvSpPr>
            <p:nvPr/>
          </p:nvSpPr>
          <p:spPr bwMode="auto">
            <a:xfrm rot="-5400000">
              <a:off x="4426" y="2231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93" name="Line 59"/>
            <p:cNvSpPr>
              <a:spLocks noChangeShapeType="1"/>
            </p:cNvSpPr>
            <p:nvPr/>
          </p:nvSpPr>
          <p:spPr bwMode="auto">
            <a:xfrm>
              <a:off x="2160" y="1988"/>
              <a:ext cx="0" cy="14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94" name="Line 60"/>
            <p:cNvSpPr>
              <a:spLocks noChangeShapeType="1"/>
            </p:cNvSpPr>
            <p:nvPr/>
          </p:nvSpPr>
          <p:spPr bwMode="auto">
            <a:xfrm>
              <a:off x="2560" y="1296"/>
              <a:ext cx="0" cy="21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95" name="Rectangle 61"/>
            <p:cNvSpPr>
              <a:spLocks noChangeArrowheads="1"/>
            </p:cNvSpPr>
            <p:nvPr/>
          </p:nvSpPr>
          <p:spPr bwMode="auto">
            <a:xfrm rot="-5400000">
              <a:off x="2013" y="2231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96" name="Rectangle 62"/>
            <p:cNvSpPr>
              <a:spLocks noChangeArrowheads="1"/>
            </p:cNvSpPr>
            <p:nvPr/>
          </p:nvSpPr>
          <p:spPr bwMode="auto">
            <a:xfrm rot="-5400000">
              <a:off x="2409" y="2231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97" name="Oval 63"/>
            <p:cNvSpPr>
              <a:spLocks noChangeArrowheads="1"/>
            </p:cNvSpPr>
            <p:nvPr/>
          </p:nvSpPr>
          <p:spPr bwMode="auto">
            <a:xfrm rot="-196635">
              <a:off x="2264" y="2757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98" name="Line 64"/>
            <p:cNvSpPr>
              <a:spLocks noChangeShapeType="1"/>
            </p:cNvSpPr>
            <p:nvPr/>
          </p:nvSpPr>
          <p:spPr bwMode="auto">
            <a:xfrm rot="21403365" flipH="1">
              <a:off x="2296" y="2789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399" name="Line 65"/>
            <p:cNvSpPr>
              <a:spLocks noChangeShapeType="1"/>
            </p:cNvSpPr>
            <p:nvPr/>
          </p:nvSpPr>
          <p:spPr bwMode="auto">
            <a:xfrm rot="-196635">
              <a:off x="2296" y="2789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00" name="Line 66"/>
            <p:cNvSpPr>
              <a:spLocks noChangeShapeType="1"/>
            </p:cNvSpPr>
            <p:nvPr/>
          </p:nvSpPr>
          <p:spPr bwMode="auto">
            <a:xfrm>
              <a:off x="2160" y="2853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01" name="Line 67"/>
            <p:cNvSpPr>
              <a:spLocks noChangeShapeType="1"/>
            </p:cNvSpPr>
            <p:nvPr/>
          </p:nvSpPr>
          <p:spPr bwMode="auto">
            <a:xfrm>
              <a:off x="2454" y="2853"/>
              <a:ext cx="1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02" name="Oval 68"/>
            <p:cNvSpPr>
              <a:spLocks noChangeArrowheads="1"/>
            </p:cNvSpPr>
            <p:nvPr/>
          </p:nvSpPr>
          <p:spPr bwMode="auto">
            <a:xfrm rot="-196635">
              <a:off x="2264" y="3045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03" name="Line 69"/>
            <p:cNvSpPr>
              <a:spLocks noChangeShapeType="1"/>
            </p:cNvSpPr>
            <p:nvPr/>
          </p:nvSpPr>
          <p:spPr bwMode="auto">
            <a:xfrm rot="21403365" flipH="1">
              <a:off x="2296" y="3077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04" name="Line 70"/>
            <p:cNvSpPr>
              <a:spLocks noChangeShapeType="1"/>
            </p:cNvSpPr>
            <p:nvPr/>
          </p:nvSpPr>
          <p:spPr bwMode="auto">
            <a:xfrm rot="-196635">
              <a:off x="2296" y="3077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05" name="Line 71"/>
            <p:cNvSpPr>
              <a:spLocks noChangeShapeType="1"/>
            </p:cNvSpPr>
            <p:nvPr/>
          </p:nvSpPr>
          <p:spPr bwMode="auto">
            <a:xfrm>
              <a:off x="2160" y="314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06" name="Line 72"/>
            <p:cNvSpPr>
              <a:spLocks noChangeShapeType="1"/>
            </p:cNvSpPr>
            <p:nvPr/>
          </p:nvSpPr>
          <p:spPr bwMode="auto">
            <a:xfrm>
              <a:off x="2454" y="3141"/>
              <a:ext cx="1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07" name="Oval 73"/>
            <p:cNvSpPr>
              <a:spLocks noChangeArrowheads="1"/>
            </p:cNvSpPr>
            <p:nvPr/>
          </p:nvSpPr>
          <p:spPr bwMode="auto">
            <a:xfrm rot="-196635">
              <a:off x="2264" y="3310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08" name="Line 74"/>
            <p:cNvSpPr>
              <a:spLocks noChangeShapeType="1"/>
            </p:cNvSpPr>
            <p:nvPr/>
          </p:nvSpPr>
          <p:spPr bwMode="auto">
            <a:xfrm rot="21403365" flipH="1">
              <a:off x="2296" y="3342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09" name="Line 75"/>
            <p:cNvSpPr>
              <a:spLocks noChangeShapeType="1"/>
            </p:cNvSpPr>
            <p:nvPr/>
          </p:nvSpPr>
          <p:spPr bwMode="auto">
            <a:xfrm rot="-196635">
              <a:off x="2296" y="3342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10" name="Line 76"/>
            <p:cNvSpPr>
              <a:spLocks noChangeShapeType="1"/>
            </p:cNvSpPr>
            <p:nvPr/>
          </p:nvSpPr>
          <p:spPr bwMode="auto">
            <a:xfrm>
              <a:off x="2160" y="340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11" name="Line 77"/>
            <p:cNvSpPr>
              <a:spLocks noChangeShapeType="1"/>
            </p:cNvSpPr>
            <p:nvPr/>
          </p:nvSpPr>
          <p:spPr bwMode="auto">
            <a:xfrm>
              <a:off x="2454" y="3406"/>
              <a:ext cx="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12" name="Line 78"/>
            <p:cNvSpPr>
              <a:spLocks noChangeShapeType="1"/>
            </p:cNvSpPr>
            <p:nvPr/>
          </p:nvSpPr>
          <p:spPr bwMode="auto">
            <a:xfrm>
              <a:off x="2810" y="1988"/>
              <a:ext cx="0" cy="14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13" name="Line 79"/>
            <p:cNvSpPr>
              <a:spLocks noChangeShapeType="1"/>
            </p:cNvSpPr>
            <p:nvPr/>
          </p:nvSpPr>
          <p:spPr bwMode="auto">
            <a:xfrm>
              <a:off x="3210" y="1536"/>
              <a:ext cx="0" cy="18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14" name="Rectangle 80"/>
            <p:cNvSpPr>
              <a:spLocks noChangeArrowheads="1"/>
            </p:cNvSpPr>
            <p:nvPr/>
          </p:nvSpPr>
          <p:spPr bwMode="auto">
            <a:xfrm rot="-5400000">
              <a:off x="2663" y="2231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15" name="Rectangle 81"/>
            <p:cNvSpPr>
              <a:spLocks noChangeArrowheads="1"/>
            </p:cNvSpPr>
            <p:nvPr/>
          </p:nvSpPr>
          <p:spPr bwMode="auto">
            <a:xfrm rot="-5400000">
              <a:off x="3059" y="2231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16" name="Oval 82"/>
            <p:cNvSpPr>
              <a:spLocks noChangeArrowheads="1"/>
            </p:cNvSpPr>
            <p:nvPr/>
          </p:nvSpPr>
          <p:spPr bwMode="auto">
            <a:xfrm rot="-196635">
              <a:off x="2914" y="2757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17" name="Line 83"/>
            <p:cNvSpPr>
              <a:spLocks noChangeShapeType="1"/>
            </p:cNvSpPr>
            <p:nvPr/>
          </p:nvSpPr>
          <p:spPr bwMode="auto">
            <a:xfrm rot="21403365" flipH="1">
              <a:off x="2946" y="2789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18" name="Line 84"/>
            <p:cNvSpPr>
              <a:spLocks noChangeShapeType="1"/>
            </p:cNvSpPr>
            <p:nvPr/>
          </p:nvSpPr>
          <p:spPr bwMode="auto">
            <a:xfrm rot="-196635">
              <a:off x="2946" y="2789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19" name="Line 85"/>
            <p:cNvSpPr>
              <a:spLocks noChangeShapeType="1"/>
            </p:cNvSpPr>
            <p:nvPr/>
          </p:nvSpPr>
          <p:spPr bwMode="auto">
            <a:xfrm>
              <a:off x="2810" y="2853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20" name="Line 86"/>
            <p:cNvSpPr>
              <a:spLocks noChangeShapeType="1"/>
            </p:cNvSpPr>
            <p:nvPr/>
          </p:nvSpPr>
          <p:spPr bwMode="auto">
            <a:xfrm>
              <a:off x="3104" y="2853"/>
              <a:ext cx="1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21" name="Oval 87"/>
            <p:cNvSpPr>
              <a:spLocks noChangeArrowheads="1"/>
            </p:cNvSpPr>
            <p:nvPr/>
          </p:nvSpPr>
          <p:spPr bwMode="auto">
            <a:xfrm rot="-196635">
              <a:off x="2914" y="3045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22" name="Line 88"/>
            <p:cNvSpPr>
              <a:spLocks noChangeShapeType="1"/>
            </p:cNvSpPr>
            <p:nvPr/>
          </p:nvSpPr>
          <p:spPr bwMode="auto">
            <a:xfrm rot="21403365" flipH="1">
              <a:off x="2946" y="3077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23" name="Line 89"/>
            <p:cNvSpPr>
              <a:spLocks noChangeShapeType="1"/>
            </p:cNvSpPr>
            <p:nvPr/>
          </p:nvSpPr>
          <p:spPr bwMode="auto">
            <a:xfrm rot="-196635">
              <a:off x="2946" y="3077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24" name="Line 90"/>
            <p:cNvSpPr>
              <a:spLocks noChangeShapeType="1"/>
            </p:cNvSpPr>
            <p:nvPr/>
          </p:nvSpPr>
          <p:spPr bwMode="auto">
            <a:xfrm>
              <a:off x="2810" y="314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25" name="Line 91"/>
            <p:cNvSpPr>
              <a:spLocks noChangeShapeType="1"/>
            </p:cNvSpPr>
            <p:nvPr/>
          </p:nvSpPr>
          <p:spPr bwMode="auto">
            <a:xfrm>
              <a:off x="3104" y="3141"/>
              <a:ext cx="1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26" name="Oval 92"/>
            <p:cNvSpPr>
              <a:spLocks noChangeArrowheads="1"/>
            </p:cNvSpPr>
            <p:nvPr/>
          </p:nvSpPr>
          <p:spPr bwMode="auto">
            <a:xfrm rot="-196635">
              <a:off x="2914" y="3310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27" name="Line 93"/>
            <p:cNvSpPr>
              <a:spLocks noChangeShapeType="1"/>
            </p:cNvSpPr>
            <p:nvPr/>
          </p:nvSpPr>
          <p:spPr bwMode="auto">
            <a:xfrm rot="21403365" flipH="1">
              <a:off x="2946" y="3342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28" name="Line 94"/>
            <p:cNvSpPr>
              <a:spLocks noChangeShapeType="1"/>
            </p:cNvSpPr>
            <p:nvPr/>
          </p:nvSpPr>
          <p:spPr bwMode="auto">
            <a:xfrm rot="-196635">
              <a:off x="2946" y="3342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29" name="Line 95"/>
            <p:cNvSpPr>
              <a:spLocks noChangeShapeType="1"/>
            </p:cNvSpPr>
            <p:nvPr/>
          </p:nvSpPr>
          <p:spPr bwMode="auto">
            <a:xfrm>
              <a:off x="2810" y="340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30" name="Line 96"/>
            <p:cNvSpPr>
              <a:spLocks noChangeShapeType="1"/>
            </p:cNvSpPr>
            <p:nvPr/>
          </p:nvSpPr>
          <p:spPr bwMode="auto">
            <a:xfrm>
              <a:off x="3104" y="3406"/>
              <a:ext cx="1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31" name="Line 97"/>
            <p:cNvSpPr>
              <a:spLocks noChangeShapeType="1"/>
            </p:cNvSpPr>
            <p:nvPr/>
          </p:nvSpPr>
          <p:spPr bwMode="auto">
            <a:xfrm>
              <a:off x="3434" y="1976"/>
              <a:ext cx="0" cy="14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32" name="Rectangle 98"/>
            <p:cNvSpPr>
              <a:spLocks noChangeArrowheads="1"/>
            </p:cNvSpPr>
            <p:nvPr/>
          </p:nvSpPr>
          <p:spPr bwMode="auto">
            <a:xfrm rot="-5400000">
              <a:off x="3287" y="2228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33" name="Rectangle 99"/>
            <p:cNvSpPr>
              <a:spLocks noChangeArrowheads="1"/>
            </p:cNvSpPr>
            <p:nvPr/>
          </p:nvSpPr>
          <p:spPr bwMode="auto">
            <a:xfrm rot="-5400000">
              <a:off x="3683" y="2228"/>
              <a:ext cx="304" cy="10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34" name="Oval 100"/>
            <p:cNvSpPr>
              <a:spLocks noChangeArrowheads="1"/>
            </p:cNvSpPr>
            <p:nvPr/>
          </p:nvSpPr>
          <p:spPr bwMode="auto">
            <a:xfrm rot="-196635">
              <a:off x="3538" y="2754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35" name="Line 101"/>
            <p:cNvSpPr>
              <a:spLocks noChangeShapeType="1"/>
            </p:cNvSpPr>
            <p:nvPr/>
          </p:nvSpPr>
          <p:spPr bwMode="auto">
            <a:xfrm rot="21403365" flipH="1">
              <a:off x="3570" y="2786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36" name="Line 102"/>
            <p:cNvSpPr>
              <a:spLocks noChangeShapeType="1"/>
            </p:cNvSpPr>
            <p:nvPr/>
          </p:nvSpPr>
          <p:spPr bwMode="auto">
            <a:xfrm rot="-196635">
              <a:off x="3570" y="2786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37" name="Line 103"/>
            <p:cNvSpPr>
              <a:spLocks noChangeShapeType="1"/>
            </p:cNvSpPr>
            <p:nvPr/>
          </p:nvSpPr>
          <p:spPr bwMode="auto">
            <a:xfrm>
              <a:off x="3434" y="285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38" name="Line 104"/>
            <p:cNvSpPr>
              <a:spLocks noChangeShapeType="1"/>
            </p:cNvSpPr>
            <p:nvPr/>
          </p:nvSpPr>
          <p:spPr bwMode="auto">
            <a:xfrm>
              <a:off x="3728" y="2850"/>
              <a:ext cx="1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39" name="Oval 105"/>
            <p:cNvSpPr>
              <a:spLocks noChangeArrowheads="1"/>
            </p:cNvSpPr>
            <p:nvPr/>
          </p:nvSpPr>
          <p:spPr bwMode="auto">
            <a:xfrm rot="-196635">
              <a:off x="3538" y="3042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40" name="Line 106"/>
            <p:cNvSpPr>
              <a:spLocks noChangeShapeType="1"/>
            </p:cNvSpPr>
            <p:nvPr/>
          </p:nvSpPr>
          <p:spPr bwMode="auto">
            <a:xfrm rot="21403365" flipH="1">
              <a:off x="3570" y="3074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41" name="Line 107"/>
            <p:cNvSpPr>
              <a:spLocks noChangeShapeType="1"/>
            </p:cNvSpPr>
            <p:nvPr/>
          </p:nvSpPr>
          <p:spPr bwMode="auto">
            <a:xfrm rot="-196635">
              <a:off x="3570" y="3074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42" name="Line 108"/>
            <p:cNvSpPr>
              <a:spLocks noChangeShapeType="1"/>
            </p:cNvSpPr>
            <p:nvPr/>
          </p:nvSpPr>
          <p:spPr bwMode="auto">
            <a:xfrm>
              <a:off x="3434" y="3138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43" name="Oval 109"/>
            <p:cNvSpPr>
              <a:spLocks noChangeArrowheads="1"/>
            </p:cNvSpPr>
            <p:nvPr/>
          </p:nvSpPr>
          <p:spPr bwMode="auto">
            <a:xfrm rot="-196635">
              <a:off x="3538" y="3307"/>
              <a:ext cx="192" cy="191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FF33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44" name="Line 110"/>
            <p:cNvSpPr>
              <a:spLocks noChangeShapeType="1"/>
            </p:cNvSpPr>
            <p:nvPr/>
          </p:nvSpPr>
          <p:spPr bwMode="auto">
            <a:xfrm rot="21403365" flipH="1">
              <a:off x="3570" y="3339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45" name="Line 111"/>
            <p:cNvSpPr>
              <a:spLocks noChangeShapeType="1"/>
            </p:cNvSpPr>
            <p:nvPr/>
          </p:nvSpPr>
          <p:spPr bwMode="auto">
            <a:xfrm rot="-196635">
              <a:off x="3570" y="3339"/>
              <a:ext cx="128" cy="1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446" name="Line 112"/>
            <p:cNvSpPr>
              <a:spLocks noChangeShapeType="1"/>
            </p:cNvSpPr>
            <p:nvPr/>
          </p:nvSpPr>
          <p:spPr bwMode="auto">
            <a:xfrm>
              <a:off x="3434" y="3403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47" name="Line 113"/>
            <p:cNvSpPr>
              <a:spLocks noChangeShapeType="1"/>
            </p:cNvSpPr>
            <p:nvPr/>
          </p:nvSpPr>
          <p:spPr bwMode="auto">
            <a:xfrm>
              <a:off x="3728" y="3403"/>
              <a:ext cx="1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522" name="Text Box 114"/>
            <p:cNvSpPr txBox="1">
              <a:spLocks noChangeArrowheads="1"/>
            </p:cNvSpPr>
            <p:nvPr/>
          </p:nvSpPr>
          <p:spPr bwMode="auto">
            <a:xfrm>
              <a:off x="307" y="1866"/>
              <a:ext cx="280" cy="2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lang="en-US" altLang="zh-CN" sz="2800" b="1" dirty="0">
                  <a:solidFill>
                    <a:srgbClr val="0000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endParaRPr lang="en-US" altLang="zh-CN" sz="2800" b="1" dirty="0">
                <a:solidFill>
                  <a:srgbClr val="00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49" name="Oval 115"/>
            <p:cNvSpPr>
              <a:spLocks noChangeArrowheads="1"/>
            </p:cNvSpPr>
            <p:nvPr/>
          </p:nvSpPr>
          <p:spPr bwMode="auto">
            <a:xfrm>
              <a:off x="576" y="1268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50" name="Oval 116"/>
            <p:cNvSpPr>
              <a:spLocks noChangeArrowheads="1"/>
            </p:cNvSpPr>
            <p:nvPr/>
          </p:nvSpPr>
          <p:spPr bwMode="auto">
            <a:xfrm>
              <a:off x="576" y="1508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51" name="Oval 117"/>
            <p:cNvSpPr>
              <a:spLocks noChangeArrowheads="1"/>
            </p:cNvSpPr>
            <p:nvPr/>
          </p:nvSpPr>
          <p:spPr bwMode="auto">
            <a:xfrm>
              <a:off x="576" y="1963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52" name="Oval 118"/>
            <p:cNvSpPr>
              <a:spLocks noChangeArrowheads="1"/>
            </p:cNvSpPr>
            <p:nvPr/>
          </p:nvSpPr>
          <p:spPr bwMode="auto">
            <a:xfrm>
              <a:off x="576" y="1748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53" name="Text Box 119"/>
            <p:cNvSpPr txBox="1">
              <a:spLocks noChangeArrowheads="1"/>
            </p:cNvSpPr>
            <p:nvPr/>
          </p:nvSpPr>
          <p:spPr bwMode="auto">
            <a:xfrm>
              <a:off x="1966" y="3511"/>
              <a:ext cx="1880" cy="5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>
                  <a:solidFill>
                    <a:srgbClr val="000099"/>
                  </a:solidFill>
                </a:rPr>
                <a:t>   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额定相电压为</a:t>
              </a:r>
              <a:endParaRPr lang="zh-CN" altLang="en-US" sz="2800" b="1" dirty="0">
                <a:solidFill>
                  <a:srgbClr val="0000FF"/>
                </a:solidFill>
              </a:endParaRPr>
            </a:p>
            <a:p>
              <a:pPr eaLnBrk="1" hangingPunct="1"/>
              <a:r>
                <a:rPr lang="en-US" altLang="zh-CN" sz="2800" b="1" dirty="0">
                  <a:solidFill>
                    <a:srgbClr val="0000FF"/>
                  </a:solidFill>
                </a:rPr>
                <a:t>220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伏的单相负载</a:t>
              </a:r>
              <a:endParaRPr lang="zh-CN" altLang="en-US" sz="2800" b="1" dirty="0">
                <a:solidFill>
                  <a:srgbClr val="0000FF"/>
                </a:solidFill>
              </a:endParaRPr>
            </a:p>
          </p:txBody>
        </p:sp>
        <p:sp>
          <p:nvSpPr>
            <p:cNvPr id="15454" name="Text Box 120"/>
            <p:cNvSpPr txBox="1">
              <a:spLocks noChangeArrowheads="1"/>
            </p:cNvSpPr>
            <p:nvPr/>
          </p:nvSpPr>
          <p:spPr bwMode="auto">
            <a:xfrm>
              <a:off x="3830" y="3524"/>
              <a:ext cx="1817" cy="5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>
                  <a:solidFill>
                    <a:srgbClr val="000099"/>
                  </a:solidFill>
                </a:rPr>
                <a:t>   </a:t>
              </a:r>
              <a:r>
                <a:rPr lang="zh-CN" altLang="en-US" sz="2800" b="1" dirty="0">
                  <a:solidFill>
                    <a:srgbClr val="00B0F0"/>
                  </a:solidFill>
                </a:rPr>
                <a:t>额定线电压为</a:t>
              </a:r>
              <a:endParaRPr lang="zh-CN" altLang="en-US" sz="2800" b="1" dirty="0">
                <a:solidFill>
                  <a:srgbClr val="00B0F0"/>
                </a:solidFill>
              </a:endParaRPr>
            </a:p>
            <a:p>
              <a:pPr eaLnBrk="1" hangingPunct="1"/>
              <a:r>
                <a:rPr lang="en-US" altLang="zh-CN" sz="2800" b="1" dirty="0">
                  <a:solidFill>
                    <a:srgbClr val="00B0F0"/>
                  </a:solidFill>
                </a:rPr>
                <a:t>380</a:t>
              </a:r>
              <a:r>
                <a:rPr lang="zh-CN" altLang="en-US" sz="2800" b="1" dirty="0">
                  <a:solidFill>
                    <a:srgbClr val="00B0F0"/>
                  </a:solidFill>
                </a:rPr>
                <a:t>伏的三相负载</a:t>
              </a:r>
              <a:endParaRPr lang="zh-CN" altLang="en-US" sz="2800" b="1" dirty="0">
                <a:solidFill>
                  <a:srgbClr val="00B0F0"/>
                </a:solidFill>
              </a:endParaRPr>
            </a:p>
          </p:txBody>
        </p:sp>
      </p:grpSp>
      <p:sp>
        <p:nvSpPr>
          <p:cNvPr id="12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22" name="Rectangle 2"/>
          <p:cNvSpPr>
            <a:spLocks noChangeArrowheads="1"/>
          </p:cNvSpPr>
          <p:nvPr/>
        </p:nvSpPr>
        <p:spPr bwMode="auto">
          <a:xfrm>
            <a:off x="551384" y="908720"/>
            <a:ext cx="8382274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b="1" dirty="0">
                <a:solidFill>
                  <a:srgbClr val="0000FF"/>
                </a:solidFill>
              </a:rPr>
              <a:t>(2) </a:t>
            </a:r>
            <a:r>
              <a:rPr lang="zh-CN" altLang="en-US" sz="2800" b="1" dirty="0">
                <a:solidFill>
                  <a:srgbClr val="0000FF"/>
                </a:solidFill>
              </a:rPr>
              <a:t>三相负载连接原则</a:t>
            </a:r>
            <a:endParaRPr lang="zh-CN" altLang="en-US" sz="2800" b="1" dirty="0">
              <a:solidFill>
                <a:srgbClr val="0000FF"/>
              </a:solidFill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Object 21"/>
          <p:cNvGraphicFramePr>
            <a:graphicFrameLocks noChangeAspect="1"/>
          </p:cNvGraphicFramePr>
          <p:nvPr/>
        </p:nvGraphicFramePr>
        <p:xfrm>
          <a:off x="1775520" y="2503266"/>
          <a:ext cx="5378974" cy="10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4618" name="Equation" r:id="rId1" imgW="54864000" imgH="10363200" progId="Equation.DSMT4">
                  <p:embed/>
                </p:oleObj>
              </mc:Choice>
              <mc:Fallback>
                <p:oleObj name="Equation" r:id="rId1" imgW="54864000" imgH="10363200" progId="Equation.DSMT4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75520" y="2503266"/>
                        <a:ext cx="5378974" cy="10080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9.1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三相电路的基本概念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5" name="Rectangle 24"/>
          <p:cNvSpPr>
            <a:spLocks noChangeArrowheads="1"/>
          </p:cNvSpPr>
          <p:nvPr/>
        </p:nvSpPr>
        <p:spPr bwMode="auto">
          <a:xfrm>
            <a:off x="1199456" y="2198368"/>
            <a:ext cx="225805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(5)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旋转因子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06" name="Object 21"/>
          <p:cNvGraphicFramePr>
            <a:graphicFrameLocks noChangeAspect="1"/>
          </p:cNvGraphicFramePr>
          <p:nvPr/>
        </p:nvGraphicFramePr>
        <p:xfrm>
          <a:off x="1812032" y="3573128"/>
          <a:ext cx="7774824" cy="10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4619" name="Equation" r:id="rId3" imgW="89611200" imgH="11277600" progId="Equation.DSMT4">
                  <p:embed/>
                </p:oleObj>
              </mc:Choice>
              <mc:Fallback>
                <p:oleObj name="Equation" r:id="rId3" imgW="89611200" imgH="11277600" progId="Equation.DSMT4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12032" y="3573128"/>
                        <a:ext cx="7774824" cy="100800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7" name="Object 21"/>
          <p:cNvGraphicFramePr>
            <a:graphicFrameLocks noChangeAspect="1"/>
          </p:cNvGraphicFramePr>
          <p:nvPr/>
        </p:nvGraphicFramePr>
        <p:xfrm>
          <a:off x="1884040" y="5229312"/>
          <a:ext cx="7774824" cy="10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4620" name="Equation" r:id="rId5" imgW="88087200" imgH="11277600" progId="Equation.DSMT4">
                  <p:embed/>
                </p:oleObj>
              </mc:Choice>
              <mc:Fallback>
                <p:oleObj name="Equation" r:id="rId5" imgW="88087200" imgH="11277600" progId="Equation.DSMT4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84040" y="5229312"/>
                        <a:ext cx="7774824" cy="100800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9" name="Rectangle 25"/>
          <p:cNvSpPr>
            <a:spLocks noChangeArrowheads="1"/>
          </p:cNvSpPr>
          <p:nvPr/>
        </p:nvSpPr>
        <p:spPr bwMode="auto">
          <a:xfrm>
            <a:off x="1775520" y="4674276"/>
            <a:ext cx="8539162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fontAlgn="b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相量乘因子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(1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a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)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振幅为</a:t>
            </a:r>
            <a:r>
              <a:rPr lang="zh-CN" altLang="en-US" sz="2800" b="1" dirty="0">
                <a:ea typeface="宋体" panose="02010600030101010101" pitchFamily="2" charset="-122"/>
                <a:sym typeface="MS Reference Specialty" panose="05000500000000000000" pitchFamily="2" charset="2"/>
              </a:rPr>
              <a:t>√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倍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相移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30</a:t>
            </a:r>
            <a:r>
              <a:rPr lang="en-US" altLang="zh-CN" sz="2800" b="1" dirty="0">
                <a:ea typeface="宋体" panose="02010600030101010101" pitchFamily="2" charset="-122"/>
              </a:rPr>
              <a:t>º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(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顺时针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30</a:t>
            </a:r>
            <a:r>
              <a:rPr lang="en-US" altLang="zh-CN" sz="2800" b="1" dirty="0">
                <a:ea typeface="宋体" panose="02010600030101010101" pitchFamily="2" charset="-122"/>
              </a:rPr>
              <a:t>º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0" name="Rectangle 36"/>
          <p:cNvSpPr>
            <a:spLocks noChangeArrowheads="1"/>
          </p:cNvSpPr>
          <p:nvPr/>
        </p:nvSpPr>
        <p:spPr bwMode="auto">
          <a:xfrm>
            <a:off x="1775520" y="6296851"/>
            <a:ext cx="842893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fontAlgn="b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相量乘因子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(1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-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a</a:t>
            </a:r>
            <a:r>
              <a:rPr lang="en-US" altLang="zh-CN" sz="2800" b="1" baseline="30000" dirty="0">
                <a:latin typeface="Times New Roman" panose="02020603050405020304" pitchFamily="18" charset="0"/>
                <a:ea typeface="宋体" panose="02010600030101010101" pitchFamily="2" charset="-122"/>
              </a:rPr>
              <a:t>2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)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振幅为</a:t>
            </a:r>
            <a:r>
              <a:rPr lang="zh-CN" altLang="en-US" sz="2800" b="1" dirty="0">
                <a:ea typeface="宋体" panose="02010600030101010101" pitchFamily="2" charset="-122"/>
                <a:sym typeface="MS Reference Specialty" panose="05000500000000000000" pitchFamily="2" charset="2"/>
              </a:rPr>
              <a:t>√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倍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相移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30</a:t>
            </a:r>
            <a:r>
              <a:rPr lang="en-US" altLang="zh-CN" sz="2800" b="1" dirty="0">
                <a:ea typeface="宋体" panose="02010600030101010101" pitchFamily="2" charset="-122"/>
              </a:rPr>
              <a:t>º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(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逆时针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30</a:t>
            </a:r>
            <a:r>
              <a:rPr lang="en-US" altLang="zh-CN" sz="2800" b="1" dirty="0">
                <a:ea typeface="宋体" panose="02010600030101010101" pitchFamily="2" charset="-122"/>
              </a:rPr>
              <a:t>º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3" name="Rectangle 3"/>
          <p:cNvSpPr>
            <a:spLocks noChangeArrowheads="1"/>
          </p:cNvSpPr>
          <p:nvPr/>
        </p:nvSpPr>
        <p:spPr bwMode="auto">
          <a:xfrm>
            <a:off x="839416" y="1628800"/>
            <a:ext cx="5113138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电源和负载的连接方式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44" name="Rectangle 4"/>
          <p:cNvSpPr>
            <a:spLocks noChangeArrowheads="1"/>
          </p:cNvSpPr>
          <p:nvPr/>
        </p:nvSpPr>
        <p:spPr bwMode="auto">
          <a:xfrm>
            <a:off x="989212" y="980728"/>
            <a:ext cx="464026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9.1.2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三相电路的连接方式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5" name="组合 44"/>
          <p:cNvGrpSpPr/>
          <p:nvPr/>
        </p:nvGrpSpPr>
        <p:grpSpPr>
          <a:xfrm>
            <a:off x="911424" y="1483990"/>
            <a:ext cx="4718050" cy="171450"/>
            <a:chOff x="533400" y="1628800"/>
            <a:chExt cx="4718050" cy="171450"/>
          </a:xfrm>
        </p:grpSpPr>
        <p:pic>
          <p:nvPicPr>
            <p:cNvPr id="46" name="Picture 8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3450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9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83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10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11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1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0" name="Group 12"/>
            <p:cNvGrpSpPr/>
            <p:nvPr/>
          </p:nvGrpSpPr>
          <p:grpSpPr bwMode="auto">
            <a:xfrm>
              <a:off x="533400" y="1628800"/>
              <a:ext cx="525463" cy="171450"/>
              <a:chOff x="395" y="624"/>
              <a:chExt cx="331" cy="108"/>
            </a:xfrm>
          </p:grpSpPr>
          <p:pic>
            <p:nvPicPr>
              <p:cNvPr id="111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3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1" name="Picture 16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53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7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1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18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46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19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98625" y="1628800"/>
              <a:ext cx="19050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20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013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" name="Picture 2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8225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" name="Picture 22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288" y="1628800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23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7663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24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5938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25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10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6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09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7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17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28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79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29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5725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30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1163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3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005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32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882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33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5988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34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5375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0" y="1628800"/>
              <a:ext cx="1793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3650" y="1628800"/>
              <a:ext cx="177800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62" name="Object 23"/>
          <p:cNvGraphicFramePr>
            <a:graphicFrameLocks noChangeAspect="1"/>
          </p:cNvGraphicFramePr>
          <p:nvPr/>
        </p:nvGraphicFramePr>
        <p:xfrm>
          <a:off x="8907283" y="980728"/>
          <a:ext cx="2732087" cy="2914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4621" name="Visio" r:id="rId8" imgW="2590800" imgH="2724150" progId="Visio.Drawing.11">
                  <p:embed/>
                </p:oleObj>
              </mc:Choice>
              <mc:Fallback>
                <p:oleObj name="Visio" r:id="rId8" imgW="2590800" imgH="2724150" progId="Visio.Drawing.11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07283" y="980728"/>
                        <a:ext cx="2732087" cy="2914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" grpId="0"/>
      <p:bldP spid="11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1271464" y="980728"/>
            <a:ext cx="10297143" cy="30963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9.2.1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对称三相电路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lvl="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9.2.2   </a:t>
            </a:r>
            <a:r>
              <a:rPr lang="zh-CN" altLang="en-US" sz="2800" b="1" dirty="0">
                <a:solidFill>
                  <a:srgbClr val="FF00FF"/>
                </a:solidFill>
                <a:latin typeface="Arial" panose="020B0604020202020204"/>
                <a:ea typeface="华文中宋" panose="02010600040101010101" pitchFamily="2" charset="-122"/>
              </a:rPr>
              <a:t>复杂的对称三相电路</a:t>
            </a:r>
            <a:endParaRPr lang="en-US" altLang="zh-CN" sz="2800" b="1" dirty="0">
              <a:solidFill>
                <a:srgbClr val="FF00FF"/>
              </a:solidFill>
              <a:latin typeface="Arial" panose="020B0604020202020204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FF00FF"/>
                </a:solidFill>
                <a:latin typeface="Arial" panose="020B0604020202020204"/>
                <a:ea typeface="华文中宋" panose="02010600040101010101" pitchFamily="2" charset="-122"/>
              </a:rPr>
              <a:t>9.2.3   </a:t>
            </a:r>
            <a:r>
              <a:rPr lang="zh-CN" altLang="en-US" sz="2800" b="1" dirty="0">
                <a:solidFill>
                  <a:srgbClr val="FF00FF"/>
                </a:solidFill>
                <a:latin typeface="Arial" panose="020B0604020202020204"/>
                <a:ea typeface="华文中宋" panose="02010600040101010101" pitchFamily="2" charset="-122"/>
              </a:rPr>
              <a:t>不对称三相电路</a:t>
            </a:r>
            <a:endParaRPr lang="en-US" altLang="zh-CN" sz="2800" b="1" dirty="0">
              <a:solidFill>
                <a:srgbClr val="FF00FF"/>
              </a:solidFill>
              <a:latin typeface="Arial" panose="020B0604020202020204"/>
              <a:ea typeface="华文中宋" panose="02010600040101010101" pitchFamily="2" charset="-122"/>
            </a:endParaRPr>
          </a:p>
          <a:p>
            <a:pPr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000000"/>
                </a:solidFill>
                <a:latin typeface="Arial" panose="020B0604020202020204"/>
                <a:ea typeface="华文中宋" panose="02010600040101010101" pitchFamily="2" charset="-122"/>
              </a:rPr>
              <a:t>9.2.4  </a:t>
            </a:r>
            <a:r>
              <a:rPr lang="en-US" altLang="zh-CN" sz="2800" b="1" dirty="0">
                <a:solidFill>
                  <a:srgbClr val="FF00FF"/>
                </a:solidFill>
                <a:latin typeface="Arial" panose="020B0604020202020204"/>
                <a:ea typeface="华文中宋" panose="02010600040101010101" pitchFamily="2" charset="-122"/>
              </a:rPr>
              <a:t> </a:t>
            </a:r>
            <a:r>
              <a:rPr lang="zh-CN" altLang="en-US" sz="2800" b="1" dirty="0">
                <a:solidFill>
                  <a:srgbClr val="000000"/>
                </a:solidFill>
                <a:latin typeface="Arial" panose="020B0604020202020204"/>
                <a:ea typeface="华文中宋" panose="02010600040101010101" pitchFamily="2" charset="-122"/>
              </a:rPr>
              <a:t>相序测定器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839416" y="1628800"/>
            <a:ext cx="10945216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对称三相电路：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是由对称三相电源、对称三相负载、对称三相线路组成的电路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0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41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5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6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5" name="Rectangle 3"/>
          <p:cNvSpPr txBox="1">
            <a:spLocks noChangeArrowheads="1"/>
          </p:cNvSpPr>
          <p:nvPr/>
        </p:nvSpPr>
        <p:spPr>
          <a:xfrm>
            <a:off x="1190301" y="3195518"/>
            <a:ext cx="10378307" cy="1817658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Y</a:t>
            </a:r>
            <a:r>
              <a:rPr lang="en-US" altLang="zh-CN" b="1" kern="0" dirty="0">
                <a:solidFill>
                  <a:srgbClr val="CC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b="1" kern="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zh-CN" altLang="en-US" b="1" kern="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r>
              <a:rPr lang="zh-CN" altLang="en-US" b="1" kern="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一相计算法</a:t>
            </a:r>
            <a:endParaRPr lang="en-US" altLang="zh-CN" b="1" kern="0" dirty="0">
              <a:solidFill>
                <a:srgbClr val="FF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542925" eaLnBrk="1" hangingPunct="1">
              <a:lnSpc>
                <a:spcPct val="120000"/>
              </a:lnSpc>
              <a:spcBef>
                <a:spcPts val="600"/>
              </a:spcBef>
              <a:buNone/>
              <a:defRPr/>
            </a:pPr>
            <a:r>
              <a:rPr lang="en-US" altLang="zh-CN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① 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只计算某一相电压和电流</a:t>
            </a:r>
            <a:endParaRPr lang="en-US" altLang="zh-CN" b="1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542925" eaLnBrk="1" hangingPunct="1">
              <a:lnSpc>
                <a:spcPct val="120000"/>
              </a:lnSpc>
              <a:spcBef>
                <a:spcPts val="600"/>
              </a:spcBef>
              <a:buNone/>
              <a:defRPr/>
            </a:pPr>
            <a:r>
              <a:rPr lang="en-US" altLang="zh-CN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②</a:t>
            </a:r>
            <a:r>
              <a:rPr lang="en-US" altLang="zh-CN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根据</a:t>
            </a:r>
            <a:r>
              <a:rPr lang="zh-CN" altLang="en-US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对称性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，无需计算，直接写出其余两相的电压和电流</a:t>
            </a:r>
            <a:endParaRPr lang="zh-CN" altLang="en-US" b="1" kern="0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9" name="Rectangle 3"/>
          <p:cNvSpPr>
            <a:spLocks noChangeArrowheads="1"/>
          </p:cNvSpPr>
          <p:nvPr/>
        </p:nvSpPr>
        <p:spPr bwMode="auto">
          <a:xfrm>
            <a:off x="839417" y="2662578"/>
            <a:ext cx="259792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计算步骤：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Rectangle 13"/>
          <p:cNvSpPr>
            <a:spLocks noChangeArrowheads="1"/>
          </p:cNvSpPr>
          <p:nvPr/>
        </p:nvSpPr>
        <p:spPr bwMode="auto">
          <a:xfrm>
            <a:off x="1199456" y="5041195"/>
            <a:ext cx="6552728" cy="18168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lnSpc>
                <a:spcPct val="110000"/>
              </a:lnSpc>
              <a:spcBef>
                <a:spcPct val="20000"/>
              </a:spcBef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lnSpc>
                <a:spcPct val="110000"/>
              </a:lnSpc>
              <a:spcBef>
                <a:spcPct val="20000"/>
              </a:spcBef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600"/>
              </a:spcBef>
              <a:buNone/>
              <a:defRPr/>
            </a:pP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电路中出现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△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形电源或负载：</a:t>
            </a:r>
            <a:endParaRPr lang="en-US" altLang="zh-CN" b="1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542925" eaLnBrk="1" hangingPunct="1">
              <a:lnSpc>
                <a:spcPct val="120000"/>
              </a:lnSpc>
              <a:spcBef>
                <a:spcPts val="600"/>
              </a:spcBef>
              <a:buNone/>
              <a:defRPr/>
            </a:pPr>
            <a:r>
              <a:rPr lang="en-US" altLang="zh-CN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①</a:t>
            </a:r>
            <a:r>
              <a:rPr lang="en-US" altLang="zh-CN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将它们</a:t>
            </a:r>
            <a:r>
              <a:rPr lang="zh-CN" altLang="en-US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等效变换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成</a:t>
            </a: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b="1" kern="0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zh-CN" altLang="en-US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</a:t>
            </a:r>
            <a:endParaRPr lang="zh-CN" altLang="en-US" b="1" kern="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indent="542925" eaLnBrk="1" hangingPunct="1">
              <a:lnSpc>
                <a:spcPct val="120000"/>
              </a:lnSpc>
              <a:spcBef>
                <a:spcPts val="600"/>
              </a:spcBef>
              <a:buNone/>
              <a:defRPr/>
            </a:pPr>
            <a:r>
              <a:rPr lang="en-US" altLang="zh-CN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②</a:t>
            </a:r>
            <a:r>
              <a:rPr lang="en-US" altLang="zh-CN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用</a:t>
            </a:r>
            <a:r>
              <a:rPr lang="en-US" altLang="zh-CN" b="1" kern="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b="1" kern="0" dirty="0">
                <a:solidFill>
                  <a:srgbClr val="CC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-</a:t>
            </a:r>
            <a:r>
              <a:rPr lang="en-US" altLang="zh-CN" b="1" kern="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zh-CN" altLang="en-US" b="1" kern="0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r>
              <a:rPr lang="zh-CN" altLang="en-US" b="1" kern="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一相计算法</a:t>
            </a:r>
            <a:endParaRPr lang="zh-CN" altLang="en-US" b="1" kern="0" dirty="0">
              <a:solidFill>
                <a:srgbClr val="FF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95" grpId="0"/>
      <p:bldP spid="99" grpId="0"/>
      <p:bldP spid="3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85" name="Object 23"/>
          <p:cNvGraphicFramePr>
            <a:graphicFrameLocks noChangeAspect="1"/>
          </p:cNvGraphicFramePr>
          <p:nvPr/>
        </p:nvGraphicFramePr>
        <p:xfrm>
          <a:off x="7536160" y="1089070"/>
          <a:ext cx="4032250" cy="210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2318" name="Visio" r:id="rId1" imgW="4105275" imgH="2143125" progId="Visio.Drawing.11">
                  <p:embed/>
                </p:oleObj>
              </mc:Choice>
              <mc:Fallback>
                <p:oleObj name="Visio" r:id="rId1" imgW="4105275" imgH="2143125" progId="Visio.Drawing.11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36160" y="1089070"/>
                        <a:ext cx="4032250" cy="210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1" name="Rectangle 6"/>
          <p:cNvSpPr>
            <a:spLocks noChangeArrowheads="1"/>
          </p:cNvSpPr>
          <p:nvPr/>
        </p:nvSpPr>
        <p:spPr bwMode="auto">
          <a:xfrm>
            <a:off x="1338041" y="2807766"/>
            <a:ext cx="3412842" cy="680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lnSpc>
                <a:spcPct val="120000"/>
              </a:lnSpc>
              <a:spcBef>
                <a:spcPts val="0"/>
              </a:spcBef>
              <a:buSzPct val="120000"/>
              <a:defRPr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设线路的阻抗为</a:t>
            </a:r>
            <a:r>
              <a:rPr lang="en-US" altLang="zh-CN" sz="2800" b="1" i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sz="2800" b="1" i="1" baseline="-2500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L</a:t>
            </a:r>
            <a:endParaRPr lang="zh-CN" altLang="en-US" sz="2800" b="1" dirty="0">
              <a:solidFill>
                <a:srgbClr val="FF00FF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92" name="Rectangle 9"/>
          <p:cNvSpPr>
            <a:spLocks noChangeArrowheads="1"/>
          </p:cNvSpPr>
          <p:nvPr/>
        </p:nvSpPr>
        <p:spPr bwMode="auto">
          <a:xfrm>
            <a:off x="1371292" y="4262723"/>
            <a:ext cx="4580692" cy="11104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把中性点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N’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向</a:t>
            </a:r>
            <a:r>
              <a:rPr lang="zh-CN" altLang="en-US" sz="2800" b="1" dirty="0">
                <a:ea typeface="宋体" panose="02010600030101010101" pitchFamily="2" charset="-122"/>
              </a:rPr>
              <a:t>左右拉伸，得电路模型</a:t>
            </a:r>
            <a:endParaRPr lang="zh-CN" altLang="en-US" sz="2800" dirty="0">
              <a:ea typeface="宋体" panose="02010600030101010101" pitchFamily="2" charset="-122"/>
            </a:endParaRPr>
          </a:p>
        </p:txBody>
      </p:sp>
      <p:graphicFrame>
        <p:nvGraphicFramePr>
          <p:cNvPr id="94" name="Object 25"/>
          <p:cNvGraphicFramePr>
            <a:graphicFrameLocks noChangeAspect="1"/>
          </p:cNvGraphicFramePr>
          <p:nvPr/>
        </p:nvGraphicFramePr>
        <p:xfrm>
          <a:off x="6528544" y="4321612"/>
          <a:ext cx="5472112" cy="2419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2319" name="Visio" r:id="rId3" imgW="4953000" imgH="2200275" progId="Visio.Drawing.11">
                  <p:embed/>
                </p:oleObj>
              </mc:Choice>
              <mc:Fallback>
                <p:oleObj name="Visio" r:id="rId3" imgW="4953000" imgH="220027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544" y="4321612"/>
                        <a:ext cx="5472112" cy="2419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" name="Rectangle 24"/>
          <p:cNvSpPr>
            <a:spLocks noChangeArrowheads="1"/>
          </p:cNvSpPr>
          <p:nvPr/>
        </p:nvSpPr>
        <p:spPr bwMode="auto">
          <a:xfrm>
            <a:off x="909002" y="2198368"/>
            <a:ext cx="532644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三相四线制（中性线有阻抗）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8950090" y="1729316"/>
            <a:ext cx="534466" cy="562882"/>
            <a:chOff x="6257144" y="1729316"/>
            <a:chExt cx="534466" cy="562882"/>
          </a:xfrm>
        </p:grpSpPr>
        <p:sp>
          <p:nvSpPr>
            <p:cNvPr id="33" name="Rectangle 42"/>
            <p:cNvSpPr>
              <a:spLocks noChangeArrowheads="1"/>
            </p:cNvSpPr>
            <p:nvPr/>
          </p:nvSpPr>
          <p:spPr bwMode="auto">
            <a:xfrm rot="16200000">
              <a:off x="6463527" y="2094198"/>
              <a:ext cx="108000" cy="2880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</a:ln>
            <a:effectLst/>
          </p:spPr>
          <p:txBody>
            <a:bodyPr vert="eaVert" wrap="none" lIns="98755" tIns="49378" rIns="98755" bIns="49378" anchor="ctr"/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b="1"/>
            </a:p>
          </p:txBody>
        </p:sp>
        <p:sp>
          <p:nvSpPr>
            <p:cNvPr id="35" name="Text Box 146"/>
            <p:cNvSpPr txBox="1">
              <a:spLocks noChangeArrowheads="1"/>
            </p:cNvSpPr>
            <p:nvPr/>
          </p:nvSpPr>
          <p:spPr bwMode="auto">
            <a:xfrm>
              <a:off x="6257144" y="1729316"/>
              <a:ext cx="534466" cy="4690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98755" tIns="49378" rIns="98755" bIns="49378" anchor="ctr">
              <a:spAutoFit/>
            </a:bodyPr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b="1" i="1" dirty="0">
                  <a:solidFill>
                    <a:srgbClr val="FF0000"/>
                  </a:solidFill>
                </a:rPr>
                <a:t>Z</a:t>
              </a:r>
              <a:r>
                <a:rPr lang="en-US" altLang="zh-CN" b="1" i="1" baseline="-25000" dirty="0">
                  <a:solidFill>
                    <a:srgbClr val="FF0000"/>
                  </a:solidFill>
                </a:rPr>
                <a:t>N</a:t>
              </a:r>
              <a:endParaRPr lang="zh-CN" altLang="zh-CN" b="1" i="1" baseline="-25000" dirty="0">
                <a:solidFill>
                  <a:srgbClr val="FF0000"/>
                </a:solidFill>
                <a:sym typeface="Symbol" panose="05050102010706020507" pitchFamily="18" charset="2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9600721" y="911283"/>
            <a:ext cx="512025" cy="577052"/>
            <a:chOff x="6907774" y="911283"/>
            <a:chExt cx="512025" cy="577052"/>
          </a:xfrm>
        </p:grpSpPr>
        <p:sp>
          <p:nvSpPr>
            <p:cNvPr id="34" name="Rectangle 42"/>
            <p:cNvSpPr>
              <a:spLocks noChangeArrowheads="1"/>
            </p:cNvSpPr>
            <p:nvPr/>
          </p:nvSpPr>
          <p:spPr bwMode="auto">
            <a:xfrm rot="16200000">
              <a:off x="7068210" y="1290335"/>
              <a:ext cx="108000" cy="2880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FF"/>
              </a:solidFill>
              <a:miter lim="800000"/>
            </a:ln>
            <a:effectLst/>
          </p:spPr>
          <p:txBody>
            <a:bodyPr vert="eaVert" wrap="none" lIns="98755" tIns="49378" rIns="98755" bIns="49378" anchor="ctr"/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b="1"/>
            </a:p>
          </p:txBody>
        </p:sp>
        <p:sp>
          <p:nvSpPr>
            <p:cNvPr id="37" name="Text Box 146"/>
            <p:cNvSpPr txBox="1">
              <a:spLocks noChangeArrowheads="1"/>
            </p:cNvSpPr>
            <p:nvPr/>
          </p:nvSpPr>
          <p:spPr bwMode="auto">
            <a:xfrm>
              <a:off x="6907774" y="911283"/>
              <a:ext cx="512025" cy="4690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98755" tIns="49378" rIns="98755" bIns="49378" anchor="ctr">
              <a:spAutoFit/>
            </a:bodyPr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b="1" i="1" dirty="0">
                  <a:solidFill>
                    <a:srgbClr val="FF00FF"/>
                  </a:solidFill>
                </a:rPr>
                <a:t>Z</a:t>
              </a:r>
              <a:r>
                <a:rPr lang="en-US" altLang="zh-CN" b="1" i="1" baseline="-25000" dirty="0">
                  <a:solidFill>
                    <a:srgbClr val="FF00FF"/>
                  </a:solidFill>
                </a:rPr>
                <a:t>L</a:t>
              </a:r>
              <a:endParaRPr lang="zh-CN" altLang="zh-CN" b="1" i="1" baseline="-25000" dirty="0">
                <a:solidFill>
                  <a:srgbClr val="FF00FF"/>
                </a:solidFill>
                <a:sym typeface="Symbol" panose="05050102010706020507" pitchFamily="18" charset="2"/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8594737" y="2977287"/>
            <a:ext cx="512025" cy="510061"/>
            <a:chOff x="6885947" y="1380335"/>
            <a:chExt cx="512025" cy="510061"/>
          </a:xfrm>
        </p:grpSpPr>
        <p:sp>
          <p:nvSpPr>
            <p:cNvPr id="50" name="Rectangle 42"/>
            <p:cNvSpPr>
              <a:spLocks noChangeArrowheads="1"/>
            </p:cNvSpPr>
            <p:nvPr/>
          </p:nvSpPr>
          <p:spPr bwMode="auto">
            <a:xfrm rot="16200000">
              <a:off x="7068210" y="1290335"/>
              <a:ext cx="108000" cy="2880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FF"/>
              </a:solidFill>
              <a:miter lim="800000"/>
            </a:ln>
            <a:effectLst/>
          </p:spPr>
          <p:txBody>
            <a:bodyPr vert="eaVert" wrap="none" lIns="98755" tIns="49378" rIns="98755" bIns="49378" anchor="ctr"/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b="1"/>
            </a:p>
          </p:txBody>
        </p:sp>
        <p:sp>
          <p:nvSpPr>
            <p:cNvPr id="51" name="Text Box 146"/>
            <p:cNvSpPr txBox="1">
              <a:spLocks noChangeArrowheads="1"/>
            </p:cNvSpPr>
            <p:nvPr/>
          </p:nvSpPr>
          <p:spPr bwMode="auto">
            <a:xfrm>
              <a:off x="6885947" y="1421344"/>
              <a:ext cx="512025" cy="4690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98755" tIns="49378" rIns="98755" bIns="49378" anchor="ctr">
              <a:spAutoFit/>
            </a:bodyPr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b="1" i="1" dirty="0">
                  <a:solidFill>
                    <a:srgbClr val="FF00FF"/>
                  </a:solidFill>
                </a:rPr>
                <a:t>Z</a:t>
              </a:r>
              <a:r>
                <a:rPr lang="en-US" altLang="zh-CN" b="1" i="1" baseline="-25000" dirty="0">
                  <a:solidFill>
                    <a:srgbClr val="FF00FF"/>
                  </a:solidFill>
                </a:rPr>
                <a:t>L</a:t>
              </a:r>
              <a:endParaRPr lang="zh-CN" altLang="zh-CN" b="1" i="1" baseline="-25000" dirty="0">
                <a:solidFill>
                  <a:srgbClr val="FF00FF"/>
                </a:solidFill>
                <a:sym typeface="Symbol" panose="05050102010706020507" pitchFamily="18" charset="2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10031530" y="2664751"/>
            <a:ext cx="512025" cy="523051"/>
            <a:chOff x="6913860" y="1380335"/>
            <a:chExt cx="512025" cy="523051"/>
          </a:xfrm>
        </p:grpSpPr>
        <p:sp>
          <p:nvSpPr>
            <p:cNvPr id="53" name="Rectangle 42"/>
            <p:cNvSpPr>
              <a:spLocks noChangeArrowheads="1"/>
            </p:cNvSpPr>
            <p:nvPr/>
          </p:nvSpPr>
          <p:spPr bwMode="auto">
            <a:xfrm rot="16200000">
              <a:off x="7068210" y="1290335"/>
              <a:ext cx="108000" cy="2880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FF"/>
              </a:solidFill>
              <a:miter lim="800000"/>
            </a:ln>
            <a:effectLst/>
          </p:spPr>
          <p:txBody>
            <a:bodyPr vert="eaVert" wrap="none" lIns="98755" tIns="49378" rIns="98755" bIns="49378" anchor="ctr"/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b="1"/>
            </a:p>
          </p:txBody>
        </p:sp>
        <p:sp>
          <p:nvSpPr>
            <p:cNvPr id="54" name="Text Box 146"/>
            <p:cNvSpPr txBox="1">
              <a:spLocks noChangeArrowheads="1"/>
            </p:cNvSpPr>
            <p:nvPr/>
          </p:nvSpPr>
          <p:spPr bwMode="auto">
            <a:xfrm>
              <a:off x="6913860" y="1434334"/>
              <a:ext cx="512025" cy="4690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98755" tIns="49378" rIns="98755" bIns="49378" anchor="ctr">
              <a:spAutoFit/>
            </a:bodyPr>
            <a:lstStyle>
              <a:lvl1pPr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98742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987425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b="1" i="1" dirty="0">
                  <a:solidFill>
                    <a:srgbClr val="FF00FF"/>
                  </a:solidFill>
                </a:rPr>
                <a:t>Z</a:t>
              </a:r>
              <a:r>
                <a:rPr lang="en-US" altLang="zh-CN" b="1" i="1" baseline="-25000" dirty="0">
                  <a:solidFill>
                    <a:srgbClr val="FF00FF"/>
                  </a:solidFill>
                </a:rPr>
                <a:t>L</a:t>
              </a:r>
              <a:endParaRPr lang="zh-CN" altLang="zh-CN" b="1" i="1" baseline="-25000" dirty="0">
                <a:solidFill>
                  <a:srgbClr val="FF00FF"/>
                </a:solidFill>
                <a:sym typeface="Symbol" panose="05050102010706020507" pitchFamily="18" charset="2"/>
              </a:endParaRPr>
            </a:p>
          </p:txBody>
        </p:sp>
      </p:grpSp>
      <p:sp>
        <p:nvSpPr>
          <p:cNvPr id="55" name="Rectangle 6"/>
          <p:cNvSpPr>
            <a:spLocks noChangeArrowheads="1"/>
          </p:cNvSpPr>
          <p:nvPr/>
        </p:nvSpPr>
        <p:spPr bwMode="auto">
          <a:xfrm>
            <a:off x="1324496" y="3424898"/>
            <a:ext cx="3412842" cy="6218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lnSpc>
                <a:spcPct val="120000"/>
              </a:lnSpc>
              <a:spcBef>
                <a:spcPts val="0"/>
              </a:spcBef>
              <a:buSzPct val="120000"/>
              <a:defRPr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设中性线阻抗为</a:t>
            </a:r>
            <a:r>
              <a:rPr lang="en-US" altLang="zh-CN" sz="2800" b="1" i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sz="2800" b="1" i="1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endParaRPr lang="zh-CN" altLang="en-US" sz="2800" b="1" dirty="0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6" name="Rectangle 9"/>
          <p:cNvSpPr>
            <a:spLocks noChangeArrowheads="1"/>
          </p:cNvSpPr>
          <p:nvPr/>
        </p:nvSpPr>
        <p:spPr bwMode="auto">
          <a:xfrm>
            <a:off x="8425030" y="3528358"/>
            <a:ext cx="213576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三相四线制</a:t>
            </a:r>
            <a:endParaRPr lang="zh-CN" altLang="en-US" sz="2800" dirty="0">
              <a:ea typeface="宋体" panose="02010600030101010101" pitchFamily="2" charset="-122"/>
            </a:endParaRPr>
          </a:p>
        </p:txBody>
      </p:sp>
      <p:sp>
        <p:nvSpPr>
          <p:cNvPr id="57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8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59" name="Picture 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3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99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4" name="Picture 1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91" grpId="0"/>
      <p:bldP spid="92" grpId="0"/>
      <p:bldP spid="32" grpId="0"/>
      <p:bldP spid="55" grpId="0"/>
      <p:bldP spid="5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9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2" name="Rectangle 24"/>
          <p:cNvSpPr>
            <a:spLocks noChangeArrowheads="1"/>
          </p:cNvSpPr>
          <p:nvPr/>
        </p:nvSpPr>
        <p:spPr bwMode="auto">
          <a:xfrm>
            <a:off x="909002" y="2198368"/>
            <a:ext cx="532644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三相四线制（中性线有阻抗）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3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94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95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9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1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0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7" name="Rectangle 3"/>
          <p:cNvSpPr txBox="1">
            <a:spLocks noChangeArrowheads="1"/>
          </p:cNvSpPr>
          <p:nvPr/>
        </p:nvSpPr>
        <p:spPr>
          <a:xfrm>
            <a:off x="1410098" y="2849965"/>
            <a:ext cx="5161826" cy="588956"/>
          </a:xfr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以</a:t>
            </a:r>
            <a:r>
              <a:rPr lang="en-US" altLang="zh-CN" kern="0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为参考节点，列节点方程</a:t>
            </a:r>
            <a:endParaRPr lang="zh-CN" altLang="en-US" b="1" kern="0" dirty="0"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18" name="Object 14"/>
          <p:cNvGraphicFramePr>
            <a:graphicFrameLocks noChangeAspect="1"/>
          </p:cNvGraphicFramePr>
          <p:nvPr/>
        </p:nvGraphicFramePr>
        <p:xfrm>
          <a:off x="1489157" y="6331851"/>
          <a:ext cx="2646363" cy="542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2007" name="Equation" r:id="rId3" imgW="28041600" imgH="5791200" progId="Equation.DSMT4">
                  <p:embed/>
                </p:oleObj>
              </mc:Choice>
              <mc:Fallback>
                <p:oleObj name="Equation" r:id="rId3" imgW="28041600" imgH="5791200" progId="Equation.DSMT4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9157" y="6331851"/>
                        <a:ext cx="2646363" cy="542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9" name="Object 34"/>
          <p:cNvGraphicFramePr>
            <a:graphicFrameLocks noChangeAspect="1"/>
          </p:cNvGraphicFramePr>
          <p:nvPr/>
        </p:nvGraphicFramePr>
        <p:xfrm>
          <a:off x="1972733" y="3584914"/>
          <a:ext cx="4068763" cy="170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2008" name="Equation" r:id="rId5" imgW="48158400" imgH="20116800" progId="Equation.DSMT4">
                  <p:embed/>
                </p:oleObj>
              </mc:Choice>
              <mc:Fallback>
                <p:oleObj name="Equation" r:id="rId5" imgW="48158400" imgH="201168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72733" y="3584914"/>
                        <a:ext cx="4068763" cy="1701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0" name="Rectangle 3"/>
          <p:cNvSpPr txBox="1">
            <a:spLocks noChangeArrowheads="1"/>
          </p:cNvSpPr>
          <p:nvPr/>
        </p:nvSpPr>
        <p:spPr>
          <a:xfrm>
            <a:off x="1404043" y="5693403"/>
            <a:ext cx="3415711" cy="538241"/>
          </a:xfr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因为对称三相电源</a:t>
            </a:r>
            <a:endParaRPr lang="zh-CN" altLang="en-US" b="1" kern="0" dirty="0"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21" name="Object 34"/>
          <p:cNvGraphicFramePr>
            <a:graphicFrameLocks noChangeAspect="1"/>
          </p:cNvGraphicFramePr>
          <p:nvPr/>
        </p:nvGraphicFramePr>
        <p:xfrm>
          <a:off x="5064272" y="6250831"/>
          <a:ext cx="1133475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2009" name="Equation" r:id="rId7" imgW="13411200" imgH="5791200" progId="Equation.DSMT4">
                  <p:embed/>
                </p:oleObj>
              </mc:Choice>
              <mc:Fallback>
                <p:oleObj name="Equation" r:id="rId7" imgW="13411200" imgH="57912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64272" y="6250831"/>
                        <a:ext cx="1133475" cy="490537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2" name="组合 121"/>
          <p:cNvGrpSpPr/>
          <p:nvPr/>
        </p:nvGrpSpPr>
        <p:grpSpPr>
          <a:xfrm>
            <a:off x="3730509" y="3588138"/>
            <a:ext cx="2511494" cy="1678117"/>
            <a:chOff x="2477294" y="3675112"/>
            <a:chExt cx="2511494" cy="1678117"/>
          </a:xfrm>
        </p:grpSpPr>
        <p:sp>
          <p:nvSpPr>
            <p:cNvPr id="123" name="Oval 5"/>
            <p:cNvSpPr>
              <a:spLocks noChangeArrowheads="1"/>
            </p:cNvSpPr>
            <p:nvPr/>
          </p:nvSpPr>
          <p:spPr bwMode="auto">
            <a:xfrm>
              <a:off x="2477294" y="3675112"/>
              <a:ext cx="2316958" cy="762000"/>
            </a:xfrm>
            <a:prstGeom prst="ellipse">
              <a:avLst/>
            </a:prstGeom>
            <a:noFill/>
            <a:ln w="38100" algn="ctr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4" name="Rectangle 69"/>
            <p:cNvSpPr>
              <a:spLocks noChangeArrowheads="1"/>
            </p:cNvSpPr>
            <p:nvPr/>
          </p:nvSpPr>
          <p:spPr bwMode="auto">
            <a:xfrm>
              <a:off x="4419401" y="4830009"/>
              <a:ext cx="569387" cy="523220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rgbClr val="FF0000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1pPr>
              <a:lvl2pPr marL="742950" indent="-28575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2pPr>
              <a:lvl3pPr marL="11430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3pPr>
              <a:lvl4pPr marL="16002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4pPr>
              <a:lvl5pPr marL="20574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800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=0</a:t>
              </a:r>
              <a:endPara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5" name="直接箭头连接符 124"/>
            <p:cNvCxnSpPr/>
            <p:nvPr/>
          </p:nvCxnSpPr>
          <p:spPr bwMode="auto">
            <a:xfrm>
              <a:off x="3960019" y="4437112"/>
              <a:ext cx="437268" cy="689625"/>
            </a:xfrm>
            <a:prstGeom prst="straightConnector1">
              <a:avLst/>
            </a:prstGeom>
            <a:solidFill>
              <a:srgbClr val="DDDDDD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grpSp>
        <p:nvGrpSpPr>
          <p:cNvPr id="126" name="组合 125"/>
          <p:cNvGrpSpPr/>
          <p:nvPr/>
        </p:nvGrpSpPr>
        <p:grpSpPr>
          <a:xfrm>
            <a:off x="1281887" y="4123810"/>
            <a:ext cx="1410927" cy="1208068"/>
            <a:chOff x="112429" y="4210784"/>
            <a:chExt cx="1410927" cy="1208068"/>
          </a:xfrm>
        </p:grpSpPr>
        <p:sp>
          <p:nvSpPr>
            <p:cNvPr id="127" name="椭圆 126"/>
            <p:cNvSpPr/>
            <p:nvPr/>
          </p:nvSpPr>
          <p:spPr bwMode="auto">
            <a:xfrm>
              <a:off x="683568" y="4210784"/>
              <a:ext cx="839788" cy="658376"/>
            </a:xfrm>
            <a:prstGeom prst="ellipse">
              <a:avLst/>
            </a:prstGeom>
            <a:noFill/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sp>
          <p:nvSpPr>
            <p:cNvPr id="128" name="Rectangle 69"/>
            <p:cNvSpPr>
              <a:spLocks noChangeArrowheads="1"/>
            </p:cNvSpPr>
            <p:nvPr/>
          </p:nvSpPr>
          <p:spPr bwMode="auto">
            <a:xfrm>
              <a:off x="112429" y="4895632"/>
              <a:ext cx="569387" cy="523220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rgbClr val="00B050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1pPr>
              <a:lvl2pPr marL="742950" indent="-28575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2pPr>
              <a:lvl3pPr marL="11430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3pPr>
              <a:lvl4pPr marL="16002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4pPr>
              <a:lvl5pPr marL="20574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8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=0</a:t>
              </a:r>
              <a:endParaRPr lang="zh-CN" altLang="en-US" sz="2800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9" name="直接箭头连接符 128"/>
            <p:cNvCxnSpPr>
              <a:endCxn id="128" idx="3"/>
            </p:cNvCxnSpPr>
            <p:nvPr/>
          </p:nvCxnSpPr>
          <p:spPr bwMode="auto">
            <a:xfrm flipH="1">
              <a:off x="681816" y="4869160"/>
              <a:ext cx="309042" cy="288082"/>
            </a:xfrm>
            <a:prstGeom prst="straightConnector1">
              <a:avLst/>
            </a:prstGeom>
            <a:solidFill>
              <a:srgbClr val="DDDDDD"/>
            </a:solidFill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grpSp>
        <p:nvGrpSpPr>
          <p:cNvPr id="130" name="组合 129"/>
          <p:cNvGrpSpPr/>
          <p:nvPr/>
        </p:nvGrpSpPr>
        <p:grpSpPr>
          <a:xfrm>
            <a:off x="7555568" y="3616452"/>
            <a:ext cx="4317833" cy="3124916"/>
            <a:chOff x="4788024" y="3728854"/>
            <a:chExt cx="4317833" cy="3124916"/>
          </a:xfrm>
        </p:grpSpPr>
        <p:sp>
          <p:nvSpPr>
            <p:cNvPr id="131" name="Text Box 10"/>
            <p:cNvSpPr txBox="1">
              <a:spLocks noChangeArrowheads="1"/>
            </p:cNvSpPr>
            <p:nvPr/>
          </p:nvSpPr>
          <p:spPr bwMode="auto">
            <a:xfrm>
              <a:off x="6150302" y="5047371"/>
              <a:ext cx="1036638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dirty="0"/>
                <a:t> 60°</a:t>
              </a:r>
              <a:endParaRPr lang="en-US" altLang="zh-CN" sz="2800" b="1" dirty="0"/>
            </a:p>
          </p:txBody>
        </p:sp>
        <p:sp>
          <p:nvSpPr>
            <p:cNvPr id="132" name="Line 16"/>
            <p:cNvSpPr>
              <a:spLocks noChangeShapeType="1"/>
            </p:cNvSpPr>
            <p:nvPr/>
          </p:nvSpPr>
          <p:spPr bwMode="auto">
            <a:xfrm flipH="1">
              <a:off x="5614443" y="5466576"/>
              <a:ext cx="1448477" cy="4945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prstDash val="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3" name="Line 20"/>
            <p:cNvSpPr>
              <a:spLocks noChangeShapeType="1"/>
            </p:cNvSpPr>
            <p:nvPr/>
          </p:nvSpPr>
          <p:spPr bwMode="auto">
            <a:xfrm rot="14282560" flipV="1">
              <a:off x="5270573" y="6090585"/>
              <a:ext cx="1463675" cy="1588"/>
            </a:xfrm>
            <a:prstGeom prst="line">
              <a:avLst/>
            </a:prstGeom>
            <a:noFill/>
            <a:ln w="38100">
              <a:solidFill>
                <a:srgbClr val="006600"/>
              </a:solidFill>
              <a:prstDash val="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34" name="组合 133"/>
            <p:cNvGrpSpPr/>
            <p:nvPr/>
          </p:nvGrpSpPr>
          <p:grpSpPr>
            <a:xfrm>
              <a:off x="5736338" y="3728854"/>
              <a:ext cx="3369519" cy="3124916"/>
              <a:chOff x="4779962" y="3728854"/>
              <a:chExt cx="3369519" cy="3124916"/>
            </a:xfrm>
          </p:grpSpPr>
          <p:sp>
            <p:nvSpPr>
              <p:cNvPr id="141" name="Line 19"/>
              <p:cNvSpPr>
                <a:spLocks noChangeShapeType="1"/>
              </p:cNvSpPr>
              <p:nvPr/>
            </p:nvSpPr>
            <p:spPr bwMode="auto">
              <a:xfrm rot="7106826" flipV="1">
                <a:off x="5030385" y="6071535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42" name="Line 20"/>
              <p:cNvSpPr>
                <a:spLocks noChangeShapeType="1"/>
              </p:cNvSpPr>
              <p:nvPr/>
            </p:nvSpPr>
            <p:spPr bwMode="auto">
              <a:xfrm rot="14282560" flipV="1">
                <a:off x="4990685" y="4852335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660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43" name="Line 21"/>
              <p:cNvSpPr>
                <a:spLocks noChangeShapeType="1"/>
              </p:cNvSpPr>
              <p:nvPr/>
            </p:nvSpPr>
            <p:spPr bwMode="auto">
              <a:xfrm flipV="1">
                <a:off x="6106818" y="5469873"/>
                <a:ext cx="1465724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44" name="Object 18"/>
              <p:cNvGraphicFramePr>
                <a:graphicFrameLocks noChangeAspect="1"/>
              </p:cNvGraphicFramePr>
              <p:nvPr/>
            </p:nvGraphicFramePr>
            <p:xfrm>
              <a:off x="7543056" y="5453699"/>
              <a:ext cx="6064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2010" name="Equation" r:id="rId9" imgW="5486400" imgH="5791200" progId="Equation.DSMT4">
                      <p:embed/>
                    </p:oleObj>
                  </mc:Choice>
                  <mc:Fallback>
                    <p:oleObj name="Equation" r:id="rId9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7543056" y="5453699"/>
                            <a:ext cx="6064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5" name="Object 18"/>
              <p:cNvGraphicFramePr>
                <a:graphicFrameLocks noChangeAspect="1"/>
              </p:cNvGraphicFramePr>
              <p:nvPr/>
            </p:nvGraphicFramePr>
            <p:xfrm>
              <a:off x="5165526" y="3728854"/>
              <a:ext cx="673100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2011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65526" y="3728854"/>
                            <a:ext cx="673100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6" name="Object 18"/>
              <p:cNvGraphicFramePr>
                <a:graphicFrameLocks noChangeAspect="1"/>
              </p:cNvGraphicFramePr>
              <p:nvPr/>
            </p:nvGraphicFramePr>
            <p:xfrm>
              <a:off x="4779962" y="6215595"/>
              <a:ext cx="6064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2012" name="Equation" r:id="rId13" imgW="5486400" imgH="5791200" progId="Equation.DSMT4">
                      <p:embed/>
                    </p:oleObj>
                  </mc:Choice>
                  <mc:Fallback>
                    <p:oleObj name="Equation" r:id="rId13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779962" y="6215595"/>
                            <a:ext cx="6064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35" name="Line 19"/>
            <p:cNvSpPr>
              <a:spLocks noChangeShapeType="1"/>
            </p:cNvSpPr>
            <p:nvPr/>
          </p:nvSpPr>
          <p:spPr bwMode="auto">
            <a:xfrm rot="7106826" flipV="1">
              <a:off x="5235632" y="4895867"/>
              <a:ext cx="1463675" cy="158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prstDash val="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6" name="Text Box 10"/>
            <p:cNvSpPr txBox="1">
              <a:spLocks noChangeArrowheads="1"/>
            </p:cNvSpPr>
            <p:nvPr/>
          </p:nvSpPr>
          <p:spPr bwMode="auto">
            <a:xfrm>
              <a:off x="5585253" y="5054786"/>
              <a:ext cx="1036638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dirty="0"/>
                <a:t> 60°</a:t>
              </a:r>
              <a:endParaRPr lang="en-US" altLang="zh-CN" sz="2800" b="1" dirty="0"/>
            </a:p>
          </p:txBody>
        </p:sp>
        <p:graphicFrame>
          <p:nvGraphicFramePr>
            <p:cNvPr id="137" name="Object 18"/>
            <p:cNvGraphicFramePr>
              <a:graphicFrameLocks noChangeAspect="1"/>
            </p:cNvGraphicFramePr>
            <p:nvPr/>
          </p:nvGraphicFramePr>
          <p:xfrm>
            <a:off x="4788024" y="5134611"/>
            <a:ext cx="842962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2013" name="Equation" r:id="rId15" imgW="7620000" imgH="5791200" progId="Equation.DSMT4">
                    <p:embed/>
                  </p:oleObj>
                </mc:Choice>
                <mc:Fallback>
                  <p:oleObj name="Equation" r:id="rId15" imgW="7620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88024" y="5134611"/>
                          <a:ext cx="842962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8" name="Text Box 10"/>
            <p:cNvSpPr txBox="1">
              <a:spLocks noChangeArrowheads="1"/>
            </p:cNvSpPr>
            <p:nvPr/>
          </p:nvSpPr>
          <p:spPr bwMode="auto">
            <a:xfrm>
              <a:off x="5858466" y="4503324"/>
              <a:ext cx="1036638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dirty="0"/>
                <a:t> 60°</a:t>
              </a:r>
              <a:endParaRPr lang="en-US" altLang="zh-CN" sz="2800" b="1" dirty="0"/>
            </a:p>
          </p:txBody>
        </p:sp>
        <p:graphicFrame>
          <p:nvGraphicFramePr>
            <p:cNvPr id="139" name="Object 18"/>
            <p:cNvGraphicFramePr>
              <a:graphicFrameLocks noChangeAspect="1"/>
            </p:cNvGraphicFramePr>
            <p:nvPr/>
          </p:nvGraphicFramePr>
          <p:xfrm>
            <a:off x="5405236" y="4315958"/>
            <a:ext cx="60642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2014" name="Equation" r:id="rId17" imgW="5486400" imgH="5791200" progId="Equation.DSMT4">
                    <p:embed/>
                  </p:oleObj>
                </mc:Choice>
                <mc:Fallback>
                  <p:oleObj name="Equation" r:id="rId17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405236" y="4315958"/>
                          <a:ext cx="60642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0" name="Object 18"/>
            <p:cNvGraphicFramePr>
              <a:graphicFrameLocks noChangeAspect="1"/>
            </p:cNvGraphicFramePr>
            <p:nvPr/>
          </p:nvGraphicFramePr>
          <p:xfrm>
            <a:off x="5337426" y="5730685"/>
            <a:ext cx="6731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2015" name="Equation" r:id="rId19" imgW="6096000" imgH="5791200" progId="Equation.DSMT4">
                    <p:embed/>
                  </p:oleObj>
                </mc:Choice>
                <mc:Fallback>
                  <p:oleObj name="Equation" r:id="rId19" imgW="6096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37426" y="5730685"/>
                          <a:ext cx="6731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47" name="Object 25"/>
          <p:cNvGraphicFramePr>
            <a:graphicFrameLocks noChangeAspect="1"/>
          </p:cNvGraphicFramePr>
          <p:nvPr/>
        </p:nvGraphicFramePr>
        <p:xfrm>
          <a:off x="6528544" y="948476"/>
          <a:ext cx="5472112" cy="2419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2016" name="Visio" r:id="rId21" imgW="4953000" imgH="2200275" progId="Visio.Drawing.11">
                  <p:embed/>
                </p:oleObj>
              </mc:Choice>
              <mc:Fallback>
                <p:oleObj name="Visio" r:id="rId21" imgW="4953000" imgH="220027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544" y="948476"/>
                        <a:ext cx="5472112" cy="2419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/>
      <p:bldP spid="120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8" name="Rectangle 24"/>
          <p:cNvSpPr>
            <a:spLocks noChangeArrowheads="1"/>
          </p:cNvSpPr>
          <p:nvPr/>
        </p:nvSpPr>
        <p:spPr bwMode="auto">
          <a:xfrm>
            <a:off x="909002" y="2198368"/>
            <a:ext cx="532644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三相四线制（中性线有阻抗）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60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61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5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99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6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" name="Rectangle 22"/>
          <p:cNvSpPr>
            <a:spLocks noChangeArrowheads="1"/>
          </p:cNvSpPr>
          <p:nvPr/>
        </p:nvSpPr>
        <p:spPr bwMode="auto">
          <a:xfrm>
            <a:off x="1430736" y="3668196"/>
            <a:ext cx="2453215" cy="498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solidFill>
                  <a:srgbClr val="FF0000"/>
                </a:solidFill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与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zh-CN" altLang="en-US" sz="2800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等电位</a:t>
            </a:r>
            <a:endParaRPr lang="zh-CN" altLang="en-US" sz="2800" b="1" dirty="0">
              <a:solidFill>
                <a:srgbClr val="FF00FF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03" name="Object 34"/>
          <p:cNvGraphicFramePr>
            <a:graphicFrameLocks noChangeAspect="1"/>
          </p:cNvGraphicFramePr>
          <p:nvPr/>
        </p:nvGraphicFramePr>
        <p:xfrm>
          <a:off x="1913336" y="2925619"/>
          <a:ext cx="1133475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0737" name="Equation" r:id="rId2" imgW="13411200" imgH="5791200" progId="Equation.DSMT4">
                  <p:embed/>
                </p:oleObj>
              </mc:Choice>
              <mc:Fallback>
                <p:oleObj name="Equation" r:id="rId2" imgW="13411200" imgH="57912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13336" y="2925619"/>
                        <a:ext cx="1133475" cy="490537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" name="Rectangle 22"/>
          <p:cNvSpPr>
            <a:spLocks noChangeArrowheads="1"/>
          </p:cNvSpPr>
          <p:nvPr/>
        </p:nvSpPr>
        <p:spPr bwMode="auto">
          <a:xfrm>
            <a:off x="1313471" y="4302498"/>
            <a:ext cx="4755014" cy="1019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中性线用短路代替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得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。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05" name="Object 25"/>
          <p:cNvGraphicFramePr>
            <a:graphicFrameLocks noChangeAspect="1"/>
          </p:cNvGraphicFramePr>
          <p:nvPr/>
        </p:nvGraphicFramePr>
        <p:xfrm>
          <a:off x="6528544" y="938732"/>
          <a:ext cx="5472112" cy="2419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0738" name="Visio" r:id="rId4" imgW="4953000" imgH="2200275" progId="Visio.Drawing.11">
                  <p:embed/>
                </p:oleObj>
              </mc:Choice>
              <mc:Fallback>
                <p:oleObj name="Visio" r:id="rId4" imgW="4953000" imgH="220027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544" y="938732"/>
                        <a:ext cx="5472112" cy="2419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6" name="组合 105"/>
          <p:cNvGrpSpPr/>
          <p:nvPr/>
        </p:nvGrpSpPr>
        <p:grpSpPr>
          <a:xfrm>
            <a:off x="8128985" y="2820555"/>
            <a:ext cx="2088870" cy="577912"/>
            <a:chOff x="5409244" y="2686641"/>
            <a:chExt cx="2088870" cy="577912"/>
          </a:xfrm>
        </p:grpSpPr>
        <p:sp>
          <p:nvSpPr>
            <p:cNvPr id="107" name="矩形 106"/>
            <p:cNvSpPr/>
            <p:nvPr/>
          </p:nvSpPr>
          <p:spPr bwMode="auto">
            <a:xfrm>
              <a:off x="5662555" y="2686641"/>
              <a:ext cx="1800200" cy="577912"/>
            </a:xfrm>
            <a:prstGeom prst="rect">
              <a:avLst/>
            </a:prstGeom>
            <a:solidFill>
              <a:schemeClr val="bg1"/>
            </a:solidFill>
            <a:ln w="285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cxnSp>
          <p:nvCxnSpPr>
            <p:cNvPr id="108" name="直接连接符 107"/>
            <p:cNvCxnSpPr/>
            <p:nvPr/>
          </p:nvCxnSpPr>
          <p:spPr bwMode="auto">
            <a:xfrm>
              <a:off x="5409244" y="3046695"/>
              <a:ext cx="2088870" cy="0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109" name="Object 25"/>
          <p:cNvGraphicFramePr>
            <a:graphicFrameLocks noChangeAspect="1"/>
          </p:cNvGraphicFramePr>
          <p:nvPr/>
        </p:nvGraphicFramePr>
        <p:xfrm>
          <a:off x="6511737" y="3878432"/>
          <a:ext cx="5470525" cy="1198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0739" name="Visio" r:id="rId6" imgW="4953000" imgH="1123950" progId="Visio.Drawing.11">
                  <p:embed/>
                </p:oleObj>
              </mc:Choice>
              <mc:Fallback>
                <p:oleObj name="Visio" r:id="rId6" imgW="4953000" imgH="112395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11737" y="3878432"/>
                        <a:ext cx="5470525" cy="1198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0" name="Rectangle 22"/>
          <p:cNvSpPr>
            <a:spLocks noChangeArrowheads="1"/>
          </p:cNvSpPr>
          <p:nvPr/>
        </p:nvSpPr>
        <p:spPr bwMode="auto">
          <a:xfrm>
            <a:off x="7968876" y="5028767"/>
            <a:ext cx="2392357" cy="560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pSp>
        <p:nvGrpSpPr>
          <p:cNvPr id="111" name="组合 110"/>
          <p:cNvGrpSpPr/>
          <p:nvPr/>
        </p:nvGrpSpPr>
        <p:grpSpPr>
          <a:xfrm>
            <a:off x="1933974" y="5674289"/>
            <a:ext cx="9706641" cy="1082412"/>
            <a:chOff x="-2076841" y="4292745"/>
            <a:chExt cx="8386779" cy="1082412"/>
          </a:xfrm>
        </p:grpSpPr>
        <p:sp>
          <p:nvSpPr>
            <p:cNvPr id="112" name="Rectangle 2"/>
            <p:cNvSpPr>
              <a:spLocks noChangeArrowheads="1"/>
            </p:cNvSpPr>
            <p:nvPr/>
          </p:nvSpPr>
          <p:spPr bwMode="auto">
            <a:xfrm>
              <a:off x="-2076841" y="4292745"/>
              <a:ext cx="8386779" cy="1082412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20000"/>
                </a:lnSpc>
              </a:pPr>
              <a:r>
                <a:rPr lang="en-US" altLang="zh-CN" sz="2800" b="1" kern="0" dirty="0">
                  <a:solidFill>
                    <a:srgbClr val="0000CC"/>
                  </a:solidFill>
                  <a:cs typeface="Times New Roman" panose="02020603050405020304" pitchFamily="18" charset="0"/>
                </a:rPr>
                <a:t>              </a:t>
              </a:r>
              <a:r>
                <a:rPr lang="zh-CN" altLang="en-US" sz="2800" b="1" dirty="0">
                  <a:ea typeface="楷体_GB2312"/>
                  <a:cs typeface="Times New Roman" panose="02020603050405020304" pitchFamily="18" charset="0"/>
                </a:rPr>
                <a:t>中性线被短路等效后，中性线阻抗</a:t>
              </a:r>
              <a:r>
                <a:rPr lang="en-US" altLang="zh-CN" sz="2800" b="1" i="1" dirty="0">
                  <a:solidFill>
                    <a:srgbClr val="FF0066"/>
                  </a:solidFill>
                  <a:ea typeface="楷体_GB2312"/>
                  <a:cs typeface="Times New Roman" panose="02020603050405020304" pitchFamily="18" charset="0"/>
                </a:rPr>
                <a:t>Z</a:t>
              </a:r>
              <a:r>
                <a:rPr lang="en-US" altLang="zh-CN" sz="2800" b="1" baseline="-25000" dirty="0">
                  <a:solidFill>
                    <a:srgbClr val="FF0066"/>
                  </a:solidFill>
                  <a:ea typeface="楷体_GB2312"/>
                  <a:cs typeface="Times New Roman" panose="02020603050405020304" pitchFamily="18" charset="0"/>
                </a:rPr>
                <a:t>N</a:t>
              </a:r>
              <a:r>
                <a:rPr lang="zh-CN" altLang="en-US" sz="2800" b="1" dirty="0">
                  <a:ea typeface="楷体_GB2312"/>
                  <a:cs typeface="Times New Roman" panose="02020603050405020304" pitchFamily="18" charset="0"/>
                </a:rPr>
                <a:t>不出现在一相计算法中。</a:t>
              </a:r>
              <a:r>
                <a:rPr lang="zh-CN" altLang="en-US" sz="2800" dirty="0">
                  <a:solidFill>
                    <a:srgbClr val="000066"/>
                  </a:solidFill>
                  <a:cs typeface="Times New Roman" panose="02020603050405020304" pitchFamily="18" charset="0"/>
                </a:rPr>
                <a:t> </a:t>
              </a:r>
              <a:endParaRPr lang="zh-CN" altLang="en-US" sz="2800" b="1" dirty="0">
                <a:ea typeface="楷体_GB2312" pitchFamily="49" charset="-122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aphicFrame>
          <p:nvGraphicFramePr>
            <p:cNvPr id="113" name="Object 8"/>
            <p:cNvGraphicFramePr>
              <a:graphicFrameLocks noChangeAspect="1"/>
            </p:cNvGraphicFramePr>
            <p:nvPr/>
          </p:nvGraphicFramePr>
          <p:xfrm>
            <a:off x="-1969222" y="4383423"/>
            <a:ext cx="1050676" cy="4508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70740" name="Equation" r:id="rId8" imgW="13411200" imgH="5791200" progId="Equation.DSMT4">
                    <p:embed/>
                  </p:oleObj>
                </mc:Choice>
                <mc:Fallback>
                  <p:oleObj name="Equation" r:id="rId8" imgW="13411200" imgH="5791200" progId="Equation.DSMT4">
                    <p:embed/>
                    <p:pic>
                      <p:nvPicPr>
                        <p:cNvPr id="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969222" y="4383423"/>
                          <a:ext cx="1050676" cy="45085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5" name="AutoShape 8" descr="40%"/>
          <p:cNvSpPr>
            <a:spLocks noChangeArrowheads="1"/>
          </p:cNvSpPr>
          <p:nvPr/>
        </p:nvSpPr>
        <p:spPr bwMode="auto">
          <a:xfrm>
            <a:off x="24958" y="5589240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0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  <p:sp>
        <p:nvSpPr>
          <p:cNvPr id="42" name="Rectangle 9"/>
          <p:cNvSpPr>
            <a:spLocks noChangeArrowheads="1"/>
          </p:cNvSpPr>
          <p:nvPr/>
        </p:nvSpPr>
        <p:spPr bwMode="auto">
          <a:xfrm>
            <a:off x="8208704" y="3429000"/>
            <a:ext cx="213576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ea typeface="宋体" panose="02010600030101010101" pitchFamily="2" charset="-122"/>
              </a:rPr>
              <a:t>三相四线制</a:t>
            </a:r>
            <a:endParaRPr lang="zh-CN" altLang="en-US" sz="2800" dirty="0">
              <a:solidFill>
                <a:srgbClr val="C0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04" grpId="0"/>
      <p:bldP spid="110" grpId="0"/>
      <p:bldP spid="115" grpId="0" animBg="1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6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7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8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59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3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9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4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0" name="Object 34"/>
          <p:cNvGraphicFramePr>
            <a:graphicFrameLocks noChangeAspect="1"/>
          </p:cNvGraphicFramePr>
          <p:nvPr/>
        </p:nvGraphicFramePr>
        <p:xfrm>
          <a:off x="2148285" y="2869682"/>
          <a:ext cx="1133475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1475" name="Equation" r:id="rId2" imgW="13411200" imgH="5791200" progId="Equation.DSMT4">
                  <p:embed/>
                </p:oleObj>
              </mc:Choice>
              <mc:Fallback>
                <p:oleObj name="Equation" r:id="rId2" imgW="13411200" imgH="57912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48285" y="2869682"/>
                        <a:ext cx="1133475" cy="490537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1" name="Rectangle 22"/>
          <p:cNvSpPr>
            <a:spLocks noChangeArrowheads="1"/>
          </p:cNvSpPr>
          <p:nvPr/>
        </p:nvSpPr>
        <p:spPr bwMode="auto">
          <a:xfrm>
            <a:off x="1600743" y="3607070"/>
            <a:ext cx="3533353" cy="5874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得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02" name="矩形 101"/>
          <p:cNvSpPr/>
          <p:nvPr/>
        </p:nvSpPr>
        <p:spPr>
          <a:xfrm>
            <a:off x="1919536" y="6290156"/>
            <a:ext cx="7344816" cy="523220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 algn="ctr" eaLnBrk="1" hangingPunct="1"/>
            <a:r>
              <a:rPr lang="zh-CN" altLang="en-US" sz="2800" b="1" dirty="0">
                <a:latin typeface="宋体" panose="02010600030101010101" pitchFamily="2" charset="-122"/>
                <a:ea typeface="楷体_GB2312"/>
              </a:rPr>
              <a:t>一相计算电路同三相四线制（中性线有阻抗）</a:t>
            </a:r>
            <a:endParaRPr lang="zh-CN" altLang="en-US" sz="2800" b="1" dirty="0">
              <a:latin typeface="宋体" panose="02010600030101010101" pitchFamily="2" charset="-122"/>
              <a:ea typeface="楷体_GB2312"/>
            </a:endParaRPr>
          </a:p>
        </p:txBody>
      </p:sp>
      <p:sp>
        <p:nvSpPr>
          <p:cNvPr id="103" name="Rectangle 24"/>
          <p:cNvSpPr>
            <a:spLocks noChangeArrowheads="1"/>
          </p:cNvSpPr>
          <p:nvPr/>
        </p:nvSpPr>
        <p:spPr bwMode="auto">
          <a:xfrm>
            <a:off x="1099776" y="2198368"/>
            <a:ext cx="535626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三相四线制（中性线无阻抗）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椭圆 103"/>
          <p:cNvSpPr/>
          <p:nvPr/>
        </p:nvSpPr>
        <p:spPr bwMode="auto">
          <a:xfrm>
            <a:off x="4859483" y="2238198"/>
            <a:ext cx="504056" cy="504056"/>
          </a:xfrm>
          <a:prstGeom prst="ellipse">
            <a:avLst/>
          </a:prstGeom>
          <a:noFill/>
          <a:ln w="2857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aphicFrame>
        <p:nvGraphicFramePr>
          <p:cNvPr id="105" name="Object 25"/>
          <p:cNvGraphicFramePr>
            <a:graphicFrameLocks noChangeAspect="1"/>
          </p:cNvGraphicFramePr>
          <p:nvPr/>
        </p:nvGraphicFramePr>
        <p:xfrm>
          <a:off x="6528544" y="938732"/>
          <a:ext cx="5472112" cy="2419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1476" name="Visio" r:id="rId4" imgW="4953000" imgH="2200275" progId="Visio.Drawing.11">
                  <p:embed/>
                </p:oleObj>
              </mc:Choice>
              <mc:Fallback>
                <p:oleObj name="Visio" r:id="rId4" imgW="4953000" imgH="220027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544" y="938732"/>
                        <a:ext cx="5472112" cy="2419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6" name="组合 105"/>
          <p:cNvGrpSpPr/>
          <p:nvPr/>
        </p:nvGrpSpPr>
        <p:grpSpPr>
          <a:xfrm>
            <a:off x="8128985" y="2820555"/>
            <a:ext cx="2088870" cy="577912"/>
            <a:chOff x="5409244" y="2686641"/>
            <a:chExt cx="2088870" cy="577912"/>
          </a:xfrm>
        </p:grpSpPr>
        <p:sp>
          <p:nvSpPr>
            <p:cNvPr id="107" name="矩形 106"/>
            <p:cNvSpPr/>
            <p:nvPr/>
          </p:nvSpPr>
          <p:spPr bwMode="auto">
            <a:xfrm>
              <a:off x="5662555" y="2686641"/>
              <a:ext cx="1800200" cy="577912"/>
            </a:xfrm>
            <a:prstGeom prst="rect">
              <a:avLst/>
            </a:prstGeom>
            <a:solidFill>
              <a:schemeClr val="bg1"/>
            </a:solidFill>
            <a:ln w="285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cxnSp>
          <p:nvCxnSpPr>
            <p:cNvPr id="108" name="直接连接符 107"/>
            <p:cNvCxnSpPr/>
            <p:nvPr/>
          </p:nvCxnSpPr>
          <p:spPr bwMode="auto">
            <a:xfrm>
              <a:off x="5409244" y="3046695"/>
              <a:ext cx="2088870" cy="0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109" name="Object 25"/>
          <p:cNvGraphicFramePr>
            <a:graphicFrameLocks noChangeAspect="1"/>
          </p:cNvGraphicFramePr>
          <p:nvPr/>
        </p:nvGraphicFramePr>
        <p:xfrm>
          <a:off x="6511737" y="3878432"/>
          <a:ext cx="5470525" cy="1198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1477" name="Visio" r:id="rId6" imgW="4953000" imgH="1123950" progId="Visio.Drawing.11">
                  <p:embed/>
                </p:oleObj>
              </mc:Choice>
              <mc:Fallback>
                <p:oleObj name="Visio" r:id="rId6" imgW="4953000" imgH="112395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11737" y="3878432"/>
                        <a:ext cx="5470525" cy="1198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0" name="Rectangle 22"/>
          <p:cNvSpPr>
            <a:spLocks noChangeArrowheads="1"/>
          </p:cNvSpPr>
          <p:nvPr/>
        </p:nvSpPr>
        <p:spPr bwMode="auto">
          <a:xfrm>
            <a:off x="7968876" y="5028767"/>
            <a:ext cx="2392357" cy="560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1" name="AutoShape 8" descr="40%"/>
          <p:cNvSpPr>
            <a:spLocks noChangeArrowheads="1"/>
          </p:cNvSpPr>
          <p:nvPr/>
        </p:nvSpPr>
        <p:spPr bwMode="auto">
          <a:xfrm>
            <a:off x="24958" y="5943213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8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  <p:sp>
        <p:nvSpPr>
          <p:cNvPr id="114" name="Rectangle 9"/>
          <p:cNvSpPr>
            <a:spLocks noChangeArrowheads="1"/>
          </p:cNvSpPr>
          <p:nvPr/>
        </p:nvSpPr>
        <p:spPr bwMode="auto">
          <a:xfrm>
            <a:off x="8208704" y="3429000"/>
            <a:ext cx="213576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ea typeface="宋体" panose="02010600030101010101" pitchFamily="2" charset="-122"/>
              </a:rPr>
              <a:t>三相四线制</a:t>
            </a:r>
            <a:endParaRPr lang="zh-CN" altLang="en-US" sz="2800" dirty="0">
              <a:solidFill>
                <a:srgbClr val="C0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 animBg="1"/>
      <p:bldP spid="103" grpId="0"/>
      <p:bldP spid="104" grpId="0" animBg="1"/>
      <p:bldP spid="110" grpId="0"/>
      <p:bldP spid="111" grpId="0" animBg="1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0" name="Rectangle 24"/>
          <p:cNvSpPr>
            <a:spLocks noChangeArrowheads="1"/>
          </p:cNvSpPr>
          <p:nvPr/>
        </p:nvSpPr>
        <p:spPr bwMode="auto">
          <a:xfrm>
            <a:off x="1111218" y="2198368"/>
            <a:ext cx="325659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三相三线制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4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55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6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9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7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1" name="Object 25"/>
          <p:cNvGraphicFramePr>
            <a:graphicFrameLocks noChangeAspect="1"/>
          </p:cNvGraphicFramePr>
          <p:nvPr/>
        </p:nvGraphicFramePr>
        <p:xfrm>
          <a:off x="6528048" y="963769"/>
          <a:ext cx="5473700" cy="2011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5711" name="Visio" r:id="rId2" imgW="2788285" imgH="1043305" progId="Visio.Drawing.11">
                  <p:embed/>
                </p:oleObj>
              </mc:Choice>
              <mc:Fallback>
                <p:oleObj name="Visio" r:id="rId2" imgW="2788285" imgH="104330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048" y="963769"/>
                        <a:ext cx="5473700" cy="20113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" name="Rectangle 9"/>
          <p:cNvSpPr>
            <a:spLocks noChangeArrowheads="1"/>
          </p:cNvSpPr>
          <p:nvPr/>
        </p:nvSpPr>
        <p:spPr bwMode="auto">
          <a:xfrm>
            <a:off x="8184232" y="3428231"/>
            <a:ext cx="213576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ea typeface="宋体" panose="02010600030101010101" pitchFamily="2" charset="-122"/>
              </a:rPr>
              <a:t>三相三线制</a:t>
            </a:r>
            <a:endParaRPr lang="zh-CN" altLang="en-US" sz="2800" dirty="0">
              <a:solidFill>
                <a:srgbClr val="C00000"/>
              </a:solidFill>
              <a:ea typeface="宋体" panose="02010600030101010101" pitchFamily="2" charset="-122"/>
            </a:endParaRPr>
          </a:p>
        </p:txBody>
      </p:sp>
      <p:grpSp>
        <p:nvGrpSpPr>
          <p:cNvPr id="103" name="组合 102"/>
          <p:cNvGrpSpPr/>
          <p:nvPr/>
        </p:nvGrpSpPr>
        <p:grpSpPr>
          <a:xfrm>
            <a:off x="6883862" y="1948683"/>
            <a:ext cx="4702729" cy="1110890"/>
            <a:chOff x="4062627" y="1875345"/>
            <a:chExt cx="4702729" cy="1110890"/>
          </a:xfrm>
        </p:grpSpPr>
        <p:cxnSp>
          <p:nvCxnSpPr>
            <p:cNvPr id="104" name="直接连接符 103"/>
            <p:cNvCxnSpPr/>
            <p:nvPr/>
          </p:nvCxnSpPr>
          <p:spPr bwMode="auto">
            <a:xfrm>
              <a:off x="8709331" y="1928798"/>
              <a:ext cx="0" cy="1052736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" name="直接连接符 104"/>
            <p:cNvCxnSpPr/>
            <p:nvPr/>
          </p:nvCxnSpPr>
          <p:spPr bwMode="auto">
            <a:xfrm>
              <a:off x="4107077" y="1933499"/>
              <a:ext cx="0" cy="1052736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6" name="直接连接符 105"/>
            <p:cNvCxnSpPr/>
            <p:nvPr/>
          </p:nvCxnSpPr>
          <p:spPr bwMode="auto">
            <a:xfrm>
              <a:off x="4107077" y="2986235"/>
              <a:ext cx="4602254" cy="0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7" name="Oval 21"/>
            <p:cNvSpPr>
              <a:spLocks noChangeArrowheads="1"/>
            </p:cNvSpPr>
            <p:nvPr/>
          </p:nvSpPr>
          <p:spPr bwMode="auto">
            <a:xfrm>
              <a:off x="4062627" y="1879549"/>
              <a:ext cx="88900" cy="88900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8" name="Oval 24"/>
            <p:cNvSpPr>
              <a:spLocks noChangeArrowheads="1"/>
            </p:cNvSpPr>
            <p:nvPr/>
          </p:nvSpPr>
          <p:spPr bwMode="auto">
            <a:xfrm>
              <a:off x="8676456" y="1875345"/>
              <a:ext cx="88900" cy="88900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09" name="Rectangle 22"/>
          <p:cNvSpPr>
            <a:spLocks noChangeArrowheads="1"/>
          </p:cNvSpPr>
          <p:nvPr/>
        </p:nvSpPr>
        <p:spPr bwMode="auto">
          <a:xfrm>
            <a:off x="1266503" y="4204161"/>
            <a:ext cx="3533353" cy="5768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中性线用短路代替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10" name="对象 109"/>
          <p:cNvGraphicFramePr>
            <a:graphicFrameLocks noChangeAspect="1"/>
          </p:cNvGraphicFramePr>
          <p:nvPr/>
        </p:nvGraphicFramePr>
        <p:xfrm>
          <a:off x="1911519" y="2870724"/>
          <a:ext cx="1208087" cy="565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5712" name="Equation" r:id="rId4" imgW="1210310" imgH="567055" progId="Equation.DSMT4">
                  <p:embed/>
                </p:oleObj>
              </mc:Choice>
              <mc:Fallback>
                <p:oleObj name="Equation" r:id="rId4" imgW="1210310" imgH="567055" progId="Equation.DSMT4">
                  <p:embed/>
                  <p:pic>
                    <p:nvPicPr>
                      <p:cNvPr id="0" name="对象 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911519" y="2870724"/>
                        <a:ext cx="1208087" cy="5651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1" name="Rectangle 22"/>
          <p:cNvSpPr>
            <a:spLocks noChangeArrowheads="1"/>
          </p:cNvSpPr>
          <p:nvPr/>
        </p:nvSpPr>
        <p:spPr bwMode="auto">
          <a:xfrm>
            <a:off x="1271464" y="4804917"/>
            <a:ext cx="2891915" cy="568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得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2" name="Rectangle 22"/>
          <p:cNvSpPr>
            <a:spLocks noChangeArrowheads="1"/>
          </p:cNvSpPr>
          <p:nvPr/>
        </p:nvSpPr>
        <p:spPr bwMode="auto">
          <a:xfrm>
            <a:off x="1293497" y="3587221"/>
            <a:ext cx="2453215" cy="498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solidFill>
                  <a:srgbClr val="FF0000"/>
                </a:solidFill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与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zh-CN" altLang="en-US" sz="2800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等电位</a:t>
            </a:r>
            <a:endParaRPr lang="zh-CN" altLang="en-US" sz="2800" b="1" dirty="0">
              <a:solidFill>
                <a:srgbClr val="FF00FF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3" name="矩形 112"/>
          <p:cNvSpPr/>
          <p:nvPr/>
        </p:nvSpPr>
        <p:spPr>
          <a:xfrm>
            <a:off x="1919536" y="6290156"/>
            <a:ext cx="7950988" cy="523220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 algn="ctr" eaLnBrk="1" hangingPunct="1"/>
            <a:r>
              <a:rPr lang="zh-CN" altLang="en-US" sz="2800" b="1" dirty="0">
                <a:latin typeface="宋体" panose="02010600030101010101" pitchFamily="2" charset="-122"/>
                <a:ea typeface="楷体_GB2312"/>
              </a:rPr>
              <a:t>一相计算电路同三相四线制（中性线有、无阻抗）</a:t>
            </a:r>
            <a:endParaRPr lang="zh-CN" altLang="en-US" sz="2800" b="1" dirty="0">
              <a:latin typeface="宋体" panose="02010600030101010101" pitchFamily="2" charset="-122"/>
              <a:ea typeface="楷体_GB2312"/>
            </a:endParaRPr>
          </a:p>
        </p:txBody>
      </p:sp>
      <p:graphicFrame>
        <p:nvGraphicFramePr>
          <p:cNvPr id="114" name="Object 25"/>
          <p:cNvGraphicFramePr>
            <a:graphicFrameLocks noChangeAspect="1"/>
          </p:cNvGraphicFramePr>
          <p:nvPr/>
        </p:nvGraphicFramePr>
        <p:xfrm>
          <a:off x="6528048" y="3861048"/>
          <a:ext cx="5470525" cy="1198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5713" name="Visio" r:id="rId6" imgW="4953000" imgH="1123950" progId="Visio.Drawing.11">
                  <p:embed/>
                </p:oleObj>
              </mc:Choice>
              <mc:Fallback>
                <p:oleObj name="Visio" r:id="rId6" imgW="4953000" imgH="112395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048" y="3861048"/>
                        <a:ext cx="5470525" cy="1198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5" name="Rectangle 22"/>
          <p:cNvSpPr>
            <a:spLocks noChangeArrowheads="1"/>
          </p:cNvSpPr>
          <p:nvPr/>
        </p:nvSpPr>
        <p:spPr bwMode="auto">
          <a:xfrm>
            <a:off x="7985187" y="5011383"/>
            <a:ext cx="2392357" cy="560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21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8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09" grpId="0"/>
      <p:bldP spid="111" grpId="0"/>
      <p:bldP spid="112" grpId="0"/>
      <p:bldP spid="113" grpId="0" animBg="1"/>
      <p:bldP spid="115" grpId="0"/>
      <p:bldP spid="121" grpId="0" animBg="1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7" name="Rectangle 22"/>
          <p:cNvSpPr>
            <a:spLocks noChangeArrowheads="1"/>
          </p:cNvSpPr>
          <p:nvPr/>
        </p:nvSpPr>
        <p:spPr bwMode="auto">
          <a:xfrm>
            <a:off x="1631504" y="2792234"/>
            <a:ext cx="5367390" cy="6111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三相四线制（中性线有阻抗）</a:t>
            </a:r>
            <a:endParaRPr lang="zh-CN" altLang="en-US" sz="2800" b="1" dirty="0">
              <a:solidFill>
                <a:srgbClr val="00B0F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0" name="Rectangle 24"/>
          <p:cNvSpPr>
            <a:spLocks noChangeArrowheads="1"/>
          </p:cNvSpPr>
          <p:nvPr/>
        </p:nvSpPr>
        <p:spPr bwMode="auto">
          <a:xfrm>
            <a:off x="1127448" y="2198368"/>
            <a:ext cx="325659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一相计算电路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" name="Rectangle 22"/>
          <p:cNvSpPr>
            <a:spLocks noChangeArrowheads="1"/>
          </p:cNvSpPr>
          <p:nvPr/>
        </p:nvSpPr>
        <p:spPr bwMode="auto">
          <a:xfrm>
            <a:off x="1631504" y="3401632"/>
            <a:ext cx="5367390" cy="6111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三相四线制（中性线无阻抗）</a:t>
            </a:r>
            <a:endParaRPr lang="zh-CN" altLang="en-US" sz="2800" b="1" dirty="0">
              <a:solidFill>
                <a:srgbClr val="00B0F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3" name="Rectangle 22"/>
          <p:cNvSpPr>
            <a:spLocks noChangeArrowheads="1"/>
          </p:cNvSpPr>
          <p:nvPr/>
        </p:nvSpPr>
        <p:spPr bwMode="auto">
          <a:xfrm>
            <a:off x="1631504" y="4025889"/>
            <a:ext cx="2239272" cy="6111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三相三线制</a:t>
            </a:r>
            <a:endParaRPr lang="zh-CN" altLang="en-US" sz="2800" b="1" dirty="0">
              <a:solidFill>
                <a:srgbClr val="00B0F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5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63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7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0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5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Rectangle 22"/>
          <p:cNvSpPr>
            <a:spLocks noChangeArrowheads="1"/>
          </p:cNvSpPr>
          <p:nvPr/>
        </p:nvSpPr>
        <p:spPr bwMode="auto">
          <a:xfrm>
            <a:off x="1631504" y="4582125"/>
            <a:ext cx="3533353" cy="56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由对称三相电路可得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04" name="Object 25"/>
          <p:cNvGraphicFramePr>
            <a:graphicFrameLocks noChangeAspect="1"/>
          </p:cNvGraphicFramePr>
          <p:nvPr/>
        </p:nvGraphicFramePr>
        <p:xfrm>
          <a:off x="6530131" y="1052736"/>
          <a:ext cx="5470525" cy="1198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1635" name="Visio" r:id="rId2" imgW="4953000" imgH="1123950" progId="Visio.Drawing.11">
                  <p:embed/>
                </p:oleObj>
              </mc:Choice>
              <mc:Fallback>
                <p:oleObj name="Visio" r:id="rId2" imgW="4953000" imgH="112395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30131" y="1052736"/>
                        <a:ext cx="5470525" cy="1198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" name="Rectangle 22"/>
          <p:cNvSpPr>
            <a:spLocks noChangeArrowheads="1"/>
          </p:cNvSpPr>
          <p:nvPr/>
        </p:nvSpPr>
        <p:spPr bwMode="auto">
          <a:xfrm>
            <a:off x="7987270" y="2203071"/>
            <a:ext cx="2392357" cy="560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06" name="对象 105"/>
          <p:cNvGraphicFramePr>
            <a:graphicFrameLocks noChangeAspect="1"/>
          </p:cNvGraphicFramePr>
          <p:nvPr/>
        </p:nvGraphicFramePr>
        <p:xfrm>
          <a:off x="5205863" y="4598788"/>
          <a:ext cx="1208087" cy="565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1636" name="Equation" r:id="rId4" imgW="1210310" imgH="567055" progId="Equation.DSMT4">
                  <p:embed/>
                </p:oleObj>
              </mc:Choice>
              <mc:Fallback>
                <p:oleObj name="Equation" r:id="rId4" imgW="1210310" imgH="567055" progId="Equation.DSMT4">
                  <p:embed/>
                  <p:pic>
                    <p:nvPicPr>
                      <p:cNvPr id="0" name="对象 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5205863" y="4598788"/>
                        <a:ext cx="1208087" cy="5651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7" name="Rectangle 22"/>
          <p:cNvSpPr>
            <a:spLocks noChangeArrowheads="1"/>
          </p:cNvSpPr>
          <p:nvPr/>
        </p:nvSpPr>
        <p:spPr bwMode="auto">
          <a:xfrm>
            <a:off x="2706873" y="5229200"/>
            <a:ext cx="2453215" cy="498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solidFill>
                  <a:srgbClr val="FF0000"/>
                </a:solidFill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与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zh-CN" altLang="en-US" sz="2800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等电位</a:t>
            </a:r>
            <a:endParaRPr lang="zh-CN" altLang="en-US" sz="2800" b="1" dirty="0">
              <a:solidFill>
                <a:srgbClr val="FF00FF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08" name="Rectangle 22"/>
          <p:cNvSpPr>
            <a:spLocks noChangeArrowheads="1"/>
          </p:cNvSpPr>
          <p:nvPr/>
        </p:nvSpPr>
        <p:spPr bwMode="auto">
          <a:xfrm>
            <a:off x="2715228" y="5782673"/>
            <a:ext cx="4308169" cy="570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中性线可以用短路线代替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09" name="Rectangle 22"/>
          <p:cNvSpPr>
            <a:spLocks noChangeArrowheads="1"/>
          </p:cNvSpPr>
          <p:nvPr/>
        </p:nvSpPr>
        <p:spPr bwMode="auto">
          <a:xfrm>
            <a:off x="1635084" y="6358980"/>
            <a:ext cx="4020137" cy="570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得相同的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0" name="右箭头 109"/>
          <p:cNvSpPr/>
          <p:nvPr/>
        </p:nvSpPr>
        <p:spPr bwMode="auto">
          <a:xfrm>
            <a:off x="1770933" y="5889921"/>
            <a:ext cx="750887" cy="340398"/>
          </a:xfrm>
          <a:prstGeom prst="rightArrow">
            <a:avLst/>
          </a:prstGeom>
          <a:solidFill>
            <a:schemeClr val="accent1"/>
          </a:solidFill>
          <a:ln w="28575" cap="flat" cmpd="sng" algn="ctr">
            <a:solidFill>
              <a:srgbClr val="0000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11" name="右箭头 110"/>
          <p:cNvSpPr/>
          <p:nvPr/>
        </p:nvSpPr>
        <p:spPr bwMode="auto">
          <a:xfrm>
            <a:off x="1741330" y="5343550"/>
            <a:ext cx="750887" cy="340398"/>
          </a:xfrm>
          <a:prstGeom prst="rightArrow">
            <a:avLst/>
          </a:prstGeom>
          <a:solidFill>
            <a:schemeClr val="accent1"/>
          </a:solidFill>
          <a:ln w="28575" cap="flat" cmpd="sng" algn="ctr">
            <a:solidFill>
              <a:srgbClr val="0000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50" grpId="0"/>
      <p:bldP spid="52" grpId="0"/>
      <p:bldP spid="53" grpId="0"/>
      <p:bldP spid="103" grpId="0"/>
      <p:bldP spid="105" grpId="0"/>
      <p:bldP spid="107" grpId="0"/>
      <p:bldP spid="108" grpId="0"/>
      <p:bldP spid="109" grpId="0"/>
      <p:bldP spid="110" grpId="0" animBg="1"/>
      <p:bldP spid="1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60" name="Rectangle 32"/>
          <p:cNvSpPr>
            <a:spLocks noChangeArrowheads="1"/>
          </p:cNvSpPr>
          <p:nvPr/>
        </p:nvSpPr>
        <p:spPr bwMode="auto">
          <a:xfrm>
            <a:off x="6844159" y="2899047"/>
            <a:ext cx="27368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负载端的相电压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graphicFrame>
        <p:nvGraphicFramePr>
          <p:cNvPr id="62" name="Object 33"/>
          <p:cNvGraphicFramePr>
            <a:graphicFrameLocks noChangeAspect="1"/>
          </p:cNvGraphicFramePr>
          <p:nvPr/>
        </p:nvGraphicFramePr>
        <p:xfrm>
          <a:off x="7398097" y="3438773"/>
          <a:ext cx="1146175" cy="373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1999" name="Equation" r:id="rId1" imgW="17678400" imgH="5791200" progId="Equation.DSMT4">
                  <p:embed/>
                </p:oleObj>
              </mc:Choice>
              <mc:Fallback>
                <p:oleObj name="Equation" r:id="rId1" imgW="17678400" imgH="5791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8097" y="3438773"/>
                        <a:ext cx="1146175" cy="373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3" name="Object 35"/>
          <p:cNvGraphicFramePr>
            <a:graphicFrameLocks noChangeAspect="1"/>
          </p:cNvGraphicFramePr>
          <p:nvPr/>
        </p:nvGraphicFramePr>
        <p:xfrm>
          <a:off x="7404148" y="4472706"/>
          <a:ext cx="3043237" cy="384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000" name="Equation" r:id="rId3" imgW="45415200" imgH="5791200" progId="Equation.DSMT4">
                  <p:embed/>
                </p:oleObj>
              </mc:Choice>
              <mc:Fallback>
                <p:oleObj name="Equation" r:id="rId3" imgW="45415200" imgH="5791200" progId="Equation.DSMT4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04148" y="4472706"/>
                        <a:ext cx="3043237" cy="384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4" name="Object 37"/>
          <p:cNvGraphicFramePr>
            <a:graphicFrameLocks noChangeAspect="1"/>
          </p:cNvGraphicFramePr>
          <p:nvPr/>
        </p:nvGraphicFramePr>
        <p:xfrm>
          <a:off x="7398097" y="4978951"/>
          <a:ext cx="2782888" cy="384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001" name="Equation" r:id="rId5" imgW="41452800" imgH="5791200" progId="Equation.DSMT4">
                  <p:embed/>
                </p:oleObj>
              </mc:Choice>
              <mc:Fallback>
                <p:oleObj name="Equation" r:id="rId5" imgW="41452800" imgH="5791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8097" y="4978951"/>
                        <a:ext cx="2782888" cy="384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7" name="Rectangle 32"/>
          <p:cNvSpPr>
            <a:spLocks noChangeArrowheads="1"/>
          </p:cNvSpPr>
          <p:nvPr/>
        </p:nvSpPr>
        <p:spPr bwMode="auto">
          <a:xfrm>
            <a:off x="6844159" y="3907159"/>
            <a:ext cx="27368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根据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对称性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graphicFrame>
        <p:nvGraphicFramePr>
          <p:cNvPr id="51" name="Object 23"/>
          <p:cNvGraphicFramePr>
            <a:graphicFrameLocks noChangeAspect="1"/>
          </p:cNvGraphicFramePr>
          <p:nvPr/>
        </p:nvGraphicFramePr>
        <p:xfrm>
          <a:off x="2058963" y="3319264"/>
          <a:ext cx="1228725" cy="68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002" name="Equation" r:id="rId7" imgW="19812000" imgH="10972800" progId="Equation.DSMT4">
                  <p:embed/>
                </p:oleObj>
              </mc:Choice>
              <mc:Fallback>
                <p:oleObj name="Equation" r:id="rId7" imgW="19812000" imgH="109728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8963" y="3319264"/>
                        <a:ext cx="1228725" cy="68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3" name="Object 26"/>
          <p:cNvGraphicFramePr>
            <a:graphicFrameLocks noChangeAspect="1"/>
          </p:cNvGraphicFramePr>
          <p:nvPr/>
        </p:nvGraphicFramePr>
        <p:xfrm>
          <a:off x="2078063" y="4631407"/>
          <a:ext cx="2217737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003" name="Equation" r:id="rId9" imgW="35356800" imgH="5791200" progId="Equation.DSMT4">
                  <p:embed/>
                </p:oleObj>
              </mc:Choice>
              <mc:Fallback>
                <p:oleObj name="Equation" r:id="rId9" imgW="35356800" imgH="57912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8063" y="4631407"/>
                        <a:ext cx="2217737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4" name="Object 28"/>
          <p:cNvGraphicFramePr>
            <a:graphicFrameLocks noChangeAspect="1"/>
          </p:cNvGraphicFramePr>
          <p:nvPr/>
        </p:nvGraphicFramePr>
        <p:xfrm>
          <a:off x="2063552" y="5152108"/>
          <a:ext cx="1968500" cy="365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004" name="Equation" r:id="rId11" imgW="31089600" imgH="5791200" progId="Equation.DSMT4">
                  <p:embed/>
                </p:oleObj>
              </mc:Choice>
              <mc:Fallback>
                <p:oleObj name="Equation" r:id="rId11" imgW="31089600" imgH="57912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63552" y="5152108"/>
                        <a:ext cx="1968500" cy="365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5" name="Rectangle 9"/>
          <p:cNvSpPr>
            <a:spLocks noChangeArrowheads="1"/>
          </p:cNvSpPr>
          <p:nvPr/>
        </p:nvSpPr>
        <p:spPr bwMode="auto">
          <a:xfrm>
            <a:off x="1593117" y="2830197"/>
            <a:ext cx="28924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负载端的相电流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Rectangle 32"/>
          <p:cNvSpPr>
            <a:spLocks noChangeArrowheads="1"/>
          </p:cNvSpPr>
          <p:nvPr/>
        </p:nvSpPr>
        <p:spPr bwMode="auto">
          <a:xfrm>
            <a:off x="1559496" y="4005064"/>
            <a:ext cx="27368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根据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对称性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Rectangle 8" descr="90%"/>
          <p:cNvSpPr>
            <a:spLocks noChangeArrowheads="1"/>
          </p:cNvSpPr>
          <p:nvPr/>
        </p:nvSpPr>
        <p:spPr bwMode="auto">
          <a:xfrm>
            <a:off x="1915547" y="5687373"/>
            <a:ext cx="9581053" cy="1082412"/>
          </a:xfrm>
          <a:prstGeom prst="rect">
            <a:avLst/>
          </a:prstGeom>
          <a:noFill/>
          <a:ln w="38100">
            <a:solidFill>
              <a:srgbClr val="FF0000"/>
            </a:solidFill>
            <a:miter lim="800000"/>
          </a:ln>
          <a:effectLst/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楷体_GB2312"/>
              </a:rPr>
              <a:t>负载对称时，只需计算一相电流，其它两相电流可根据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楷体_GB2312"/>
              </a:rPr>
              <a:t>对称性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楷体_GB2312"/>
              </a:rPr>
              <a:t>直接写出，无需计算。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楷体_GB2312"/>
            </a:endParaRPr>
          </a:p>
        </p:txBody>
      </p:sp>
      <p:sp>
        <p:nvSpPr>
          <p:cNvPr id="52" name="Rectangle 24"/>
          <p:cNvSpPr>
            <a:spLocks noChangeArrowheads="1"/>
          </p:cNvSpPr>
          <p:nvPr/>
        </p:nvSpPr>
        <p:spPr bwMode="auto">
          <a:xfrm>
            <a:off x="1127448" y="2198368"/>
            <a:ext cx="325659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marR="0" lvl="0" indent="-45085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一相计算电路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marR="0" lvl="0" indent="-357505" algn="just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1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9.2.1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对称三相电路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65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66" name="Picture 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1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8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9" name="Picture 1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1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6" name="Object 25"/>
          <p:cNvGraphicFramePr>
            <a:graphicFrameLocks noChangeAspect="1"/>
          </p:cNvGraphicFramePr>
          <p:nvPr/>
        </p:nvGraphicFramePr>
        <p:xfrm>
          <a:off x="6530131" y="1052736"/>
          <a:ext cx="5470525" cy="1198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005" name="Visio" r:id="rId14" imgW="4953000" imgH="1123950" progId="Visio.Drawing.11">
                  <p:embed/>
                </p:oleObj>
              </mc:Choice>
              <mc:Fallback>
                <p:oleObj name="Visio" r:id="rId14" imgW="4953000" imgH="112395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30131" y="1052736"/>
                        <a:ext cx="5470525" cy="1198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7" name="Rectangle 22"/>
          <p:cNvSpPr>
            <a:spLocks noChangeArrowheads="1"/>
          </p:cNvSpPr>
          <p:nvPr/>
        </p:nvSpPr>
        <p:spPr bwMode="auto">
          <a:xfrm>
            <a:off x="7987270" y="2203071"/>
            <a:ext cx="2392357" cy="560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一相计算电路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AutoShape 8" descr="40%"/>
          <p:cNvSpPr>
            <a:spLocks noChangeArrowheads="1"/>
          </p:cNvSpPr>
          <p:nvPr/>
        </p:nvSpPr>
        <p:spPr bwMode="auto">
          <a:xfrm>
            <a:off x="24958" y="5589240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6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楷体_GB2312"/>
              </a:rPr>
              <a:t>注意：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808080"/>
              </a:solidFill>
              <a:effectLst/>
              <a:uLnTx/>
              <a:uFillTx/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87" grpId="0"/>
      <p:bldP spid="55" grpId="0"/>
      <p:bldP spid="56" grpId="0"/>
      <p:bldP spid="58" grpId="0" animBg="1" autoUpdateAnimBg="0"/>
      <p:bldP spid="108" grpId="0" animBg="1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2" name="Rectangle 6"/>
          <p:cNvSpPr>
            <a:spLocks noChangeArrowheads="1"/>
          </p:cNvSpPr>
          <p:nvPr/>
        </p:nvSpPr>
        <p:spPr bwMode="auto">
          <a:xfrm>
            <a:off x="5995789" y="3068960"/>
            <a:ext cx="4852739" cy="523220"/>
          </a:xfrm>
          <a:prstGeom prst="rect">
            <a:avLst/>
          </a:prstGeom>
          <a:solidFill>
            <a:srgbClr val="FFFFCC"/>
          </a:solidFill>
          <a:ln w="38100">
            <a:solidFill>
              <a:srgbClr val="00B050"/>
            </a:solidFill>
            <a:miter lim="800000"/>
          </a:ln>
          <a:effectLst/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0" lang="zh-CN" altLang="en-US" sz="2800" b="1" dirty="0">
                <a:sym typeface="Symbol" panose="05050102010706020507" pitchFamily="18" charset="2"/>
              </a:rPr>
              <a:t>负载对称时，</a:t>
            </a:r>
            <a:r>
              <a:rPr kumimoji="0" lang="zh-CN" altLang="en-US" sz="2800" b="1" dirty="0"/>
              <a:t>三相电流也对称</a:t>
            </a:r>
            <a:endParaRPr kumimoji="0" lang="zh-CN" altLang="en-US" sz="2800" b="1" dirty="0"/>
          </a:p>
        </p:txBody>
      </p:sp>
      <p:graphicFrame>
        <p:nvGraphicFramePr>
          <p:cNvPr id="59" name="Object 32"/>
          <p:cNvGraphicFramePr>
            <a:graphicFrameLocks noChangeAspect="1"/>
          </p:cNvGraphicFramePr>
          <p:nvPr/>
        </p:nvGraphicFramePr>
        <p:xfrm>
          <a:off x="6311975" y="4356912"/>
          <a:ext cx="3878262" cy="390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4584" name="Equation" r:id="rId1" imgW="56997600" imgH="5791200" progId="Equation.DSMT4">
                  <p:embed/>
                </p:oleObj>
              </mc:Choice>
              <mc:Fallback>
                <p:oleObj name="Equation" r:id="rId1" imgW="56997600" imgH="5791200" progId="Equation.DSMT4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11975" y="4356912"/>
                        <a:ext cx="3878262" cy="390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" name="Rectangle 2" descr="70%"/>
          <p:cNvSpPr>
            <a:spLocks noChangeArrowheads="1"/>
          </p:cNvSpPr>
          <p:nvPr/>
        </p:nvSpPr>
        <p:spPr bwMode="auto">
          <a:xfrm>
            <a:off x="5998270" y="4945894"/>
            <a:ext cx="4505672" cy="523220"/>
          </a:xfrm>
          <a:prstGeom prst="rect">
            <a:avLst/>
          </a:prstGeom>
          <a:pattFill prst="pct75">
            <a:fgClr>
              <a:srgbClr val="FFFF99"/>
            </a:fgClr>
            <a:bgClr>
              <a:srgbClr val="FFFFFF"/>
            </a:bgClr>
          </a:pattFill>
          <a:ln w="38100">
            <a:solidFill>
              <a:srgbClr val="00B050"/>
            </a:solidFill>
            <a:miter lim="800000"/>
          </a:ln>
          <a:effectLst/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FF0000"/>
                </a:solidFill>
                <a:sym typeface="Symbol" panose="05050102010706020507" pitchFamily="18" charset="2"/>
              </a:rPr>
              <a:t>负载对称时，中性线无电流</a:t>
            </a:r>
            <a:endParaRPr lang="zh-CN" altLang="en-US" sz="2800" b="1" dirty="0">
              <a:solidFill>
                <a:schemeClr val="bg1"/>
              </a:solidFill>
              <a:sym typeface="Symbol" panose="05050102010706020507" pitchFamily="18" charset="2"/>
            </a:endParaRPr>
          </a:p>
        </p:txBody>
      </p:sp>
      <p:sp>
        <p:nvSpPr>
          <p:cNvPr id="65" name="Rectangle 9"/>
          <p:cNvSpPr>
            <a:spLocks noChangeArrowheads="1"/>
          </p:cNvSpPr>
          <p:nvPr/>
        </p:nvSpPr>
        <p:spPr bwMode="auto">
          <a:xfrm>
            <a:off x="6175177" y="3745060"/>
            <a:ext cx="4673351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中性线电流（三相四线制）</a:t>
            </a:r>
            <a:endParaRPr lang="zh-CN" altLang="en-US" sz="2800" dirty="0">
              <a:ea typeface="宋体" panose="02010600030101010101" pitchFamily="2" charset="-122"/>
            </a:endParaRPr>
          </a:p>
        </p:txBody>
      </p:sp>
      <p:sp>
        <p:nvSpPr>
          <p:cNvPr id="66" name="Text Box 14"/>
          <p:cNvSpPr txBox="1">
            <a:spLocks noChangeArrowheads="1"/>
          </p:cNvSpPr>
          <p:nvPr/>
        </p:nvSpPr>
        <p:spPr bwMode="auto">
          <a:xfrm>
            <a:off x="1944072" y="6203978"/>
            <a:ext cx="7536304" cy="560923"/>
          </a:xfrm>
          <a:prstGeom prst="rect">
            <a:avLst/>
          </a:prstGeom>
          <a:noFill/>
          <a:ln w="38100">
            <a:solidFill>
              <a:srgbClr val="FF00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>
              <a:lnSpc>
                <a:spcPct val="120000"/>
              </a:lnSpc>
            </a:pPr>
            <a:r>
              <a:rPr kumimoji="1" lang="zh-CN" altLang="en-US" dirty="0">
                <a:solidFill>
                  <a:srgbClr val="FF0000"/>
                </a:solidFill>
                <a:latin typeface="宋体" panose="02010600030101010101" pitchFamily="2" charset="-122"/>
                <a:ea typeface="楷体_GB2312"/>
              </a:rPr>
              <a:t>对称</a:t>
            </a:r>
            <a:r>
              <a:rPr kumimoji="1" lang="zh-CN" altLang="en-US" dirty="0">
                <a:latin typeface="宋体" panose="02010600030101010101" pitchFamily="2" charset="-122"/>
                <a:ea typeface="楷体_GB2312"/>
              </a:rPr>
              <a:t>三相负载连接成星形时，中性线可以省去</a:t>
            </a:r>
            <a:endParaRPr kumimoji="1" lang="zh-CN" altLang="en-US" dirty="0">
              <a:latin typeface="宋体" panose="02010600030101010101" pitchFamily="2" charset="-122"/>
              <a:ea typeface="楷体_GB2312"/>
            </a:endParaRPr>
          </a:p>
        </p:txBody>
      </p:sp>
      <p:sp>
        <p:nvSpPr>
          <p:cNvPr id="58" name="Rectangle 24"/>
          <p:cNvSpPr>
            <a:spLocks noChangeArrowheads="1"/>
          </p:cNvSpPr>
          <p:nvPr/>
        </p:nvSpPr>
        <p:spPr bwMode="auto">
          <a:xfrm>
            <a:off x="1127448" y="2198368"/>
            <a:ext cx="325659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(4)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一相计算电路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0" name="Rectangle 3"/>
          <p:cNvSpPr>
            <a:spLocks noChangeArrowheads="1"/>
          </p:cNvSpPr>
          <p:nvPr/>
        </p:nvSpPr>
        <p:spPr bwMode="auto">
          <a:xfrm>
            <a:off x="808850" y="1628800"/>
            <a:ext cx="2369319" cy="5545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2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63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64" name="Picture 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1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7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88" name="Picture 1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1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1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1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0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2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3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4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5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6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7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8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9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5" name="Object 25"/>
          <p:cNvGraphicFramePr>
            <a:graphicFrameLocks noChangeAspect="1"/>
          </p:cNvGraphicFramePr>
          <p:nvPr/>
        </p:nvGraphicFramePr>
        <p:xfrm>
          <a:off x="6530131" y="1052736"/>
          <a:ext cx="5470525" cy="1198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4585" name="Visio" r:id="rId4" imgW="4953000" imgH="1123950" progId="Visio.Drawing.11">
                  <p:embed/>
                </p:oleObj>
              </mc:Choice>
              <mc:Fallback>
                <p:oleObj name="Visio" r:id="rId4" imgW="4953000" imgH="112395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30131" y="1052736"/>
                        <a:ext cx="5470525" cy="1198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" name="Rectangle 22"/>
          <p:cNvSpPr>
            <a:spLocks noChangeArrowheads="1"/>
          </p:cNvSpPr>
          <p:nvPr/>
        </p:nvSpPr>
        <p:spPr bwMode="auto">
          <a:xfrm>
            <a:off x="7987270" y="2203071"/>
            <a:ext cx="2392357" cy="560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一相计算电路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107" name="Object 23"/>
          <p:cNvGraphicFramePr>
            <a:graphicFrameLocks noChangeAspect="1"/>
          </p:cNvGraphicFramePr>
          <p:nvPr/>
        </p:nvGraphicFramePr>
        <p:xfrm>
          <a:off x="2058963" y="3319264"/>
          <a:ext cx="1228725" cy="68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4586" name="Equation" r:id="rId6" imgW="19812000" imgH="10972800" progId="Equation.DSMT4">
                  <p:embed/>
                </p:oleObj>
              </mc:Choice>
              <mc:Fallback>
                <p:oleObj name="Equation" r:id="rId6" imgW="19812000" imgH="109728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8963" y="3319264"/>
                        <a:ext cx="1228725" cy="68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8" name="Object 26"/>
          <p:cNvGraphicFramePr>
            <a:graphicFrameLocks noChangeAspect="1"/>
          </p:cNvGraphicFramePr>
          <p:nvPr/>
        </p:nvGraphicFramePr>
        <p:xfrm>
          <a:off x="2078063" y="4631407"/>
          <a:ext cx="2217737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4587" name="Equation" r:id="rId8" imgW="35356800" imgH="5791200" progId="Equation.DSMT4">
                  <p:embed/>
                </p:oleObj>
              </mc:Choice>
              <mc:Fallback>
                <p:oleObj name="Equation" r:id="rId8" imgW="35356800" imgH="57912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8063" y="4631407"/>
                        <a:ext cx="2217737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9" name="Object 28"/>
          <p:cNvGraphicFramePr>
            <a:graphicFrameLocks noChangeAspect="1"/>
          </p:cNvGraphicFramePr>
          <p:nvPr/>
        </p:nvGraphicFramePr>
        <p:xfrm>
          <a:off x="2063552" y="5152108"/>
          <a:ext cx="1968500" cy="365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4588" name="Equation" r:id="rId10" imgW="31089600" imgH="5791200" progId="Equation.DSMT4">
                  <p:embed/>
                </p:oleObj>
              </mc:Choice>
              <mc:Fallback>
                <p:oleObj name="Equation" r:id="rId10" imgW="31089600" imgH="57912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63552" y="5152108"/>
                        <a:ext cx="1968500" cy="365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0" name="Rectangle 9"/>
          <p:cNvSpPr>
            <a:spLocks noChangeArrowheads="1"/>
          </p:cNvSpPr>
          <p:nvPr/>
        </p:nvSpPr>
        <p:spPr bwMode="auto">
          <a:xfrm>
            <a:off x="1593117" y="2830197"/>
            <a:ext cx="28924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负载端的相电流</a:t>
            </a:r>
            <a:endParaRPr lang="zh-CN" altLang="en-US" sz="2800" dirty="0">
              <a:ea typeface="宋体" panose="02010600030101010101" pitchFamily="2" charset="-122"/>
            </a:endParaRPr>
          </a:p>
        </p:txBody>
      </p:sp>
      <p:sp>
        <p:nvSpPr>
          <p:cNvPr id="111" name="Rectangle 32"/>
          <p:cNvSpPr>
            <a:spLocks noChangeArrowheads="1"/>
          </p:cNvSpPr>
          <p:nvPr/>
        </p:nvSpPr>
        <p:spPr bwMode="auto">
          <a:xfrm>
            <a:off x="1559496" y="4005064"/>
            <a:ext cx="27368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根据</a:t>
            </a:r>
            <a:r>
              <a:rPr lang="zh-CN" altLang="en-US" sz="2800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对称性</a:t>
            </a:r>
            <a:endParaRPr lang="zh-CN" altLang="en-US" sz="2800" b="1" dirty="0">
              <a:solidFill>
                <a:srgbClr val="FF00FF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2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2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 autoUpdateAnimBg="0"/>
      <p:bldP spid="61" grpId="0" animBg="1" autoUpdateAnimBg="0"/>
      <p:bldP spid="65" grpId="0"/>
      <p:bldP spid="66" grpId="0" animBg="1" autoUpdateAnimBg="0"/>
      <p:bldP spid="112" grpId="0" animBg="1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9" name="Object 7"/>
          <p:cNvGraphicFramePr>
            <a:graphicFrameLocks noChangeAspect="1"/>
          </p:cNvGraphicFramePr>
          <p:nvPr/>
        </p:nvGraphicFramePr>
        <p:xfrm>
          <a:off x="10101758" y="859682"/>
          <a:ext cx="1466850" cy="1273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8582" name="剪辑" r:id="rId1" imgW="952500" imgH="828675" progId="MS_ClipArt_Gallery.2">
                  <p:embed/>
                </p:oleObj>
              </mc:Choice>
              <mc:Fallback>
                <p:oleObj name="剪辑" r:id="rId1" imgW="952500" imgH="828675" progId="MS_ClipArt_Gallery.2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101758" y="859682"/>
                        <a:ext cx="1466850" cy="1273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" name="AutoShape 8" descr="40%"/>
          <p:cNvSpPr>
            <a:spLocks noChangeArrowheads="1"/>
          </p:cNvSpPr>
          <p:nvPr/>
        </p:nvSpPr>
        <p:spPr bwMode="auto">
          <a:xfrm>
            <a:off x="530275" y="1067516"/>
            <a:ext cx="1965325" cy="838200"/>
          </a:xfrm>
          <a:prstGeom prst="cloudCallout">
            <a:avLst>
              <a:gd name="adj1" fmla="val 67931"/>
              <a:gd name="adj2" fmla="val 77273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" name="Rectangle 2"/>
          <p:cNvSpPr>
            <a:spLocks noChangeArrowheads="1"/>
          </p:cNvSpPr>
          <p:nvPr/>
        </p:nvSpPr>
        <p:spPr bwMode="auto">
          <a:xfrm>
            <a:off x="530275" y="3531910"/>
            <a:ext cx="967018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b="1" kern="0" dirty="0">
                <a:solidFill>
                  <a:srgbClr val="0000FF"/>
                </a:solidFill>
              </a:rPr>
              <a:t>(3) </a:t>
            </a:r>
            <a:r>
              <a:rPr lang="zh-CN" altLang="en-US" sz="2800" b="1" kern="0" dirty="0"/>
              <a:t>适用于</a:t>
            </a:r>
            <a:r>
              <a:rPr lang="zh-CN" altLang="en-US" sz="2800" b="1" kern="0" dirty="0">
                <a:solidFill>
                  <a:srgbClr val="00B050"/>
                </a:solidFill>
              </a:rPr>
              <a:t>三相四线制中性线有阻抗</a:t>
            </a:r>
            <a:r>
              <a:rPr lang="zh-CN" altLang="en-US" sz="2800" b="1" kern="0" dirty="0"/>
              <a:t>情况</a:t>
            </a:r>
            <a:endParaRPr lang="zh-CN" altLang="en-US" sz="2800" b="1" dirty="0"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08" name="Rectangle 2"/>
          <p:cNvSpPr>
            <a:spLocks noChangeArrowheads="1"/>
          </p:cNvSpPr>
          <p:nvPr/>
        </p:nvSpPr>
        <p:spPr bwMode="auto">
          <a:xfrm>
            <a:off x="530275" y="2276872"/>
            <a:ext cx="1103833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b="1" kern="0" dirty="0">
                <a:solidFill>
                  <a:srgbClr val="0000FF"/>
                </a:solidFill>
              </a:rPr>
              <a:t>(1) </a:t>
            </a:r>
            <a:r>
              <a:rPr lang="zh-CN" altLang="en-US" sz="2800" b="1" kern="0" dirty="0"/>
              <a:t>对称三相电路，采用</a:t>
            </a:r>
            <a:r>
              <a:rPr lang="zh-CN" altLang="en-US" sz="2800" b="1" kern="0" dirty="0">
                <a:solidFill>
                  <a:srgbClr val="FF0000"/>
                </a:solidFill>
              </a:rPr>
              <a:t>一相计算法</a:t>
            </a:r>
            <a:r>
              <a:rPr lang="zh-CN" altLang="en-US" sz="2800" b="1" kern="0" dirty="0"/>
              <a:t>，其余两相按照对称性直接写出</a:t>
            </a:r>
            <a:endParaRPr lang="zh-CN" altLang="en-US" sz="2800" b="1" dirty="0"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530275" y="2891610"/>
            <a:ext cx="8382274" cy="609398"/>
            <a:chOff x="294182" y="3309645"/>
            <a:chExt cx="8382274" cy="609398"/>
          </a:xfrm>
        </p:grpSpPr>
        <p:graphicFrame>
          <p:nvGraphicFramePr>
            <p:cNvPr id="16" name="Object 25"/>
            <p:cNvGraphicFramePr>
              <a:graphicFrameLocks noChangeAspect="1"/>
            </p:cNvGraphicFramePr>
            <p:nvPr/>
          </p:nvGraphicFramePr>
          <p:xfrm>
            <a:off x="3419872" y="3361857"/>
            <a:ext cx="1546225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68583" name="Equation" r:id="rId4" imgW="16154400" imgH="5791200" progId="Equation.DSMT4">
                    <p:embed/>
                  </p:oleObj>
                </mc:Choice>
                <mc:Fallback>
                  <p:oleObj name="Equation" r:id="rId4" imgW="161544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19872" y="3361857"/>
                          <a:ext cx="1546225" cy="549275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" name="Rectangle 2"/>
            <p:cNvSpPr>
              <a:spLocks noChangeArrowheads="1"/>
            </p:cNvSpPr>
            <p:nvPr/>
          </p:nvSpPr>
          <p:spPr bwMode="auto">
            <a:xfrm>
              <a:off x="294182" y="3309645"/>
              <a:ext cx="8382274" cy="609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450850" indent="-450850" eaLnBrk="1" hangingPunct="1">
                <a:lnSpc>
                  <a:spcPct val="120000"/>
                </a:lnSpc>
              </a:pPr>
              <a:r>
                <a:rPr lang="en-US" altLang="zh-CN" sz="2800" b="1" kern="0" dirty="0">
                  <a:solidFill>
                    <a:srgbClr val="0000FF"/>
                  </a:solidFill>
                </a:rPr>
                <a:t>(2) </a:t>
              </a:r>
              <a:r>
                <a:rPr lang="zh-CN" altLang="en-US" sz="2800" b="1" kern="0" dirty="0"/>
                <a:t>对称三相电路，             </a:t>
              </a:r>
              <a:endParaRPr lang="zh-CN" altLang="en-US" sz="2800" b="1" dirty="0">
                <a:ea typeface="楷体_GB2312" pitchFamily="49" charset="-122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</p:grpSp>
      <p:sp>
        <p:nvSpPr>
          <p:cNvPr id="19" name="Rectangle 2"/>
          <p:cNvSpPr>
            <a:spLocks noChangeArrowheads="1"/>
          </p:cNvSpPr>
          <p:nvPr/>
        </p:nvSpPr>
        <p:spPr bwMode="auto">
          <a:xfrm>
            <a:off x="530275" y="4180333"/>
            <a:ext cx="967018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b="1" kern="0" dirty="0">
                <a:solidFill>
                  <a:srgbClr val="0000FF"/>
                </a:solidFill>
              </a:rPr>
              <a:t>(4) </a:t>
            </a:r>
            <a:r>
              <a:rPr lang="zh-CN" altLang="en-US" sz="2800" b="1" kern="0" dirty="0"/>
              <a:t>适用于</a:t>
            </a:r>
            <a:r>
              <a:rPr lang="zh-CN" altLang="en-US" sz="2800" b="1" kern="0" dirty="0">
                <a:solidFill>
                  <a:srgbClr val="00B050"/>
                </a:solidFill>
              </a:rPr>
              <a:t>三相四线制中性线无阻抗</a:t>
            </a:r>
            <a:r>
              <a:rPr lang="zh-CN" altLang="en-US" sz="2800" b="1" kern="0" dirty="0"/>
              <a:t>情况</a:t>
            </a:r>
            <a:endParaRPr lang="zh-CN" altLang="en-US" sz="2800" b="1" dirty="0"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20" name="Rectangle 2"/>
          <p:cNvSpPr>
            <a:spLocks noChangeArrowheads="1"/>
          </p:cNvSpPr>
          <p:nvPr/>
        </p:nvSpPr>
        <p:spPr bwMode="auto">
          <a:xfrm>
            <a:off x="530275" y="4835826"/>
            <a:ext cx="967018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b="1" kern="0" dirty="0">
                <a:solidFill>
                  <a:srgbClr val="0000FF"/>
                </a:solidFill>
              </a:rPr>
              <a:t>(5) </a:t>
            </a:r>
            <a:r>
              <a:rPr lang="zh-CN" altLang="en-US" sz="2800" b="1" kern="0" dirty="0"/>
              <a:t>适用于</a:t>
            </a:r>
            <a:r>
              <a:rPr lang="zh-CN" altLang="en-US" sz="2800" b="1" kern="0" dirty="0">
                <a:solidFill>
                  <a:srgbClr val="00B050"/>
                </a:solidFill>
              </a:rPr>
              <a:t>三相三线制</a:t>
            </a:r>
            <a:endParaRPr lang="zh-CN" altLang="en-US" sz="2800" b="1" dirty="0">
              <a:solidFill>
                <a:srgbClr val="00B050"/>
              </a:solidFill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21" name="Object 34"/>
          <p:cNvGraphicFramePr>
            <a:graphicFrameLocks noChangeAspect="1"/>
          </p:cNvGraphicFramePr>
          <p:nvPr/>
        </p:nvGraphicFramePr>
        <p:xfrm>
          <a:off x="2855640" y="6093296"/>
          <a:ext cx="4327715" cy="633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68584" name="Equation" r:id="rId6" imgW="39624000" imgH="5791200" progId="Equation.DSMT4">
                  <p:embed/>
                </p:oleObj>
              </mc:Choice>
              <mc:Fallback>
                <p:oleObj name="Equation" r:id="rId6" imgW="39624000" imgH="57912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55640" y="6093296"/>
                        <a:ext cx="4327715" cy="63377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 autoUpdateAnimBg="0"/>
      <p:bldP spid="7" grpId="0"/>
      <p:bldP spid="108" grpId="0"/>
      <p:bldP spid="19" grpId="0"/>
      <p:bldP spid="2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767408" y="1628800"/>
            <a:ext cx="864096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电源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△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三角形联结电源等效变换为星形联结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7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8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59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3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9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4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0" name="Object 33"/>
          <p:cNvGraphicFramePr>
            <a:graphicFrameLocks noChangeAspect="1"/>
          </p:cNvGraphicFramePr>
          <p:nvPr/>
        </p:nvGraphicFramePr>
        <p:xfrm>
          <a:off x="5858771" y="2277188"/>
          <a:ext cx="3752998" cy="302433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1940" name="Visio" r:id="rId2" imgW="2619375" imgH="2028825" progId="Visio.Drawing.11">
                  <p:embed/>
                </p:oleObj>
              </mc:Choice>
              <mc:Fallback>
                <p:oleObj name="Visio" r:id="rId2" imgW="2619375" imgH="2028825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58771" y="2277188"/>
                        <a:ext cx="3752998" cy="302433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1" name="Object 33"/>
          <p:cNvGraphicFramePr>
            <a:graphicFrameLocks noChangeAspect="1"/>
          </p:cNvGraphicFramePr>
          <p:nvPr/>
        </p:nvGraphicFramePr>
        <p:xfrm>
          <a:off x="1487488" y="2308420"/>
          <a:ext cx="3311622" cy="38470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1941" name="Visio" r:id="rId4" imgW="2324100" imgH="2552700" progId="Visio.Drawing.11">
                  <p:embed/>
                </p:oleObj>
              </mc:Choice>
              <mc:Fallback>
                <p:oleObj name="Visio" r:id="rId4" imgW="2324100" imgH="2552700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7488" y="2308420"/>
                        <a:ext cx="3311622" cy="384701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" name="右箭头 101"/>
          <p:cNvSpPr/>
          <p:nvPr/>
        </p:nvSpPr>
        <p:spPr bwMode="auto">
          <a:xfrm>
            <a:off x="5148133" y="3787975"/>
            <a:ext cx="750887" cy="340398"/>
          </a:xfrm>
          <a:prstGeom prst="rightArrow">
            <a:avLst/>
          </a:prstGeom>
          <a:solidFill>
            <a:schemeClr val="accent1"/>
          </a:solidFill>
          <a:ln w="28575" cap="flat" cmpd="sng" algn="ctr">
            <a:solidFill>
              <a:srgbClr val="0000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aphicFrame>
        <p:nvGraphicFramePr>
          <p:cNvPr id="103" name="Object 33"/>
          <p:cNvGraphicFramePr>
            <a:graphicFrameLocks noChangeAspect="1"/>
          </p:cNvGraphicFramePr>
          <p:nvPr/>
        </p:nvGraphicFramePr>
        <p:xfrm>
          <a:off x="6038793" y="2276872"/>
          <a:ext cx="3311622" cy="38470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1942" name="Visio" r:id="rId6" imgW="2324100" imgH="2552700" progId="Visio.Drawing.11">
                  <p:embed/>
                </p:oleObj>
              </mc:Choice>
              <mc:Fallback>
                <p:oleObj name="Visio" r:id="rId6" imgW="2324100" imgH="2552700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38793" y="2276872"/>
                        <a:ext cx="3311622" cy="384701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04" name="直接连接符 103"/>
          <p:cNvCxnSpPr/>
          <p:nvPr/>
        </p:nvCxnSpPr>
        <p:spPr bwMode="auto">
          <a:xfrm>
            <a:off x="7658971" y="2828786"/>
            <a:ext cx="2304256" cy="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直接连接符 104"/>
          <p:cNvCxnSpPr/>
          <p:nvPr/>
        </p:nvCxnSpPr>
        <p:spPr bwMode="auto">
          <a:xfrm>
            <a:off x="8859274" y="5014078"/>
            <a:ext cx="1125158" cy="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06" name="组合 105"/>
          <p:cNvGrpSpPr/>
          <p:nvPr/>
        </p:nvGrpSpPr>
        <p:grpSpPr>
          <a:xfrm>
            <a:off x="9295674" y="2773591"/>
            <a:ext cx="547722" cy="2208068"/>
            <a:chOff x="7639464" y="770772"/>
            <a:chExt cx="547722" cy="2208068"/>
          </a:xfrm>
        </p:grpSpPr>
        <p:graphicFrame>
          <p:nvGraphicFramePr>
            <p:cNvPr id="107" name="Object 27"/>
            <p:cNvGraphicFramePr>
              <a:graphicFrameLocks noChangeAspect="1"/>
            </p:cNvGraphicFramePr>
            <p:nvPr/>
          </p:nvGraphicFramePr>
          <p:xfrm>
            <a:off x="7779199" y="1790597"/>
            <a:ext cx="407987" cy="4968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21943" name="Equation" r:id="rId8" imgW="3962400" imgH="4876800" progId="Equation.DSMT4">
                    <p:embed/>
                  </p:oleObj>
                </mc:Choice>
                <mc:Fallback>
                  <p:oleObj name="Equation" r:id="rId8" imgW="3962400" imgH="48768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79199" y="1790597"/>
                          <a:ext cx="407987" cy="496887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8" name="Text Box 125"/>
            <p:cNvSpPr txBox="1">
              <a:spLocks noChangeArrowheads="1"/>
            </p:cNvSpPr>
            <p:nvPr/>
          </p:nvSpPr>
          <p:spPr bwMode="auto">
            <a:xfrm>
              <a:off x="7639464" y="2394065"/>
              <a:ext cx="370837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Times New Roman" panose="02020603050405020304" pitchFamily="18" charset="0"/>
                </a:rPr>
                <a:t>-</a:t>
              </a:r>
              <a:endParaRPr kumimoji="1" lang="en-US" altLang="zh-CN" sz="32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09" name="Text Box 125"/>
            <p:cNvSpPr txBox="1">
              <a:spLocks noChangeArrowheads="1"/>
            </p:cNvSpPr>
            <p:nvPr/>
          </p:nvSpPr>
          <p:spPr bwMode="auto">
            <a:xfrm>
              <a:off x="7668344" y="770772"/>
              <a:ext cx="350153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endParaRPr kumimoji="1" lang="en-US" altLang="zh-CN" sz="32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10" name="Rectangle 3"/>
          <p:cNvSpPr>
            <a:spLocks noChangeArrowheads="1"/>
          </p:cNvSpPr>
          <p:nvPr/>
        </p:nvSpPr>
        <p:spPr bwMode="auto">
          <a:xfrm>
            <a:off x="6669833" y="6083980"/>
            <a:ext cx="3099294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 Y</a:t>
            </a: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联结的线电压</a:t>
            </a:r>
            <a:endParaRPr kumimoji="1" lang="zh-CN" altLang="en-US" sz="2800" b="1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11" name="Object 27"/>
          <p:cNvGraphicFramePr>
            <a:graphicFrameLocks noChangeAspect="1"/>
          </p:cNvGraphicFramePr>
          <p:nvPr/>
        </p:nvGraphicFramePr>
        <p:xfrm>
          <a:off x="6314929" y="5556930"/>
          <a:ext cx="3325812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1944" name="Equation" r:id="rId10" imgW="32308800" imgH="5181600" progId="Equation.DSMT4">
                  <p:embed/>
                </p:oleObj>
              </mc:Choice>
              <mc:Fallback>
                <p:oleObj name="Equation" r:id="rId10" imgW="32308800" imgH="51816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14929" y="5556930"/>
                        <a:ext cx="3325812" cy="52705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animBg="1"/>
      <p:bldP spid="11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36" name="Rectangle 3"/>
          <p:cNvSpPr>
            <a:spLocks noChangeArrowheads="1"/>
          </p:cNvSpPr>
          <p:nvPr/>
        </p:nvSpPr>
        <p:spPr bwMode="auto">
          <a:xfrm>
            <a:off x="767408" y="1628800"/>
            <a:ext cx="864096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电源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△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三角形联结电源等效变换为星形联结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38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39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3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9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4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95" name="Object 33"/>
          <p:cNvGraphicFramePr>
            <a:graphicFrameLocks noChangeAspect="1"/>
          </p:cNvGraphicFramePr>
          <p:nvPr/>
        </p:nvGraphicFramePr>
        <p:xfrm>
          <a:off x="6308955" y="2283594"/>
          <a:ext cx="2281238" cy="1838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0967" name="Visio" r:id="rId2" imgW="1468120" imgH="1139825" progId="Visio.Drawing.11">
                  <p:embed/>
                </p:oleObj>
              </mc:Choice>
              <mc:Fallback>
                <p:oleObj name="Visio" r:id="rId2" imgW="1468120" imgH="1139825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08955" y="2283594"/>
                        <a:ext cx="2281238" cy="1838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6" name="Object 30"/>
          <p:cNvGraphicFramePr>
            <a:graphicFrameLocks noChangeAspect="1"/>
          </p:cNvGraphicFramePr>
          <p:nvPr/>
        </p:nvGraphicFramePr>
        <p:xfrm>
          <a:off x="6555288" y="4226948"/>
          <a:ext cx="2689225" cy="2527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0968" name="Equation" r:id="rId4" imgW="34137600" imgH="32004000" progId="Equation.DSMT4">
                  <p:embed/>
                </p:oleObj>
              </mc:Choice>
              <mc:Fallback>
                <p:oleObj name="Equation" r:id="rId4" imgW="34137600" imgH="320040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55288" y="4226948"/>
                        <a:ext cx="2689225" cy="25273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7" name="Object 33"/>
          <p:cNvGraphicFramePr>
            <a:graphicFrameLocks noChangeAspect="1"/>
          </p:cNvGraphicFramePr>
          <p:nvPr/>
        </p:nvGraphicFramePr>
        <p:xfrm>
          <a:off x="3553055" y="2276872"/>
          <a:ext cx="2012950" cy="2338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0969" name="Visio" r:id="rId6" imgW="1300480" imgH="1435735" progId="Visio.Drawing.11">
                  <p:embed/>
                </p:oleObj>
              </mc:Choice>
              <mc:Fallback>
                <p:oleObj name="Visio" r:id="rId6" imgW="1300480" imgH="1435735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53055" y="2276872"/>
                        <a:ext cx="2012950" cy="2338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8" name="Object 21"/>
          <p:cNvGraphicFramePr>
            <a:graphicFrameLocks noChangeAspect="1"/>
          </p:cNvGraphicFramePr>
          <p:nvPr/>
        </p:nvGraphicFramePr>
        <p:xfrm>
          <a:off x="57876" y="2968289"/>
          <a:ext cx="3508375" cy="3009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0970" name="Visio" r:id="rId8" imgW="2240915" imgH="1906270" progId="Visio.Drawing.11">
                  <p:embed/>
                </p:oleObj>
              </mc:Choice>
              <mc:Fallback>
                <p:oleObj name="Visio" r:id="rId8" imgW="2240915" imgH="1906270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876" y="2968289"/>
                        <a:ext cx="3508375" cy="3009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9" name="Rectangle 3"/>
          <p:cNvSpPr>
            <a:spLocks noChangeArrowheads="1"/>
          </p:cNvSpPr>
          <p:nvPr/>
        </p:nvSpPr>
        <p:spPr bwMode="auto">
          <a:xfrm>
            <a:off x="8832304" y="2376574"/>
            <a:ext cx="2910055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△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联结的相电压</a:t>
            </a:r>
            <a:endParaRPr kumimoji="1" lang="en-US" altLang="zh-CN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Bef>
                <a:spcPts val="0"/>
              </a:spcBef>
            </a:pP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等于</a:t>
            </a:r>
            <a:endParaRPr kumimoji="1" lang="en-US" altLang="zh-CN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algn="just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联结的线电压</a:t>
            </a:r>
            <a:endParaRPr kumimoji="1" lang="zh-CN" altLang="en-US" sz="2800" b="1" dirty="0">
              <a:solidFill>
                <a:srgbClr val="FF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0" name="右箭头 99"/>
          <p:cNvSpPr/>
          <p:nvPr/>
        </p:nvSpPr>
        <p:spPr bwMode="auto">
          <a:xfrm>
            <a:off x="5703819" y="2968672"/>
            <a:ext cx="750887" cy="340398"/>
          </a:xfrm>
          <a:prstGeom prst="rightArrow">
            <a:avLst/>
          </a:prstGeom>
          <a:solidFill>
            <a:schemeClr val="accent1"/>
          </a:solidFill>
          <a:ln w="28575" cap="flat" cmpd="sng" algn="ctr">
            <a:solidFill>
              <a:srgbClr val="0000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aphicFrame>
        <p:nvGraphicFramePr>
          <p:cNvPr id="101" name="Object 16"/>
          <p:cNvGraphicFramePr>
            <a:graphicFrameLocks noChangeAspect="1"/>
          </p:cNvGraphicFramePr>
          <p:nvPr/>
        </p:nvGraphicFramePr>
        <p:xfrm>
          <a:off x="3246396" y="4675187"/>
          <a:ext cx="2655888" cy="183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0971" name="Equation" r:id="rId10" imgW="25603200" imgH="17678400" progId="Equation.DSMT4">
                  <p:embed/>
                </p:oleObj>
              </mc:Choice>
              <mc:Fallback>
                <p:oleObj name="Equation" r:id="rId10" imgW="25603200" imgH="176784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46396" y="4675187"/>
                        <a:ext cx="2655888" cy="18319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" name="Object 30"/>
          <p:cNvGraphicFramePr>
            <a:graphicFrameLocks noChangeAspect="1"/>
          </p:cNvGraphicFramePr>
          <p:nvPr/>
        </p:nvGraphicFramePr>
        <p:xfrm>
          <a:off x="9552384" y="5159039"/>
          <a:ext cx="2379663" cy="819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0972" name="Equation" r:id="rId12" imgW="30175200" imgH="10363200" progId="Equation.DSMT4">
                  <p:embed/>
                </p:oleObj>
              </mc:Choice>
              <mc:Fallback>
                <p:oleObj name="Equation" r:id="rId12" imgW="30175200" imgH="103632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52384" y="5159039"/>
                        <a:ext cx="2379663" cy="8191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5" name="组合 44"/>
          <p:cNvGrpSpPr/>
          <p:nvPr/>
        </p:nvGrpSpPr>
        <p:grpSpPr>
          <a:xfrm>
            <a:off x="286148" y="5996256"/>
            <a:ext cx="2625725" cy="671513"/>
            <a:chOff x="559022" y="5160773"/>
            <a:chExt cx="2625725" cy="671513"/>
          </a:xfrm>
        </p:grpSpPr>
        <p:grpSp>
          <p:nvGrpSpPr>
            <p:cNvPr id="46" name="Group 100"/>
            <p:cNvGrpSpPr/>
            <p:nvPr/>
          </p:nvGrpSpPr>
          <p:grpSpPr bwMode="auto">
            <a:xfrm>
              <a:off x="2322541" y="5359099"/>
              <a:ext cx="762000" cy="304800"/>
              <a:chOff x="3792" y="3429"/>
              <a:chExt cx="480" cy="192"/>
            </a:xfrm>
          </p:grpSpPr>
          <p:sp>
            <p:nvSpPr>
              <p:cNvPr id="48" name="Line 98"/>
              <p:cNvSpPr>
                <a:spLocks noChangeShapeType="1"/>
              </p:cNvSpPr>
              <p:nvPr/>
            </p:nvSpPr>
            <p:spPr bwMode="auto">
              <a:xfrm flipH="1">
                <a:off x="3792" y="3429"/>
                <a:ext cx="96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9" name="Line 99"/>
              <p:cNvSpPr>
                <a:spLocks noChangeShapeType="1"/>
              </p:cNvSpPr>
              <p:nvPr/>
            </p:nvSpPr>
            <p:spPr bwMode="auto">
              <a:xfrm>
                <a:off x="3792" y="3621"/>
                <a:ext cx="4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aphicFrame>
          <p:nvGraphicFramePr>
            <p:cNvPr id="47" name="Object 18"/>
            <p:cNvGraphicFramePr>
              <a:graphicFrameLocks noChangeAspect="1"/>
            </p:cNvGraphicFramePr>
            <p:nvPr/>
          </p:nvGraphicFramePr>
          <p:xfrm>
            <a:off x="559022" y="5160773"/>
            <a:ext cx="2625725" cy="671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70973" name="Equation" r:id="rId14" imgW="23774400" imgH="6096000" progId="Equation.DSMT4">
                    <p:embed/>
                  </p:oleObj>
                </mc:Choice>
                <mc:Fallback>
                  <p:oleObj name="Equation" r:id="rId14" imgW="23774400" imgH="60960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59022" y="5160773"/>
                          <a:ext cx="2625725" cy="6715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0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839416" y="1628800"/>
            <a:ext cx="1072919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>
              <a:lnSpc>
                <a:spcPct val="120000"/>
              </a:lnSpc>
              <a:spcBef>
                <a:spcPts val="0"/>
              </a:spcBef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5.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负载△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联结：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三角形联结的对称负载等效变换为星形联结的对称负载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Rectangle 4"/>
          <p:cNvSpPr>
            <a:spLocks noChangeArrowheads="1"/>
          </p:cNvSpPr>
          <p:nvPr/>
        </p:nvSpPr>
        <p:spPr bwMode="auto">
          <a:xfrm>
            <a:off x="983060" y="980728"/>
            <a:ext cx="346392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34" name="Group 7"/>
          <p:cNvGrpSpPr/>
          <p:nvPr/>
        </p:nvGrpSpPr>
        <p:grpSpPr bwMode="auto">
          <a:xfrm>
            <a:off x="905273" y="1483990"/>
            <a:ext cx="3541713" cy="171450"/>
            <a:chOff x="288" y="576"/>
            <a:chExt cx="2231" cy="108"/>
          </a:xfrm>
        </p:grpSpPr>
        <p:pic>
          <p:nvPicPr>
            <p:cNvPr id="35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66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7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2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7" name="右箭头 86"/>
          <p:cNvSpPr/>
          <p:nvPr/>
        </p:nvSpPr>
        <p:spPr bwMode="auto">
          <a:xfrm>
            <a:off x="5592996" y="4011652"/>
            <a:ext cx="750887" cy="340398"/>
          </a:xfrm>
          <a:prstGeom prst="rightArrow">
            <a:avLst/>
          </a:prstGeom>
          <a:solidFill>
            <a:schemeClr val="accent1"/>
          </a:solidFill>
          <a:ln w="28575" cap="flat" cmpd="sng" algn="ctr">
            <a:solidFill>
              <a:srgbClr val="0000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aphicFrame>
        <p:nvGraphicFramePr>
          <p:cNvPr id="88" name="Object 28"/>
          <p:cNvGraphicFramePr>
            <a:graphicFrameLocks noChangeAspect="1"/>
          </p:cNvGraphicFramePr>
          <p:nvPr/>
        </p:nvGraphicFramePr>
        <p:xfrm>
          <a:off x="5443538" y="6034088"/>
          <a:ext cx="1296987" cy="7826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0049" name="Equation" r:id="rId2" imgW="16154400" imgH="9753600" progId="Equation.DSMT4">
                  <p:embed/>
                </p:oleObj>
              </mc:Choice>
              <mc:Fallback>
                <p:oleObj name="Equation" r:id="rId2" imgW="16154400" imgH="97536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43538" y="6034088"/>
                        <a:ext cx="1296987" cy="7826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9" name="Object 11"/>
          <p:cNvGraphicFramePr>
            <a:graphicFrameLocks noChangeAspect="1"/>
          </p:cNvGraphicFramePr>
          <p:nvPr/>
        </p:nvGraphicFramePr>
        <p:xfrm>
          <a:off x="6532750" y="2853113"/>
          <a:ext cx="2808287" cy="2657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0050" name="Visio" r:id="rId4" imgW="2303145" imgH="2235200" progId="Visio.Drawing.11">
                  <p:embed/>
                </p:oleObj>
              </mc:Choice>
              <mc:Fallback>
                <p:oleObj name="Visio" r:id="rId4" imgW="2303145" imgH="2235200" progId="Visio.Drawing.11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32750" y="2853113"/>
                        <a:ext cx="2808287" cy="2657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0" name="Object 12"/>
          <p:cNvGraphicFramePr>
            <a:graphicFrameLocks noChangeAspect="1"/>
          </p:cNvGraphicFramePr>
          <p:nvPr/>
        </p:nvGraphicFramePr>
        <p:xfrm>
          <a:off x="2423235" y="2797684"/>
          <a:ext cx="3008313" cy="2605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0051" name="Visio" r:id="rId6" imgW="2618740" imgH="2280285" progId="Visio.Drawing.11">
                  <p:embed/>
                </p:oleObj>
              </mc:Choice>
              <mc:Fallback>
                <p:oleObj name="Visio" r:id="rId6" imgW="2618740" imgH="2280285" progId="Visio.Drawing.11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23235" y="2797684"/>
                        <a:ext cx="3008313" cy="2605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1" name="Rectangle 18"/>
          <p:cNvSpPr>
            <a:spLocks noChangeArrowheads="1"/>
          </p:cNvSpPr>
          <p:nvPr/>
        </p:nvSpPr>
        <p:spPr bwMode="auto">
          <a:xfrm>
            <a:off x="7993260" y="5653979"/>
            <a:ext cx="4176464" cy="11938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lnSpc>
                <a:spcPct val="110000"/>
              </a:lnSpc>
              <a:spcBef>
                <a:spcPct val="20000"/>
              </a:spcBef>
              <a:buSzPct val="120000"/>
              <a:buBlip>
                <a:blip r:embed="rId8"/>
              </a:buBlip>
              <a:defRPr sz="2800">
                <a:solidFill>
                  <a:srgbClr val="133984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lnSpc>
                <a:spcPct val="110000"/>
              </a:lnSpc>
              <a:spcBef>
                <a:spcPct val="20000"/>
              </a:spcBef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buFontTx/>
              <a:buNone/>
            </a:pPr>
            <a:r>
              <a:rPr lang="zh-CN" altLang="en-US" sz="6600" b="1" dirty="0">
                <a:solidFill>
                  <a:srgbClr val="FF0000"/>
                </a:solidFill>
                <a:latin typeface="华文彩云" panose="02010800040101010101" pitchFamily="2" charset="-122"/>
                <a:ea typeface="华文彩云" panose="02010800040101010101" pitchFamily="2" charset="-122"/>
                <a:cs typeface="Times New Roman" panose="02020603050405020304" pitchFamily="18" charset="0"/>
              </a:rPr>
              <a:t>“三”星</a:t>
            </a:r>
            <a:endParaRPr lang="zh-CN" altLang="en-US" sz="6600" b="1" dirty="0">
              <a:solidFill>
                <a:srgbClr val="FF0000"/>
              </a:solidFill>
              <a:latin typeface="华文彩云" panose="02010800040101010101" pitchFamily="2" charset="-122"/>
              <a:ea typeface="华文彩云" panose="0201080004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8" name="Object 28"/>
          <p:cNvGraphicFramePr>
            <a:graphicFrameLocks noChangeAspect="1"/>
          </p:cNvGraphicFramePr>
          <p:nvPr/>
        </p:nvGraphicFramePr>
        <p:xfrm>
          <a:off x="5413852" y="5365527"/>
          <a:ext cx="1223963" cy="4397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0052" name="Equation" r:id="rId9" imgW="15240000" imgH="5486400" progId="Equation.DSMT4">
                  <p:embed/>
                </p:oleObj>
              </mc:Choice>
              <mc:Fallback>
                <p:oleObj name="Equation" r:id="rId9" imgW="15240000" imgH="54864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13852" y="5365527"/>
                        <a:ext cx="1223963" cy="4397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36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Scale>
                                      <p:cBhvr>
                                        <p:cTn id="28" dur="25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  <p:to x="80000" y="100000"/>
                                    </p:animScale>
                                    <p:anim by="(#ppt_w*0.10)" calcmode="lin" valueType="num">
                                      <p:cBhvr>
                                        <p:cTn id="29" dur="25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by="(-#ppt_w*0.10)" calcmode="lin" valueType="num">
                                      <p:cBhvr>
                                        <p:cTn id="30" dur="25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-480000">
                                      <p:cBhvr>
                                        <p:cTn id="31" dur="25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91" grpId="0"/>
      <p:bldP spid="91" grpId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6" name="Rectangle 8"/>
          <p:cNvSpPr>
            <a:spLocks noChangeArrowheads="1"/>
          </p:cNvSpPr>
          <p:nvPr/>
        </p:nvSpPr>
        <p:spPr bwMode="auto">
          <a:xfrm>
            <a:off x="479376" y="874121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三角形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星形联结的对称三相三线制电路，已知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，星形负载每相阻抗为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=(20+j1.5)Ω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，试求星形负载中的相电流相量和相电压相量。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2530" name="Object 9"/>
          <p:cNvGraphicFramePr>
            <a:graphicFrameLocks noChangeAspect="1"/>
          </p:cNvGraphicFramePr>
          <p:nvPr/>
        </p:nvGraphicFramePr>
        <p:xfrm>
          <a:off x="6528048" y="2043967"/>
          <a:ext cx="5650523" cy="2943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1124" name="Visio" r:id="rId1" imgW="3262630" imgH="1704340" progId="Visio.Drawing.11">
                  <p:embed/>
                </p:oleObj>
              </mc:Choice>
              <mc:Fallback>
                <p:oleObj name="Visio" r:id="rId1" imgW="3262630" imgH="1704340" progId="Visio.Drawing.11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048" y="2043967"/>
                        <a:ext cx="5650523" cy="2943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1739" name="Rectangle 11"/>
          <p:cNvSpPr>
            <a:spLocks noChangeArrowheads="1"/>
          </p:cNvSpPr>
          <p:nvPr/>
        </p:nvSpPr>
        <p:spPr bwMode="auto">
          <a:xfrm>
            <a:off x="479376" y="2330525"/>
            <a:ext cx="92001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40" name="Rectangle 12"/>
          <p:cNvSpPr>
            <a:spLocks noChangeArrowheads="1"/>
          </p:cNvSpPr>
          <p:nvPr/>
        </p:nvSpPr>
        <p:spPr bwMode="auto">
          <a:xfrm>
            <a:off x="1631505" y="4102738"/>
            <a:ext cx="3384376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设三角形电源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相电压初相为零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19"/>
          <p:cNvGrpSpPr/>
          <p:nvPr/>
        </p:nvGrpSpPr>
        <p:grpSpPr bwMode="auto">
          <a:xfrm>
            <a:off x="2103323" y="5258044"/>
            <a:ext cx="2199543" cy="1428751"/>
            <a:chOff x="376" y="3884"/>
            <a:chExt cx="1501" cy="975"/>
          </a:xfrm>
        </p:grpSpPr>
        <p:graphicFrame>
          <p:nvGraphicFramePr>
            <p:cNvPr id="22531" name="Object 13"/>
            <p:cNvGraphicFramePr>
              <a:graphicFrameLocks noChangeAspect="1"/>
            </p:cNvGraphicFramePr>
            <p:nvPr/>
          </p:nvGraphicFramePr>
          <p:xfrm>
            <a:off x="389" y="3884"/>
            <a:ext cx="1379" cy="3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1125" name="Equation" r:id="rId3" imgW="23774400" imgH="5791200" progId="Equation.DSMT4">
                    <p:embed/>
                  </p:oleObj>
                </mc:Choice>
                <mc:Fallback>
                  <p:oleObj name="Equation" r:id="rId3" imgW="23774400" imgH="5791200" progId="Equation.DSMT4">
                    <p:embed/>
                    <p:pic>
                      <p:nvPicPr>
                        <p:cNvPr id="0" name="Object 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9" y="3884"/>
                          <a:ext cx="1379" cy="33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2532" name="Object 15"/>
            <p:cNvGraphicFramePr>
              <a:graphicFrameLocks noChangeAspect="1"/>
            </p:cNvGraphicFramePr>
            <p:nvPr/>
          </p:nvGraphicFramePr>
          <p:xfrm>
            <a:off x="376" y="4228"/>
            <a:ext cx="1501" cy="27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1126" name="Equation" r:id="rId5" imgW="30784800" imgH="5791200" progId="Equation.DSMT4">
                    <p:embed/>
                  </p:oleObj>
                </mc:Choice>
                <mc:Fallback>
                  <p:oleObj name="Equation" r:id="rId5" imgW="30784800" imgH="57912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6" y="4228"/>
                          <a:ext cx="1501" cy="27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2533" name="Object 17"/>
            <p:cNvGraphicFramePr>
              <a:graphicFrameLocks noChangeAspect="1"/>
            </p:cNvGraphicFramePr>
            <p:nvPr/>
          </p:nvGraphicFramePr>
          <p:xfrm>
            <a:off x="383" y="4567"/>
            <a:ext cx="1439" cy="2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1127" name="Equation" r:id="rId7" imgW="28041600" imgH="5791200" progId="Equation.DSMT4">
                    <p:embed/>
                  </p:oleObj>
                </mc:Choice>
                <mc:Fallback>
                  <p:oleObj name="Equation" r:id="rId7" imgW="28041600" imgH="5791200" progId="Equation.DSMT4">
                    <p:embed/>
                    <p:pic>
                      <p:nvPicPr>
                        <p:cNvPr id="0" name="Object 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3" y="4567"/>
                          <a:ext cx="1439" cy="29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7" name="Rectangle 21"/>
          <p:cNvSpPr>
            <a:spLocks noChangeArrowheads="1"/>
          </p:cNvSpPr>
          <p:nvPr/>
        </p:nvSpPr>
        <p:spPr bwMode="auto">
          <a:xfrm>
            <a:off x="5279677" y="5806709"/>
            <a:ext cx="276053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星形电源电压为 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8472264" y="5396157"/>
            <a:ext cx="2338388" cy="1290638"/>
            <a:chOff x="3201029" y="5589663"/>
            <a:chExt cx="2338388" cy="1290638"/>
          </a:xfrm>
        </p:grpSpPr>
        <p:graphicFrame>
          <p:nvGraphicFramePr>
            <p:cNvPr id="18" name="Object 26"/>
            <p:cNvGraphicFramePr>
              <a:graphicFrameLocks noChangeAspect="1"/>
            </p:cNvGraphicFramePr>
            <p:nvPr/>
          </p:nvGraphicFramePr>
          <p:xfrm>
            <a:off x="3210554" y="5589663"/>
            <a:ext cx="2328863" cy="4619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1128" name="Equation" r:id="rId9" imgW="28956000" imgH="5791200" progId="Equation.DSMT4">
                    <p:embed/>
                  </p:oleObj>
                </mc:Choice>
                <mc:Fallback>
                  <p:oleObj name="Equation" r:id="rId9" imgW="28956000" imgH="5791200" progId="Equation.DSMT4">
                    <p:embed/>
                    <p:pic>
                      <p:nvPicPr>
                        <p:cNvPr id="0" name="Object 2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10554" y="5589663"/>
                          <a:ext cx="2328863" cy="46196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" name="Object 25"/>
            <p:cNvGraphicFramePr>
              <a:graphicFrameLocks noChangeAspect="1"/>
            </p:cNvGraphicFramePr>
            <p:nvPr/>
          </p:nvGraphicFramePr>
          <p:xfrm>
            <a:off x="3201029" y="6019876"/>
            <a:ext cx="2246313" cy="4159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1129" name="Equation" r:id="rId11" imgW="30784800" imgH="5791200" progId="Equation.DSMT4">
                    <p:embed/>
                  </p:oleObj>
                </mc:Choice>
                <mc:Fallback>
                  <p:oleObj name="Equation" r:id="rId11" imgW="307848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01029" y="6019876"/>
                          <a:ext cx="2246313" cy="41592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" name="Object 24"/>
            <p:cNvGraphicFramePr>
              <a:graphicFrameLocks noChangeAspect="1"/>
            </p:cNvGraphicFramePr>
            <p:nvPr/>
          </p:nvGraphicFramePr>
          <p:xfrm>
            <a:off x="3215317" y="6421513"/>
            <a:ext cx="2138362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1130" name="Equation" r:id="rId13" imgW="26517600" imgH="5791200" progId="Equation.DSMT4">
                    <p:embed/>
                  </p:oleObj>
                </mc:Choice>
                <mc:Fallback>
                  <p:oleObj name="Equation" r:id="rId13" imgW="26517600" imgH="5791200" progId="Equation.DSMT4">
                    <p:embed/>
                    <p:pic>
                      <p:nvPicPr>
                        <p:cNvPr id="0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15317" y="6421513"/>
                          <a:ext cx="2138362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127448" y="2340783"/>
            <a:ext cx="2504452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等效变换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Rectangle 11"/>
          <p:cNvSpPr>
            <a:spLocks noChangeArrowheads="1"/>
          </p:cNvSpPr>
          <p:nvPr/>
        </p:nvSpPr>
        <p:spPr bwMode="auto">
          <a:xfrm>
            <a:off x="1631504" y="2972598"/>
            <a:ext cx="3600400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三角形电源等效变换为星形电源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1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9" grpId="0"/>
      <p:bldP spid="201740" grpId="0"/>
      <p:bldP spid="17" grpId="0"/>
      <p:bldP spid="21" grpId="0"/>
      <p:bldP spid="2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9" name="Rectangle 11"/>
          <p:cNvSpPr>
            <a:spLocks noChangeArrowheads="1"/>
          </p:cNvSpPr>
          <p:nvPr/>
        </p:nvSpPr>
        <p:spPr bwMode="auto">
          <a:xfrm>
            <a:off x="1127448" y="2330525"/>
            <a:ext cx="275405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35" name="Object 23"/>
          <p:cNvGraphicFramePr>
            <a:graphicFrameLocks noChangeAspect="1"/>
          </p:cNvGraphicFramePr>
          <p:nvPr/>
        </p:nvGraphicFramePr>
        <p:xfrm>
          <a:off x="1592660" y="4173711"/>
          <a:ext cx="3351212" cy="479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909" name="Equation" r:id="rId1" imgW="39928800" imgH="5791200" progId="Equation.DSMT4">
                  <p:embed/>
                </p:oleObj>
              </mc:Choice>
              <mc:Fallback>
                <p:oleObj name="Equation" r:id="rId1" imgW="39928800" imgH="57912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92660" y="4173711"/>
                        <a:ext cx="3351212" cy="4794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6" name="Object 22"/>
          <p:cNvGraphicFramePr>
            <a:graphicFrameLocks noChangeAspect="1"/>
          </p:cNvGraphicFramePr>
          <p:nvPr/>
        </p:nvGraphicFramePr>
        <p:xfrm>
          <a:off x="1559496" y="5110230"/>
          <a:ext cx="6569075" cy="976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910" name="Equation" r:id="rId3" imgW="70713600" imgH="10668000" progId="Equation.DSMT4">
                  <p:embed/>
                </p:oleObj>
              </mc:Choice>
              <mc:Fallback>
                <p:oleObj name="Equation" r:id="rId3" imgW="70713600" imgH="106680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59496" y="5110230"/>
                        <a:ext cx="6569075" cy="9763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Rectangle 32"/>
          <p:cNvSpPr>
            <a:spLocks noChangeArrowheads="1"/>
          </p:cNvSpPr>
          <p:nvPr/>
        </p:nvSpPr>
        <p:spPr bwMode="auto">
          <a:xfrm>
            <a:off x="1559496" y="2924944"/>
            <a:ext cx="3384376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星形负载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相的相电压和相电流分别为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Rectangle 8"/>
          <p:cNvSpPr>
            <a:spLocks noChangeArrowheads="1"/>
          </p:cNvSpPr>
          <p:nvPr/>
        </p:nvSpPr>
        <p:spPr bwMode="auto">
          <a:xfrm>
            <a:off x="479376" y="874121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marR="0" lvl="0" indent="-9017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三角形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星形联结的对称三相三线制电路，已知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=380V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，星形负载每相阻抗为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=(20+j1.5)Ω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，试求星形负载中的相电流相量和相电压相量。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1" name="Object 9"/>
          <p:cNvGraphicFramePr>
            <a:graphicFrameLocks noChangeAspect="1"/>
          </p:cNvGraphicFramePr>
          <p:nvPr/>
        </p:nvGraphicFramePr>
        <p:xfrm>
          <a:off x="6528048" y="2043967"/>
          <a:ext cx="5650523" cy="2943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2911" name="Visio" r:id="rId5" imgW="3262630" imgH="1704340" progId="Visio.Drawing.11">
                  <p:embed/>
                </p:oleObj>
              </mc:Choice>
              <mc:Fallback>
                <p:oleObj name="Visio" r:id="rId5" imgW="3262630" imgH="1704340" progId="Visio.Drawing.11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048" y="2043967"/>
                        <a:ext cx="5650523" cy="2943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479376" y="2330525"/>
            <a:ext cx="92001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9" grpId="0"/>
      <p:bldP spid="39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9" name="Group 42"/>
          <p:cNvGrpSpPr/>
          <p:nvPr/>
        </p:nvGrpSpPr>
        <p:grpSpPr bwMode="auto">
          <a:xfrm>
            <a:off x="1581331" y="5445224"/>
            <a:ext cx="9340361" cy="1223596"/>
            <a:chOff x="295" y="3158"/>
            <a:chExt cx="6374" cy="835"/>
          </a:xfrm>
        </p:grpSpPr>
        <p:graphicFrame>
          <p:nvGraphicFramePr>
            <p:cNvPr id="10" name="Object 36"/>
            <p:cNvGraphicFramePr>
              <a:graphicFrameLocks noChangeAspect="1"/>
            </p:cNvGraphicFramePr>
            <p:nvPr/>
          </p:nvGraphicFramePr>
          <p:xfrm>
            <a:off x="295" y="3203"/>
            <a:ext cx="2613" cy="3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4040" name="Equation" r:id="rId1" imgW="47548800" imgH="5791200" progId="Equation.DSMT4">
                    <p:embed/>
                  </p:oleObj>
                </mc:Choice>
                <mc:Fallback>
                  <p:oleObj name="Equation" r:id="rId1" imgW="47548800" imgH="5791200" progId="Equation.DSMT4">
                    <p:embed/>
                    <p:pic>
                      <p:nvPicPr>
                        <p:cNvPr id="0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" y="3203"/>
                          <a:ext cx="2613" cy="31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" name="Object 35"/>
            <p:cNvGraphicFramePr>
              <a:graphicFrameLocks noChangeAspect="1"/>
            </p:cNvGraphicFramePr>
            <p:nvPr/>
          </p:nvGraphicFramePr>
          <p:xfrm>
            <a:off x="3671" y="3158"/>
            <a:ext cx="2998" cy="35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4041" name="Equation" r:id="rId3" imgW="47853600" imgH="5791200" progId="Equation.DSMT4">
                    <p:embed/>
                  </p:oleObj>
                </mc:Choice>
                <mc:Fallback>
                  <p:oleObj name="Equation" r:id="rId3" imgW="47853600" imgH="5791200" progId="Equation.DSMT4">
                    <p:embed/>
                    <p:pic>
                      <p:nvPicPr>
                        <p:cNvPr id="0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71" y="3158"/>
                          <a:ext cx="2998" cy="359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" name="Object 34"/>
            <p:cNvGraphicFramePr>
              <a:graphicFrameLocks noChangeAspect="1"/>
            </p:cNvGraphicFramePr>
            <p:nvPr/>
          </p:nvGraphicFramePr>
          <p:xfrm>
            <a:off x="336" y="3657"/>
            <a:ext cx="2440" cy="3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4042" name="Equation" r:id="rId5" imgW="41452800" imgH="5791200" progId="Equation.DSMT4">
                    <p:embed/>
                  </p:oleObj>
                </mc:Choice>
                <mc:Fallback>
                  <p:oleObj name="Equation" r:id="rId5" imgW="41452800" imgH="5791200" progId="Equation.DSMT4">
                    <p:embed/>
                    <p:pic>
                      <p:nvPicPr>
                        <p:cNvPr id="0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6" y="3657"/>
                          <a:ext cx="2440" cy="33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" name="Object 33"/>
            <p:cNvGraphicFramePr>
              <a:graphicFrameLocks noChangeAspect="1"/>
            </p:cNvGraphicFramePr>
            <p:nvPr/>
          </p:nvGraphicFramePr>
          <p:xfrm>
            <a:off x="3648" y="3613"/>
            <a:ext cx="2772" cy="3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4043" name="Equation" r:id="rId7" imgW="41757600" imgH="5791200" progId="Equation.DSMT4">
                    <p:embed/>
                  </p:oleObj>
                </mc:Choice>
                <mc:Fallback>
                  <p:oleObj name="Equation" r:id="rId7" imgW="41757600" imgH="5791200" progId="Equation.DSMT4">
                    <p:embed/>
                    <p:pic>
                      <p:nvPicPr>
                        <p:cNvPr id="0" name="Object 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8" y="3613"/>
                          <a:ext cx="2772" cy="38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" name="Rectangle 37"/>
          <p:cNvSpPr>
            <a:spLocks noChangeArrowheads="1"/>
          </p:cNvSpPr>
          <p:nvPr/>
        </p:nvSpPr>
        <p:spPr bwMode="auto">
          <a:xfrm>
            <a:off x="1581331" y="2908263"/>
            <a:ext cx="4226637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根据对称性，另外两相的电压和电流相量分别为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37"/>
          <p:cNvSpPr>
            <a:spLocks noChangeArrowheads="1"/>
          </p:cNvSpPr>
          <p:nvPr/>
        </p:nvSpPr>
        <p:spPr bwMode="auto">
          <a:xfrm>
            <a:off x="1127448" y="2330525"/>
            <a:ext cx="198157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对称性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479376" y="874121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marR="0" lvl="0" indent="-9017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三角形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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星形联结的对称三相三线制电路，已知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=380V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，星形负载每相阻抗为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=(20+j1.5)Ω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，试求星形负载中的相电流相量和相电压相量。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8" name="Object 9"/>
          <p:cNvGraphicFramePr>
            <a:graphicFrameLocks noChangeAspect="1"/>
          </p:cNvGraphicFramePr>
          <p:nvPr/>
        </p:nvGraphicFramePr>
        <p:xfrm>
          <a:off x="6528048" y="2043967"/>
          <a:ext cx="5650523" cy="2943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4044" name="Visio" r:id="rId9" imgW="3262630" imgH="1704340" progId="Visio.Drawing.11">
                  <p:embed/>
                </p:oleObj>
              </mc:Choice>
              <mc:Fallback>
                <p:oleObj name="Visio" r:id="rId9" imgW="3262630" imgH="1704340" progId="Visio.Drawing.11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8048" y="2043967"/>
                        <a:ext cx="5650523" cy="2943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Rectangle 11"/>
          <p:cNvSpPr>
            <a:spLocks noChangeArrowheads="1"/>
          </p:cNvSpPr>
          <p:nvPr/>
        </p:nvSpPr>
        <p:spPr bwMode="auto">
          <a:xfrm>
            <a:off x="479376" y="2330525"/>
            <a:ext cx="92001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1602125" y="4674915"/>
          <a:ext cx="3455695" cy="5542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4045" name="Equation" r:id="rId11" imgW="35356800" imgH="5791200" progId="Equation.DSMT4">
                  <p:embed/>
                </p:oleObj>
              </mc:Choice>
              <mc:Fallback>
                <p:oleObj name="Equation" r:id="rId11" imgW="35356800" imgH="5791200" progId="Equation.DSMT4">
                  <p:embed/>
                  <p:pic>
                    <p:nvPicPr>
                      <p:cNvPr id="0" name="对象 1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602125" y="4674915"/>
                        <a:ext cx="3455695" cy="5542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" name="对象 2"/>
          <p:cNvGraphicFramePr>
            <a:graphicFrameLocks noChangeAspect="1"/>
          </p:cNvGraphicFramePr>
          <p:nvPr/>
        </p:nvGraphicFramePr>
        <p:xfrm>
          <a:off x="1641412" y="4045612"/>
          <a:ext cx="4029702" cy="573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4046" name="Equation" r:id="rId13" imgW="3399790" imgH="489585" progId="Equation.DSMT4">
                  <p:embed/>
                </p:oleObj>
              </mc:Choice>
              <mc:Fallback>
                <p:oleObj name="Equation" r:id="rId13" imgW="3399790" imgH="489585" progId="Equation.DSMT4">
                  <p:embed/>
                  <p:pic>
                    <p:nvPicPr>
                      <p:cNvPr id="0" name="对象 2"/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1641412" y="4045612"/>
                        <a:ext cx="4029702" cy="5734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4"/>
          <p:cNvSpPr>
            <a:spLocks noChangeArrowheads="1"/>
          </p:cNvSpPr>
          <p:nvPr/>
        </p:nvSpPr>
        <p:spPr bwMode="auto">
          <a:xfrm>
            <a:off x="989212" y="980728"/>
            <a:ext cx="4471987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复杂的对称三相电路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37" name="Group 7"/>
          <p:cNvGrpSpPr/>
          <p:nvPr/>
        </p:nvGrpSpPr>
        <p:grpSpPr bwMode="auto">
          <a:xfrm>
            <a:off x="911424" y="1483990"/>
            <a:ext cx="4718050" cy="171450"/>
            <a:chOff x="288" y="576"/>
            <a:chExt cx="2972" cy="108"/>
          </a:xfrm>
        </p:grpSpPr>
        <p:pic>
          <p:nvPicPr>
            <p:cNvPr id="53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7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8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6" name="Rectangle 18"/>
          <p:cNvSpPr>
            <a:spLocks noChangeArrowheads="1"/>
          </p:cNvSpPr>
          <p:nvPr/>
        </p:nvSpPr>
        <p:spPr bwMode="auto">
          <a:xfrm>
            <a:off x="839416" y="1664209"/>
            <a:ext cx="1072919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361950" indent="-361950">
              <a:lnSpc>
                <a:spcPct val="120000"/>
              </a:lnSpc>
            </a:pPr>
            <a:r>
              <a:rPr lang="en-US" altLang="zh-CN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复杂的对称三相电路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是指含有多个对称三相电源和（或）对称三相负载的对称三相电路。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zh-CN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" name="Rectangle 20"/>
          <p:cNvSpPr>
            <a:spLocks noChangeArrowheads="1"/>
          </p:cNvSpPr>
          <p:nvPr/>
        </p:nvSpPr>
        <p:spPr bwMode="auto">
          <a:xfrm>
            <a:off x="839417" y="2707360"/>
            <a:ext cx="260407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基本步骤为：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" name="Rectangle 21"/>
          <p:cNvSpPr>
            <a:spLocks noChangeArrowheads="1"/>
          </p:cNvSpPr>
          <p:nvPr/>
        </p:nvSpPr>
        <p:spPr bwMode="auto">
          <a:xfrm>
            <a:off x="1247974" y="3275508"/>
            <a:ext cx="10320634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538480" indent="-53848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不论电源还是负载，首先将其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等效变换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为星形联结的电源或负载；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9" name="Rectangle 22"/>
          <p:cNvSpPr>
            <a:spLocks noChangeArrowheads="1"/>
          </p:cNvSpPr>
          <p:nvPr/>
        </p:nvSpPr>
        <p:spPr bwMode="auto">
          <a:xfrm>
            <a:off x="1247974" y="4328703"/>
            <a:ext cx="10320634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538480" indent="-53848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将各电源及负载的中性点短接，作出一相计算电路，即采用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求出一相中的电流及电压值；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" name="Rectangle 23"/>
          <p:cNvSpPr>
            <a:spLocks noChangeArrowheads="1"/>
          </p:cNvSpPr>
          <p:nvPr/>
        </p:nvSpPr>
        <p:spPr bwMode="auto">
          <a:xfrm>
            <a:off x="1247974" y="5445224"/>
            <a:ext cx="9278855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根据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对称性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直接写出其余两相的电流及电压值。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07" grpId="0"/>
      <p:bldP spid="108" grpId="0"/>
      <p:bldP spid="109" grpId="0"/>
      <p:bldP spid="110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51384" y="900584"/>
            <a:ext cx="2880618" cy="584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Tx/>
              <a:buNone/>
            </a:pPr>
            <a:r>
              <a:rPr lang="zh-CN" altLang="en-US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</a:t>
            </a:r>
            <a:endParaRPr lang="zh-CN" altLang="en-US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0" name="Rectangle 11"/>
          <p:cNvSpPr>
            <a:spLocks noChangeArrowheads="1"/>
          </p:cNvSpPr>
          <p:nvPr/>
        </p:nvSpPr>
        <p:spPr bwMode="auto">
          <a:xfrm>
            <a:off x="560475" y="1293510"/>
            <a:ext cx="93610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Rectangle 5"/>
          <p:cNvSpPr>
            <a:spLocks noChangeArrowheads="1"/>
          </p:cNvSpPr>
          <p:nvPr/>
        </p:nvSpPr>
        <p:spPr bwMode="auto">
          <a:xfrm>
            <a:off x="452973" y="2162832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32" name="Rectangle 7"/>
          <p:cNvSpPr>
            <a:spLocks noChangeArrowheads="1"/>
          </p:cNvSpPr>
          <p:nvPr/>
        </p:nvSpPr>
        <p:spPr bwMode="auto">
          <a:xfrm>
            <a:off x="452973" y="2039007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33" name="Rectangle 10"/>
          <p:cNvSpPr>
            <a:spLocks noChangeArrowheads="1"/>
          </p:cNvSpPr>
          <p:nvPr/>
        </p:nvSpPr>
        <p:spPr bwMode="auto">
          <a:xfrm>
            <a:off x="452973" y="3172482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graphicFrame>
        <p:nvGraphicFramePr>
          <p:cNvPr id="34" name="Object 9"/>
          <p:cNvGraphicFramePr>
            <a:graphicFrameLocks noChangeAspect="1"/>
          </p:cNvGraphicFramePr>
          <p:nvPr/>
        </p:nvGraphicFramePr>
        <p:xfrm>
          <a:off x="1482105" y="4146868"/>
          <a:ext cx="2324100" cy="7064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7022" name="Equation" r:id="rId1" imgW="33832800" imgH="10363200" progId="Equation.DSMT4">
                  <p:embed/>
                </p:oleObj>
              </mc:Choice>
              <mc:Fallback>
                <p:oleObj name="Equation" r:id="rId1" imgW="33832800" imgH="10363200" progId="Equation.DSMT4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2105" y="4146868"/>
                        <a:ext cx="2324100" cy="7064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" name="Rectangle 12"/>
          <p:cNvSpPr>
            <a:spLocks noChangeArrowheads="1"/>
          </p:cNvSpPr>
          <p:nvPr/>
        </p:nvSpPr>
        <p:spPr bwMode="auto">
          <a:xfrm>
            <a:off x="452973" y="3191532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graphicFrame>
        <p:nvGraphicFramePr>
          <p:cNvPr id="36" name="Object 11"/>
          <p:cNvGraphicFramePr>
            <a:graphicFrameLocks noChangeAspect="1"/>
          </p:cNvGraphicFramePr>
          <p:nvPr/>
        </p:nvGraphicFramePr>
        <p:xfrm>
          <a:off x="1482105" y="2287076"/>
          <a:ext cx="1019175" cy="660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7023" name="Equation" r:id="rId3" imgW="14935200" imgH="9753600" progId="Equation.DSMT4">
                  <p:embed/>
                </p:oleObj>
              </mc:Choice>
              <mc:Fallback>
                <p:oleObj name="Equation" r:id="rId3" imgW="14935200" imgH="97536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2105" y="2287076"/>
                        <a:ext cx="1019175" cy="660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7" name="Rectangle 14"/>
          <p:cNvSpPr>
            <a:spLocks noChangeArrowheads="1"/>
          </p:cNvSpPr>
          <p:nvPr/>
        </p:nvSpPr>
        <p:spPr bwMode="auto">
          <a:xfrm>
            <a:off x="452973" y="3191532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graphicFrame>
        <p:nvGraphicFramePr>
          <p:cNvPr id="38" name="Object 13"/>
          <p:cNvGraphicFramePr>
            <a:graphicFrameLocks noChangeAspect="1"/>
          </p:cNvGraphicFramePr>
          <p:nvPr/>
        </p:nvGraphicFramePr>
        <p:xfrm>
          <a:off x="1485953" y="3501008"/>
          <a:ext cx="1038225" cy="6588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7024" name="Equation" r:id="rId5" imgW="15240000" imgH="9753600" progId="Equation.DSMT4">
                  <p:embed/>
                </p:oleObj>
              </mc:Choice>
              <mc:Fallback>
                <p:oleObj name="Equation" r:id="rId5" imgW="15240000" imgH="9753600" progId="Equation.DSMT4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5953" y="3501008"/>
                        <a:ext cx="1038225" cy="6588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Rectangle 15"/>
          <p:cNvSpPr>
            <a:spLocks noChangeArrowheads="1"/>
          </p:cNvSpPr>
          <p:nvPr/>
        </p:nvSpPr>
        <p:spPr bwMode="auto">
          <a:xfrm>
            <a:off x="590038" y="4993629"/>
            <a:ext cx="4207561" cy="1099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由对称性知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, N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2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, N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3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, N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4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为等电位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短接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(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红虚线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  <a:endParaRPr lang="en-US" altLang="zh-CN" sz="2800" b="1" dirty="0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0" name="Rectangle 31"/>
          <p:cNvSpPr>
            <a:spLocks noChangeArrowheads="1"/>
          </p:cNvSpPr>
          <p:nvPr/>
        </p:nvSpPr>
        <p:spPr bwMode="auto">
          <a:xfrm>
            <a:off x="452973" y="2420007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graphicFrame>
        <p:nvGraphicFramePr>
          <p:cNvPr id="41" name="Object 30"/>
          <p:cNvGraphicFramePr>
            <a:graphicFrameLocks noChangeAspect="1"/>
          </p:cNvGraphicFramePr>
          <p:nvPr/>
        </p:nvGraphicFramePr>
        <p:xfrm>
          <a:off x="5916786" y="878626"/>
          <a:ext cx="6011862" cy="2590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7025" name="Visio" r:id="rId7" imgW="3792855" imgH="1635760" progId="Visio.Drawing.11">
                  <p:embed/>
                </p:oleObj>
              </mc:Choice>
              <mc:Fallback>
                <p:oleObj name="Visio" r:id="rId7" imgW="3792855" imgH="16357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6786" y="878626"/>
                        <a:ext cx="6011862" cy="2590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2" name="Rectangle 34"/>
          <p:cNvSpPr>
            <a:spLocks noChangeArrowheads="1"/>
          </p:cNvSpPr>
          <p:nvPr/>
        </p:nvSpPr>
        <p:spPr bwMode="auto">
          <a:xfrm>
            <a:off x="452973" y="2481919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graphicFrame>
        <p:nvGraphicFramePr>
          <p:cNvPr id="43" name="Object 33"/>
          <p:cNvGraphicFramePr>
            <a:graphicFrameLocks noChangeAspect="1"/>
          </p:cNvGraphicFramePr>
          <p:nvPr/>
        </p:nvGraphicFramePr>
        <p:xfrm>
          <a:off x="5662786" y="3869333"/>
          <a:ext cx="6265862" cy="2439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7026" name="Visio" r:id="rId9" imgW="3921760" imgH="1525905" progId="Visio.Drawing.11">
                  <p:embed/>
                </p:oleObj>
              </mc:Choice>
              <mc:Fallback>
                <p:oleObj name="Visio" r:id="rId9" imgW="3921760" imgH="1525905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62786" y="3869333"/>
                        <a:ext cx="6265862" cy="24399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4" name="图片 43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916786" y="5288220"/>
            <a:ext cx="5760342" cy="1020507"/>
          </a:xfrm>
          <a:prstGeom prst="rect">
            <a:avLst/>
          </a:prstGeom>
        </p:spPr>
      </p:pic>
      <p:sp>
        <p:nvSpPr>
          <p:cNvPr id="45" name="Rectangle 11"/>
          <p:cNvSpPr>
            <a:spLocks noChangeArrowheads="1"/>
          </p:cNvSpPr>
          <p:nvPr/>
        </p:nvSpPr>
        <p:spPr bwMode="auto">
          <a:xfrm>
            <a:off x="560475" y="1801569"/>
            <a:ext cx="4599282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三角形负载变换成星形负载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273198" y="1268760"/>
            <a:ext cx="2167895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等效变换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7" name="Group 7"/>
          <p:cNvGrpSpPr/>
          <p:nvPr/>
        </p:nvGrpSpPr>
        <p:grpSpPr bwMode="auto">
          <a:xfrm>
            <a:off x="6891511" y="1119854"/>
            <a:ext cx="5037137" cy="2495551"/>
            <a:chOff x="2343" y="881"/>
            <a:chExt cx="3173" cy="1572"/>
          </a:xfrm>
        </p:grpSpPr>
        <p:sp>
          <p:nvSpPr>
            <p:cNvPr id="48" name="Oval 8"/>
            <p:cNvSpPr>
              <a:spLocks noChangeArrowheads="1"/>
            </p:cNvSpPr>
            <p:nvPr/>
          </p:nvSpPr>
          <p:spPr bwMode="auto">
            <a:xfrm>
              <a:off x="2343" y="1591"/>
              <a:ext cx="924" cy="862"/>
            </a:xfrm>
            <a:prstGeom prst="ellipse">
              <a:avLst/>
            </a:prstGeom>
            <a:noFill/>
            <a:ln w="38100" algn="ctr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9" name="Oval 9"/>
            <p:cNvSpPr>
              <a:spLocks noChangeArrowheads="1"/>
            </p:cNvSpPr>
            <p:nvPr/>
          </p:nvSpPr>
          <p:spPr bwMode="auto">
            <a:xfrm>
              <a:off x="4586" y="881"/>
              <a:ext cx="930" cy="833"/>
            </a:xfrm>
            <a:prstGeom prst="ellipse">
              <a:avLst/>
            </a:prstGeom>
            <a:noFill/>
            <a:ln w="38100" algn="ctr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50" name="Group 20"/>
          <p:cNvGrpSpPr/>
          <p:nvPr/>
        </p:nvGrpSpPr>
        <p:grpSpPr bwMode="auto">
          <a:xfrm>
            <a:off x="5897040" y="4740261"/>
            <a:ext cx="5802291" cy="1538288"/>
            <a:chOff x="49" y="2938"/>
            <a:chExt cx="3655" cy="969"/>
          </a:xfrm>
        </p:grpSpPr>
        <p:sp>
          <p:nvSpPr>
            <p:cNvPr id="51" name="Oval 21"/>
            <p:cNvSpPr>
              <a:spLocks noChangeArrowheads="1"/>
            </p:cNvSpPr>
            <p:nvPr/>
          </p:nvSpPr>
          <p:spPr bwMode="auto">
            <a:xfrm>
              <a:off x="49" y="2944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22"/>
            <p:cNvSpPr>
              <a:spLocks noChangeArrowheads="1"/>
            </p:cNvSpPr>
            <p:nvPr/>
          </p:nvSpPr>
          <p:spPr bwMode="auto">
            <a:xfrm>
              <a:off x="1117" y="3844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Oval 23"/>
            <p:cNvSpPr>
              <a:spLocks noChangeArrowheads="1"/>
            </p:cNvSpPr>
            <p:nvPr/>
          </p:nvSpPr>
          <p:spPr bwMode="auto">
            <a:xfrm>
              <a:off x="219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4" name="Oval 24"/>
            <p:cNvSpPr>
              <a:spLocks noChangeArrowheads="1"/>
            </p:cNvSpPr>
            <p:nvPr/>
          </p:nvSpPr>
          <p:spPr bwMode="auto">
            <a:xfrm>
              <a:off x="3648" y="293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" name="矩形 1"/>
          <p:cNvSpPr/>
          <p:nvPr/>
        </p:nvSpPr>
        <p:spPr>
          <a:xfrm>
            <a:off x="590038" y="2946206"/>
            <a:ext cx="539590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eaLnBrk="1" hangingPunct="1"/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相当于电源、负载分别单独变换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39" grpId="0"/>
      <p:bldP spid="45" grpId="0"/>
      <p:bldP spid="46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7" name="Rectangle 3"/>
          <p:cNvSpPr txBox="1">
            <a:spLocks noChangeArrowheads="1"/>
          </p:cNvSpPr>
          <p:nvPr/>
        </p:nvSpPr>
        <p:spPr>
          <a:xfrm>
            <a:off x="551384" y="900584"/>
            <a:ext cx="2880618" cy="58420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</a:t>
            </a:r>
            <a:endParaRPr lang="zh-CN" altLang="en-US" kern="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" name="Rectangle 11"/>
          <p:cNvSpPr>
            <a:spLocks noChangeArrowheads="1"/>
          </p:cNvSpPr>
          <p:nvPr/>
        </p:nvSpPr>
        <p:spPr bwMode="auto">
          <a:xfrm>
            <a:off x="560475" y="1293510"/>
            <a:ext cx="93610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" name="Rectangle 5"/>
          <p:cNvSpPr>
            <a:spLocks noChangeArrowheads="1"/>
          </p:cNvSpPr>
          <p:nvPr/>
        </p:nvSpPr>
        <p:spPr bwMode="auto">
          <a:xfrm>
            <a:off x="408384" y="2132336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37" name="Rectangle 7"/>
          <p:cNvSpPr>
            <a:spLocks noChangeArrowheads="1"/>
          </p:cNvSpPr>
          <p:nvPr/>
        </p:nvSpPr>
        <p:spPr bwMode="auto">
          <a:xfrm>
            <a:off x="408384" y="2008511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38" name="Rectangle 10"/>
          <p:cNvSpPr>
            <a:spLocks noChangeArrowheads="1"/>
          </p:cNvSpPr>
          <p:nvPr/>
        </p:nvSpPr>
        <p:spPr bwMode="auto">
          <a:xfrm>
            <a:off x="408384" y="3141986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40" name="Rectangle 12"/>
          <p:cNvSpPr>
            <a:spLocks noChangeArrowheads="1"/>
          </p:cNvSpPr>
          <p:nvPr/>
        </p:nvSpPr>
        <p:spPr bwMode="auto">
          <a:xfrm>
            <a:off x="408384" y="3161036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42" name="Rectangle 14"/>
          <p:cNvSpPr>
            <a:spLocks noChangeArrowheads="1"/>
          </p:cNvSpPr>
          <p:nvPr/>
        </p:nvSpPr>
        <p:spPr bwMode="auto">
          <a:xfrm>
            <a:off x="408384" y="3161036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45" name="Rectangle 31"/>
          <p:cNvSpPr>
            <a:spLocks noChangeArrowheads="1"/>
          </p:cNvSpPr>
          <p:nvPr/>
        </p:nvSpPr>
        <p:spPr bwMode="auto">
          <a:xfrm>
            <a:off x="408384" y="2389511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47" name="Rectangle 34"/>
          <p:cNvSpPr>
            <a:spLocks noChangeArrowheads="1"/>
          </p:cNvSpPr>
          <p:nvPr/>
        </p:nvSpPr>
        <p:spPr bwMode="auto">
          <a:xfrm>
            <a:off x="408384" y="2451423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graphicFrame>
        <p:nvGraphicFramePr>
          <p:cNvPr id="60" name="Object 41"/>
          <p:cNvGraphicFramePr>
            <a:graphicFrameLocks noGrp="1" noChangeAspect="1"/>
          </p:cNvGraphicFramePr>
          <p:nvPr>
            <p:ph sz="half" idx="1"/>
          </p:nvPr>
        </p:nvGraphicFramePr>
        <p:xfrm>
          <a:off x="5735960" y="870918"/>
          <a:ext cx="6188075" cy="2376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4210" name="Visio" r:id="rId2" imgW="7077075" imgH="2724150" progId="Visio.Drawing.11">
                  <p:embed/>
                </p:oleObj>
              </mc:Choice>
              <mc:Fallback>
                <p:oleObj name="Visio" r:id="rId2" imgW="7077075" imgH="272415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35960" y="870918"/>
                        <a:ext cx="6188075" cy="2376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1" name="Object 11"/>
          <p:cNvGraphicFramePr>
            <a:graphicFrameLocks noChangeAspect="1"/>
          </p:cNvGraphicFramePr>
          <p:nvPr/>
        </p:nvGraphicFramePr>
        <p:xfrm>
          <a:off x="1034206" y="4957511"/>
          <a:ext cx="7245350" cy="1882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4211" name="Equation" r:id="rId4" imgW="92964000" imgH="24079200" progId="Equation.DSMT4">
                  <p:embed/>
                </p:oleObj>
              </mc:Choice>
              <mc:Fallback>
                <p:oleObj name="Equation" r:id="rId4" imgW="92964000" imgH="240792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34206" y="4957511"/>
                        <a:ext cx="7245350" cy="1882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2" name="组合 61"/>
          <p:cNvGrpSpPr/>
          <p:nvPr/>
        </p:nvGrpSpPr>
        <p:grpSpPr>
          <a:xfrm>
            <a:off x="1692894" y="2454194"/>
            <a:ext cx="3296702" cy="1186537"/>
            <a:chOff x="150342" y="2297972"/>
            <a:chExt cx="3296702" cy="1186537"/>
          </a:xfrm>
        </p:grpSpPr>
        <p:sp>
          <p:nvSpPr>
            <p:cNvPr id="63" name="Rectangle 3"/>
            <p:cNvSpPr txBox="1">
              <a:spLocks noChangeArrowheads="1"/>
            </p:cNvSpPr>
            <p:nvPr/>
          </p:nvSpPr>
          <p:spPr>
            <a:xfrm>
              <a:off x="150342" y="2360560"/>
              <a:ext cx="1728316" cy="576263"/>
            </a:xfrm>
            <a:prstGeom prst="rect">
              <a:avLst/>
            </a:prstGeom>
          </p:spPr>
          <p:txBody>
            <a:bodyPr/>
            <a:lstStyle>
              <a:lvl1pPr marL="449580" indent="-44958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SzPct val="120000"/>
                <a:buBlip>
                  <a:blip r:embed="rId1"/>
                </a:buBlip>
                <a:defRPr sz="2800">
                  <a:solidFill>
                    <a:srgbClr val="133984"/>
                  </a:solidFill>
                  <a:latin typeface="+mn-lt"/>
                  <a:ea typeface="+mn-ea"/>
                  <a:cs typeface="+mn-cs"/>
                </a:defRPr>
              </a:lvl1pPr>
              <a:lvl2pPr marL="914400" indent="-28575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66"/>
                </a:buClr>
                <a:buChar char="•"/>
                <a:defRPr sz="2400">
                  <a:solidFill>
                    <a:srgbClr val="133984"/>
                  </a:solidFill>
                  <a:latin typeface="+mn-lt"/>
                  <a:ea typeface="+mn-ea"/>
                </a:defRPr>
              </a:lvl2pPr>
              <a:lvl3pPr marL="132270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3pPr>
              <a:lvl4pPr marL="173037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4pPr>
              <a:lvl5pPr marL="213868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5pPr>
              <a:lvl6pPr marL="25958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6pPr>
              <a:lvl7pPr marL="30530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7pPr>
              <a:lvl8pPr marL="35102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8pPr>
              <a:lvl9pPr marL="39674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zh-CN" altLang="en-US" b="1" kern="0" dirty="0">
                  <a:solidFill>
                    <a:schemeClr val="tx1"/>
                  </a:solidFill>
                  <a:ea typeface="宋体" panose="02010600030101010101" pitchFamily="2" charset="-122"/>
                </a:rPr>
                <a:t>列出求解</a:t>
              </a:r>
              <a:r>
                <a:rPr lang="zh-CN" altLang="en-US" kern="0" dirty="0">
                  <a:solidFill>
                    <a:schemeClr val="tx1"/>
                  </a:solidFill>
                </a:rPr>
                <a:t> </a:t>
              </a:r>
              <a:endParaRPr lang="zh-CN" altLang="en-US" kern="0" dirty="0">
                <a:solidFill>
                  <a:schemeClr val="tx1"/>
                </a:solidFill>
              </a:endParaRPr>
            </a:p>
          </p:txBody>
        </p:sp>
        <p:sp>
          <p:nvSpPr>
            <p:cNvPr id="64" name="Rectangle 8"/>
            <p:cNvSpPr>
              <a:spLocks noChangeArrowheads="1"/>
            </p:cNvSpPr>
            <p:nvPr/>
          </p:nvSpPr>
          <p:spPr bwMode="auto">
            <a:xfrm>
              <a:off x="165384" y="2908247"/>
              <a:ext cx="2085975" cy="576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的节点方程：</a:t>
              </a:r>
              <a:r>
                <a:rPr lang="zh-CN" altLang="en-US" sz="2800" dirty="0"/>
                <a:t>  </a:t>
              </a:r>
              <a:endParaRPr lang="zh-CN" altLang="en-US" sz="2800" dirty="0"/>
            </a:p>
          </p:txBody>
        </p:sp>
        <p:graphicFrame>
          <p:nvGraphicFramePr>
            <p:cNvPr id="65" name="Object 9"/>
            <p:cNvGraphicFramePr>
              <a:graphicFrameLocks noChangeAspect="1"/>
            </p:cNvGraphicFramePr>
            <p:nvPr/>
          </p:nvGraphicFramePr>
          <p:xfrm>
            <a:off x="1830310" y="2334830"/>
            <a:ext cx="793750" cy="5476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4212" name="Equation" r:id="rId6" imgW="9144000" imgH="6400800" progId="Equation.DSMT4">
                    <p:embed/>
                  </p:oleObj>
                </mc:Choice>
                <mc:Fallback>
                  <p:oleObj name="Equation" r:id="rId6" imgW="9144000" imgH="64008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30310" y="2334830"/>
                          <a:ext cx="793750" cy="5476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6" name="Object 9"/>
            <p:cNvGraphicFramePr>
              <a:graphicFrameLocks noChangeAspect="1"/>
            </p:cNvGraphicFramePr>
            <p:nvPr/>
          </p:nvGraphicFramePr>
          <p:xfrm>
            <a:off x="2761244" y="2297972"/>
            <a:ext cx="685800" cy="5476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4213" name="Equation" r:id="rId8" imgW="7924800" imgH="6400800" progId="Equation.DSMT4">
                    <p:embed/>
                  </p:oleObj>
                </mc:Choice>
                <mc:Fallback>
                  <p:oleObj name="Equation" r:id="rId8" imgW="7924800" imgH="64008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61244" y="2297972"/>
                          <a:ext cx="685800" cy="54768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7" name="Rectangle 11"/>
          <p:cNvSpPr>
            <a:spLocks noChangeArrowheads="1"/>
          </p:cNvSpPr>
          <p:nvPr/>
        </p:nvSpPr>
        <p:spPr bwMode="auto">
          <a:xfrm>
            <a:off x="1650335" y="1910621"/>
            <a:ext cx="2789481" cy="566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dirty="0">
                <a:latin typeface="楷体_GB2312" pitchFamily="49" charset="-122"/>
              </a:rPr>
              <a:t>一相计算电路</a:t>
            </a:r>
            <a:endParaRPr lang="en-US" altLang="zh-CN" sz="2800" dirty="0">
              <a:latin typeface="楷体_GB2312" pitchFamily="49" charset="-122"/>
            </a:endParaRPr>
          </a:p>
        </p:txBody>
      </p:sp>
      <p:sp>
        <p:nvSpPr>
          <p:cNvPr id="68" name="Rectangle 11"/>
          <p:cNvSpPr>
            <a:spLocks noChangeArrowheads="1"/>
          </p:cNvSpPr>
          <p:nvPr/>
        </p:nvSpPr>
        <p:spPr bwMode="auto">
          <a:xfrm>
            <a:off x="1178610" y="1298024"/>
            <a:ext cx="2571361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9" name="Group 20"/>
          <p:cNvGrpSpPr/>
          <p:nvPr/>
        </p:nvGrpSpPr>
        <p:grpSpPr bwMode="auto">
          <a:xfrm>
            <a:off x="5971181" y="1722412"/>
            <a:ext cx="5656248" cy="1482725"/>
            <a:chOff x="83" y="2973"/>
            <a:chExt cx="3563" cy="934"/>
          </a:xfrm>
        </p:grpSpPr>
        <p:sp>
          <p:nvSpPr>
            <p:cNvPr id="70" name="Oval 21"/>
            <p:cNvSpPr>
              <a:spLocks noChangeArrowheads="1"/>
            </p:cNvSpPr>
            <p:nvPr/>
          </p:nvSpPr>
          <p:spPr bwMode="auto">
            <a:xfrm>
              <a:off x="83" y="297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2"/>
            <p:cNvSpPr>
              <a:spLocks noChangeArrowheads="1"/>
            </p:cNvSpPr>
            <p:nvPr/>
          </p:nvSpPr>
          <p:spPr bwMode="auto">
            <a:xfrm>
              <a:off x="112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3"/>
            <p:cNvSpPr>
              <a:spLocks noChangeArrowheads="1"/>
            </p:cNvSpPr>
            <p:nvPr/>
          </p:nvSpPr>
          <p:spPr bwMode="auto">
            <a:xfrm>
              <a:off x="217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4"/>
            <p:cNvSpPr>
              <a:spLocks noChangeArrowheads="1"/>
            </p:cNvSpPr>
            <p:nvPr/>
          </p:nvSpPr>
          <p:spPr bwMode="auto">
            <a:xfrm>
              <a:off x="3590" y="2974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74" name="Object 41"/>
          <p:cNvGraphicFramePr>
            <a:graphicFrameLocks noGrp="1" noChangeAspect="1"/>
          </p:cNvGraphicFramePr>
          <p:nvPr>
            <p:ph sz="half" idx="1"/>
          </p:nvPr>
        </p:nvGraphicFramePr>
        <p:xfrm>
          <a:off x="5839569" y="3356992"/>
          <a:ext cx="6148387" cy="1652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4214" name="Visio" r:id="rId10" imgW="7096125" imgH="1914525" progId="Visio.Drawing.11">
                  <p:embed/>
                </p:oleObj>
              </mc:Choice>
              <mc:Fallback>
                <p:oleObj name="Visio" r:id="rId10" imgW="7096125" imgH="1914525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39569" y="3356992"/>
                        <a:ext cx="6148387" cy="1652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5" name="Group 20"/>
          <p:cNvGrpSpPr/>
          <p:nvPr/>
        </p:nvGrpSpPr>
        <p:grpSpPr bwMode="auto">
          <a:xfrm>
            <a:off x="6110339" y="4063078"/>
            <a:ext cx="5610209" cy="708025"/>
            <a:chOff x="111" y="3113"/>
            <a:chExt cx="3534" cy="446"/>
          </a:xfrm>
        </p:grpSpPr>
        <p:sp>
          <p:nvSpPr>
            <p:cNvPr id="76" name="Oval 21"/>
            <p:cNvSpPr>
              <a:spLocks noChangeArrowheads="1"/>
            </p:cNvSpPr>
            <p:nvPr/>
          </p:nvSpPr>
          <p:spPr bwMode="auto">
            <a:xfrm>
              <a:off x="111" y="3126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7" name="Oval 22"/>
            <p:cNvSpPr>
              <a:spLocks noChangeArrowheads="1"/>
            </p:cNvSpPr>
            <p:nvPr/>
          </p:nvSpPr>
          <p:spPr bwMode="auto">
            <a:xfrm>
              <a:off x="846" y="350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8" name="Oval 23"/>
            <p:cNvSpPr>
              <a:spLocks noChangeArrowheads="1"/>
            </p:cNvSpPr>
            <p:nvPr/>
          </p:nvSpPr>
          <p:spPr bwMode="auto">
            <a:xfrm>
              <a:off x="1892" y="3500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9" name="Oval 24"/>
            <p:cNvSpPr>
              <a:spLocks noChangeArrowheads="1"/>
            </p:cNvSpPr>
            <p:nvPr/>
          </p:nvSpPr>
          <p:spPr bwMode="auto">
            <a:xfrm>
              <a:off x="3589" y="311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32" name="Object 11"/>
          <p:cNvGraphicFramePr>
            <a:graphicFrameLocks noChangeAspect="1"/>
          </p:cNvGraphicFramePr>
          <p:nvPr/>
        </p:nvGraphicFramePr>
        <p:xfrm>
          <a:off x="10298855" y="5361529"/>
          <a:ext cx="806450" cy="1074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4215" name="Equation" r:id="rId12" imgW="10363200" imgH="13716000" progId="Equation.DSMT4">
                  <p:embed/>
                </p:oleObj>
              </mc:Choice>
              <mc:Fallback>
                <p:oleObj name="Equation" r:id="rId12" imgW="10363200" imgH="137160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98855" y="5361529"/>
                        <a:ext cx="806450" cy="1074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3" name="右箭头 32"/>
          <p:cNvSpPr/>
          <p:nvPr/>
        </p:nvSpPr>
        <p:spPr bwMode="auto">
          <a:xfrm>
            <a:off x="8913762" y="5754734"/>
            <a:ext cx="750887" cy="340398"/>
          </a:xfrm>
          <a:prstGeom prst="rightArrow">
            <a:avLst/>
          </a:prstGeom>
          <a:solidFill>
            <a:schemeClr val="accent1"/>
          </a:solidFill>
          <a:ln w="28575" cap="flat" cmpd="sng" algn="ctr">
            <a:solidFill>
              <a:srgbClr val="0000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8" grpId="0"/>
      <p:bldP spid="33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36" name="Rectangle 3"/>
          <p:cNvSpPr txBox="1">
            <a:spLocks noChangeArrowheads="1"/>
          </p:cNvSpPr>
          <p:nvPr/>
        </p:nvSpPr>
        <p:spPr>
          <a:xfrm>
            <a:off x="551384" y="900584"/>
            <a:ext cx="2880618" cy="58420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</a:t>
            </a:r>
            <a:endParaRPr lang="zh-CN" altLang="en-US" kern="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Rectangle 11"/>
          <p:cNvSpPr>
            <a:spLocks noChangeArrowheads="1"/>
          </p:cNvSpPr>
          <p:nvPr/>
        </p:nvSpPr>
        <p:spPr bwMode="auto">
          <a:xfrm>
            <a:off x="560475" y="1293510"/>
            <a:ext cx="93610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Rectangle 11"/>
          <p:cNvSpPr>
            <a:spLocks noChangeArrowheads="1"/>
          </p:cNvSpPr>
          <p:nvPr/>
        </p:nvSpPr>
        <p:spPr bwMode="auto">
          <a:xfrm>
            <a:off x="1178610" y="1298024"/>
            <a:ext cx="2571361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9" name="组合 38"/>
          <p:cNvGrpSpPr/>
          <p:nvPr/>
        </p:nvGrpSpPr>
        <p:grpSpPr>
          <a:xfrm>
            <a:off x="1639362" y="1870418"/>
            <a:ext cx="2859622" cy="1052325"/>
            <a:chOff x="150341" y="2328362"/>
            <a:chExt cx="1973387" cy="1052325"/>
          </a:xfrm>
        </p:grpSpPr>
        <p:sp>
          <p:nvSpPr>
            <p:cNvPr id="40" name="Rectangle 3"/>
            <p:cNvSpPr txBox="1">
              <a:spLocks noChangeArrowheads="1"/>
            </p:cNvSpPr>
            <p:nvPr/>
          </p:nvSpPr>
          <p:spPr>
            <a:xfrm>
              <a:off x="150342" y="2360560"/>
              <a:ext cx="1973386" cy="576263"/>
            </a:xfrm>
            <a:prstGeom prst="rect">
              <a:avLst/>
            </a:prstGeom>
          </p:spPr>
          <p:txBody>
            <a:bodyPr/>
            <a:lstStyle>
              <a:lvl1pPr marL="449580" indent="-44958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SzPct val="120000"/>
                <a:buBlip>
                  <a:blip r:embed="rId1"/>
                </a:buBlip>
                <a:defRPr sz="2800">
                  <a:solidFill>
                    <a:srgbClr val="133984"/>
                  </a:solidFill>
                  <a:latin typeface="+mn-lt"/>
                  <a:ea typeface="+mn-ea"/>
                  <a:cs typeface="+mn-cs"/>
                </a:defRPr>
              </a:lvl1pPr>
              <a:lvl2pPr marL="914400" indent="-28575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66"/>
                </a:buClr>
                <a:buChar char="•"/>
                <a:defRPr sz="2400">
                  <a:solidFill>
                    <a:srgbClr val="133984"/>
                  </a:solidFill>
                  <a:latin typeface="+mn-lt"/>
                  <a:ea typeface="+mn-ea"/>
                </a:defRPr>
              </a:lvl2pPr>
              <a:lvl3pPr marL="132270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3pPr>
              <a:lvl4pPr marL="173037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4pPr>
              <a:lvl5pPr marL="213868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5pPr>
              <a:lvl6pPr marL="25958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6pPr>
              <a:lvl7pPr marL="30530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7pPr>
              <a:lvl8pPr marL="35102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8pPr>
              <a:lvl9pPr marL="39674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zh-CN" altLang="en-US" b="1" kern="0" dirty="0">
                  <a:solidFill>
                    <a:schemeClr val="tx1"/>
                  </a:solidFill>
                  <a:ea typeface="宋体" panose="02010600030101010101" pitchFamily="2" charset="-122"/>
                </a:rPr>
                <a:t>根据求得的</a:t>
              </a:r>
              <a:r>
                <a:rPr lang="zh-CN" altLang="en-US" kern="0" dirty="0">
                  <a:solidFill>
                    <a:schemeClr val="tx1"/>
                  </a:solidFill>
                </a:rPr>
                <a:t> </a:t>
              </a:r>
              <a:endParaRPr lang="zh-CN" altLang="en-US" kern="0" dirty="0">
                <a:solidFill>
                  <a:schemeClr val="tx1"/>
                </a:solidFill>
              </a:endParaRPr>
            </a:p>
          </p:txBody>
        </p:sp>
        <p:graphicFrame>
          <p:nvGraphicFramePr>
            <p:cNvPr id="41" name="Object 9"/>
            <p:cNvGraphicFramePr>
              <a:graphicFrameLocks noChangeAspect="1"/>
            </p:cNvGraphicFramePr>
            <p:nvPr/>
          </p:nvGraphicFramePr>
          <p:xfrm>
            <a:off x="1505654" y="2328362"/>
            <a:ext cx="525846" cy="5461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98635" name="Equation" r:id="rId2" imgW="7924800" imgH="6400800" progId="Equation.DSMT4">
                    <p:embed/>
                  </p:oleObj>
                </mc:Choice>
                <mc:Fallback>
                  <p:oleObj name="Equation" r:id="rId2" imgW="7924800" imgH="64008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05654" y="2328362"/>
                          <a:ext cx="525846" cy="5461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2" name="Rectangle 3"/>
            <p:cNvSpPr txBox="1">
              <a:spLocks noChangeArrowheads="1"/>
            </p:cNvSpPr>
            <p:nvPr/>
          </p:nvSpPr>
          <p:spPr>
            <a:xfrm>
              <a:off x="150341" y="2806824"/>
              <a:ext cx="1973386" cy="573863"/>
            </a:xfrm>
            <a:prstGeom prst="rect">
              <a:avLst/>
            </a:prstGeom>
          </p:spPr>
          <p:txBody>
            <a:bodyPr/>
            <a:lstStyle>
              <a:lvl1pPr marL="449580" indent="-44958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SzPct val="120000"/>
                <a:buBlip>
                  <a:blip r:embed="rId1"/>
                </a:buBlip>
                <a:defRPr sz="2800">
                  <a:solidFill>
                    <a:srgbClr val="133984"/>
                  </a:solidFill>
                  <a:latin typeface="+mn-lt"/>
                  <a:ea typeface="+mn-ea"/>
                  <a:cs typeface="+mn-cs"/>
                </a:defRPr>
              </a:lvl1pPr>
              <a:lvl2pPr marL="914400" indent="-28575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66"/>
                </a:buClr>
                <a:buChar char="•"/>
                <a:defRPr sz="2400">
                  <a:solidFill>
                    <a:srgbClr val="133984"/>
                  </a:solidFill>
                  <a:latin typeface="+mn-lt"/>
                  <a:ea typeface="+mn-ea"/>
                </a:defRPr>
              </a:lvl2pPr>
              <a:lvl3pPr marL="132270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3pPr>
              <a:lvl4pPr marL="173037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4pPr>
              <a:lvl5pPr marL="213868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5pPr>
              <a:lvl6pPr marL="25958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6pPr>
              <a:lvl7pPr marL="30530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7pPr>
              <a:lvl8pPr marL="35102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8pPr>
              <a:lvl9pPr marL="39674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9pPr>
            </a:lstStyle>
            <a:p>
              <a:pPr marL="0" indent="0" eaLnBrk="1" hangingPunct="1">
                <a:lnSpc>
                  <a:spcPct val="120000"/>
                </a:lnSpc>
                <a:spcBef>
                  <a:spcPts val="0"/>
                </a:spcBef>
                <a:buFontTx/>
                <a:buNone/>
              </a:pPr>
              <a:r>
                <a:rPr lang="zh-CN" altLang="en-US" b="1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则负载</a:t>
              </a:r>
              <a:r>
                <a:rPr lang="en-US" altLang="zh-CN" b="1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Z</a:t>
              </a:r>
              <a:r>
                <a:rPr lang="en-US" altLang="zh-CN" b="1" baseline="-25000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lang="zh-CN" altLang="en-US" b="1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有</a:t>
              </a:r>
              <a:endParaRPr lang="zh-CN" altLang="en-US" kern="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43" name="Object 12"/>
          <p:cNvGraphicFramePr>
            <a:graphicFrameLocks noChangeAspect="1"/>
          </p:cNvGraphicFramePr>
          <p:nvPr/>
        </p:nvGraphicFramePr>
        <p:xfrm>
          <a:off x="1765175" y="2852936"/>
          <a:ext cx="2952750" cy="1898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8636" name="Equation" r:id="rId4" imgW="31699200" imgH="20421600" progId="Equation.DSMT4">
                  <p:embed/>
                </p:oleObj>
              </mc:Choice>
              <mc:Fallback>
                <p:oleObj name="Equation" r:id="rId4" imgW="31699200" imgH="204216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5175" y="2852936"/>
                        <a:ext cx="2952750" cy="1898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4" name="Object 30"/>
          <p:cNvGraphicFramePr>
            <a:graphicFrameLocks noChangeAspect="1"/>
          </p:cNvGraphicFramePr>
          <p:nvPr/>
        </p:nvGraphicFramePr>
        <p:xfrm>
          <a:off x="5986998" y="837406"/>
          <a:ext cx="6011862" cy="2590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8637" name="Visio" r:id="rId6" imgW="3792855" imgH="1635760" progId="Visio.Drawing.11">
                  <p:embed/>
                </p:oleObj>
              </mc:Choice>
              <mc:Fallback>
                <p:oleObj name="Visio" r:id="rId6" imgW="3792855" imgH="16357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86998" y="837406"/>
                        <a:ext cx="6011862" cy="2590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" name="Object 41"/>
          <p:cNvGraphicFramePr>
            <a:graphicFrameLocks noGrp="1" noChangeAspect="1"/>
          </p:cNvGraphicFramePr>
          <p:nvPr>
            <p:ph sz="half" idx="1"/>
          </p:nvPr>
        </p:nvGraphicFramePr>
        <p:xfrm>
          <a:off x="5932229" y="3059982"/>
          <a:ext cx="6121400" cy="2389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8638" name="Visio" r:id="rId8" imgW="5520055" imgH="2156460" progId="Visio.Drawing.11">
                  <p:embed/>
                </p:oleObj>
              </mc:Choice>
              <mc:Fallback>
                <p:oleObj name="Visio" r:id="rId8" imgW="5520055" imgH="215646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32229" y="3059982"/>
                        <a:ext cx="6121400" cy="2389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6" name="Object 14"/>
          <p:cNvGraphicFramePr>
            <a:graphicFrameLocks noChangeAspect="1"/>
          </p:cNvGraphicFramePr>
          <p:nvPr/>
        </p:nvGraphicFramePr>
        <p:xfrm>
          <a:off x="1739889" y="4683125"/>
          <a:ext cx="1962150" cy="2174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8639" name="Equation" r:id="rId10" imgW="22555200" imgH="24993600" progId="Equation.DSMT4">
                  <p:embed/>
                </p:oleObj>
              </mc:Choice>
              <mc:Fallback>
                <p:oleObj name="Equation" r:id="rId10" imgW="22555200" imgH="24993600" progId="Equation.DSMT4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39889" y="4683125"/>
                        <a:ext cx="1962150" cy="2174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7" name="Group 20"/>
          <p:cNvGrpSpPr/>
          <p:nvPr/>
        </p:nvGrpSpPr>
        <p:grpSpPr bwMode="auto">
          <a:xfrm>
            <a:off x="6159070" y="3904819"/>
            <a:ext cx="5680059" cy="1506538"/>
            <a:chOff x="98" y="2958"/>
            <a:chExt cx="3578" cy="949"/>
          </a:xfrm>
        </p:grpSpPr>
        <p:sp>
          <p:nvSpPr>
            <p:cNvPr id="48" name="Oval 21"/>
            <p:cNvSpPr>
              <a:spLocks noChangeArrowheads="1"/>
            </p:cNvSpPr>
            <p:nvPr/>
          </p:nvSpPr>
          <p:spPr bwMode="auto">
            <a:xfrm>
              <a:off x="98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9" name="Oval 22"/>
            <p:cNvSpPr>
              <a:spLocks noChangeArrowheads="1"/>
            </p:cNvSpPr>
            <p:nvPr/>
          </p:nvSpPr>
          <p:spPr bwMode="auto">
            <a:xfrm>
              <a:off x="113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0" name="Oval 23"/>
            <p:cNvSpPr>
              <a:spLocks noChangeArrowheads="1"/>
            </p:cNvSpPr>
            <p:nvPr/>
          </p:nvSpPr>
          <p:spPr bwMode="auto">
            <a:xfrm>
              <a:off x="219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1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52" name="Object 41"/>
          <p:cNvGraphicFramePr>
            <a:graphicFrameLocks noGrp="1" noChangeAspect="1"/>
          </p:cNvGraphicFramePr>
          <p:nvPr>
            <p:ph sz="half" idx="1"/>
          </p:nvPr>
        </p:nvGraphicFramePr>
        <p:xfrm>
          <a:off x="5904448" y="5376812"/>
          <a:ext cx="6148387" cy="1652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8640" name="Visio" r:id="rId12" imgW="7096125" imgH="1914525" progId="Visio.Drawing.11">
                  <p:embed/>
                </p:oleObj>
              </mc:Choice>
              <mc:Fallback>
                <p:oleObj name="Visio" r:id="rId12" imgW="7096125" imgH="1914525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04448" y="5376812"/>
                        <a:ext cx="6148387" cy="1652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3" name="Group 20"/>
          <p:cNvGrpSpPr/>
          <p:nvPr/>
        </p:nvGrpSpPr>
        <p:grpSpPr bwMode="auto">
          <a:xfrm>
            <a:off x="6175218" y="6082898"/>
            <a:ext cx="5610209" cy="708025"/>
            <a:chOff x="111" y="3113"/>
            <a:chExt cx="3534" cy="446"/>
          </a:xfrm>
        </p:grpSpPr>
        <p:sp>
          <p:nvSpPr>
            <p:cNvPr id="54" name="Oval 21"/>
            <p:cNvSpPr>
              <a:spLocks noChangeArrowheads="1"/>
            </p:cNvSpPr>
            <p:nvPr/>
          </p:nvSpPr>
          <p:spPr bwMode="auto">
            <a:xfrm>
              <a:off x="111" y="3126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5" name="Oval 22"/>
            <p:cNvSpPr>
              <a:spLocks noChangeArrowheads="1"/>
            </p:cNvSpPr>
            <p:nvPr/>
          </p:nvSpPr>
          <p:spPr bwMode="auto">
            <a:xfrm>
              <a:off x="846" y="350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1892" y="3500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7" name="Oval 24"/>
            <p:cNvSpPr>
              <a:spLocks noChangeArrowheads="1"/>
            </p:cNvSpPr>
            <p:nvPr/>
          </p:nvSpPr>
          <p:spPr bwMode="auto">
            <a:xfrm>
              <a:off x="3589" y="311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36" name="Rectangle 3"/>
          <p:cNvSpPr txBox="1">
            <a:spLocks noChangeArrowheads="1"/>
          </p:cNvSpPr>
          <p:nvPr/>
        </p:nvSpPr>
        <p:spPr>
          <a:xfrm>
            <a:off x="551384" y="900584"/>
            <a:ext cx="2880618" cy="58420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</a:t>
            </a:r>
            <a:endParaRPr lang="zh-CN" altLang="en-US" kern="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Rectangle 11"/>
          <p:cNvSpPr>
            <a:spLocks noChangeArrowheads="1"/>
          </p:cNvSpPr>
          <p:nvPr/>
        </p:nvSpPr>
        <p:spPr bwMode="auto">
          <a:xfrm>
            <a:off x="560475" y="1293510"/>
            <a:ext cx="93610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Rectangle 11"/>
          <p:cNvSpPr>
            <a:spLocks noChangeArrowheads="1"/>
          </p:cNvSpPr>
          <p:nvPr/>
        </p:nvSpPr>
        <p:spPr bwMode="auto">
          <a:xfrm>
            <a:off x="1178610" y="1298024"/>
            <a:ext cx="2571361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4" name="Object 30"/>
          <p:cNvGraphicFramePr>
            <a:graphicFrameLocks noChangeAspect="1"/>
          </p:cNvGraphicFramePr>
          <p:nvPr/>
        </p:nvGraphicFramePr>
        <p:xfrm>
          <a:off x="5986998" y="837406"/>
          <a:ext cx="6011862" cy="2590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1978" name="Visio" r:id="rId2" imgW="3792855" imgH="1635760" progId="Visio.Drawing.11">
                  <p:embed/>
                </p:oleObj>
              </mc:Choice>
              <mc:Fallback>
                <p:oleObj name="Visio" r:id="rId2" imgW="3792855" imgH="163576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86998" y="837406"/>
                        <a:ext cx="6011862" cy="2590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" name="Object 41"/>
          <p:cNvGraphicFramePr>
            <a:graphicFrameLocks noGrp="1" noChangeAspect="1"/>
          </p:cNvGraphicFramePr>
          <p:nvPr>
            <p:ph sz="half" idx="1"/>
          </p:nvPr>
        </p:nvGraphicFramePr>
        <p:xfrm>
          <a:off x="5932229" y="3059982"/>
          <a:ext cx="6121400" cy="2389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1979" name="Visio" r:id="rId4" imgW="5520055" imgH="2156460" progId="Visio.Drawing.11">
                  <p:embed/>
                </p:oleObj>
              </mc:Choice>
              <mc:Fallback>
                <p:oleObj name="Visio" r:id="rId4" imgW="5520055" imgH="215646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32229" y="3059982"/>
                        <a:ext cx="6121400" cy="2389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7" name="Group 20"/>
          <p:cNvGrpSpPr/>
          <p:nvPr/>
        </p:nvGrpSpPr>
        <p:grpSpPr bwMode="auto">
          <a:xfrm>
            <a:off x="6159070" y="3904819"/>
            <a:ext cx="5680059" cy="1506538"/>
            <a:chOff x="98" y="2958"/>
            <a:chExt cx="3578" cy="949"/>
          </a:xfrm>
        </p:grpSpPr>
        <p:sp>
          <p:nvSpPr>
            <p:cNvPr id="48" name="Oval 21"/>
            <p:cNvSpPr>
              <a:spLocks noChangeArrowheads="1"/>
            </p:cNvSpPr>
            <p:nvPr/>
          </p:nvSpPr>
          <p:spPr bwMode="auto">
            <a:xfrm>
              <a:off x="98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9" name="Oval 22"/>
            <p:cNvSpPr>
              <a:spLocks noChangeArrowheads="1"/>
            </p:cNvSpPr>
            <p:nvPr/>
          </p:nvSpPr>
          <p:spPr bwMode="auto">
            <a:xfrm>
              <a:off x="113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0" name="Oval 23"/>
            <p:cNvSpPr>
              <a:spLocks noChangeArrowheads="1"/>
            </p:cNvSpPr>
            <p:nvPr/>
          </p:nvSpPr>
          <p:spPr bwMode="auto">
            <a:xfrm>
              <a:off x="2191" y="3851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1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52" name="Object 41"/>
          <p:cNvGraphicFramePr>
            <a:graphicFrameLocks noGrp="1" noChangeAspect="1"/>
          </p:cNvGraphicFramePr>
          <p:nvPr>
            <p:ph sz="half" idx="1"/>
          </p:nvPr>
        </p:nvGraphicFramePr>
        <p:xfrm>
          <a:off x="5904448" y="5376812"/>
          <a:ext cx="6148387" cy="1652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1980" name="Visio" r:id="rId6" imgW="7096125" imgH="1914525" progId="Visio.Drawing.11">
                  <p:embed/>
                </p:oleObj>
              </mc:Choice>
              <mc:Fallback>
                <p:oleObj name="Visio" r:id="rId6" imgW="7096125" imgH="1914525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04448" y="5376812"/>
                        <a:ext cx="6148387" cy="1652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3" name="Group 20"/>
          <p:cNvGrpSpPr/>
          <p:nvPr/>
        </p:nvGrpSpPr>
        <p:grpSpPr bwMode="auto">
          <a:xfrm>
            <a:off x="6175218" y="6082898"/>
            <a:ext cx="5610209" cy="708025"/>
            <a:chOff x="111" y="3113"/>
            <a:chExt cx="3534" cy="446"/>
          </a:xfrm>
        </p:grpSpPr>
        <p:sp>
          <p:nvSpPr>
            <p:cNvPr id="54" name="Oval 21"/>
            <p:cNvSpPr>
              <a:spLocks noChangeArrowheads="1"/>
            </p:cNvSpPr>
            <p:nvPr/>
          </p:nvSpPr>
          <p:spPr bwMode="auto">
            <a:xfrm>
              <a:off x="111" y="3126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5" name="Oval 22"/>
            <p:cNvSpPr>
              <a:spLocks noChangeArrowheads="1"/>
            </p:cNvSpPr>
            <p:nvPr/>
          </p:nvSpPr>
          <p:spPr bwMode="auto">
            <a:xfrm>
              <a:off x="846" y="350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1892" y="3500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7" name="Oval 24"/>
            <p:cNvSpPr>
              <a:spLocks noChangeArrowheads="1"/>
            </p:cNvSpPr>
            <p:nvPr/>
          </p:nvSpPr>
          <p:spPr bwMode="auto">
            <a:xfrm>
              <a:off x="3589" y="3113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1681904" y="1916832"/>
            <a:ext cx="2757912" cy="1052060"/>
            <a:chOff x="150342" y="2356713"/>
            <a:chExt cx="1988402" cy="1052060"/>
          </a:xfrm>
        </p:grpSpPr>
        <p:sp>
          <p:nvSpPr>
            <p:cNvPr id="26" name="Rectangle 3"/>
            <p:cNvSpPr txBox="1">
              <a:spLocks noChangeArrowheads="1"/>
            </p:cNvSpPr>
            <p:nvPr/>
          </p:nvSpPr>
          <p:spPr>
            <a:xfrm>
              <a:off x="150342" y="2360560"/>
              <a:ext cx="1973386" cy="576263"/>
            </a:xfrm>
            <a:prstGeom prst="rect">
              <a:avLst/>
            </a:prstGeom>
          </p:spPr>
          <p:txBody>
            <a:bodyPr/>
            <a:lstStyle>
              <a:lvl1pPr marL="449580" indent="-44958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SzPct val="120000"/>
                <a:buBlip>
                  <a:blip r:embed="rId1"/>
                </a:buBlip>
                <a:defRPr sz="2800">
                  <a:solidFill>
                    <a:srgbClr val="133984"/>
                  </a:solidFill>
                  <a:latin typeface="+mn-lt"/>
                  <a:ea typeface="+mn-ea"/>
                  <a:cs typeface="+mn-cs"/>
                </a:defRPr>
              </a:lvl1pPr>
              <a:lvl2pPr marL="914400" indent="-28575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66"/>
                </a:buClr>
                <a:buChar char="•"/>
                <a:defRPr sz="2400">
                  <a:solidFill>
                    <a:srgbClr val="133984"/>
                  </a:solidFill>
                  <a:latin typeface="+mn-lt"/>
                  <a:ea typeface="+mn-ea"/>
                </a:defRPr>
              </a:lvl2pPr>
              <a:lvl3pPr marL="132270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3pPr>
              <a:lvl4pPr marL="173037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4pPr>
              <a:lvl5pPr marL="213868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5pPr>
              <a:lvl6pPr marL="25958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6pPr>
              <a:lvl7pPr marL="30530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7pPr>
              <a:lvl8pPr marL="35102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8pPr>
              <a:lvl9pPr marL="39674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zh-CN" altLang="en-US" b="1" kern="0" dirty="0">
                  <a:solidFill>
                    <a:schemeClr val="tx1"/>
                  </a:solidFill>
                  <a:ea typeface="宋体" panose="02010600030101010101" pitchFamily="2" charset="-122"/>
                </a:rPr>
                <a:t>根据求得的</a:t>
              </a:r>
              <a:r>
                <a:rPr lang="zh-CN" altLang="en-US" kern="0" dirty="0">
                  <a:solidFill>
                    <a:schemeClr val="tx1"/>
                  </a:solidFill>
                </a:rPr>
                <a:t> </a:t>
              </a:r>
              <a:endParaRPr lang="zh-CN" altLang="en-US" kern="0" dirty="0">
                <a:solidFill>
                  <a:schemeClr val="tx1"/>
                </a:solidFill>
              </a:endParaRPr>
            </a:p>
          </p:txBody>
        </p:sp>
        <p:graphicFrame>
          <p:nvGraphicFramePr>
            <p:cNvPr id="27" name="Object 9"/>
            <p:cNvGraphicFramePr>
              <a:graphicFrameLocks noChangeAspect="1"/>
            </p:cNvGraphicFramePr>
            <p:nvPr/>
          </p:nvGraphicFramePr>
          <p:xfrm>
            <a:off x="1553199" y="2356713"/>
            <a:ext cx="543665" cy="5461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71981" name="Equation" r:id="rId8" imgW="7924800" imgH="6400800" progId="Equation.DSMT4">
                    <p:embed/>
                  </p:oleObj>
                </mc:Choice>
                <mc:Fallback>
                  <p:oleObj name="Equation" r:id="rId8" imgW="7924800" imgH="64008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53199" y="2356713"/>
                          <a:ext cx="543665" cy="5461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8" name="Rectangle 3"/>
            <p:cNvSpPr txBox="1">
              <a:spLocks noChangeArrowheads="1"/>
            </p:cNvSpPr>
            <p:nvPr/>
          </p:nvSpPr>
          <p:spPr>
            <a:xfrm>
              <a:off x="165358" y="2810862"/>
              <a:ext cx="1973386" cy="597911"/>
            </a:xfrm>
            <a:prstGeom prst="rect">
              <a:avLst/>
            </a:prstGeom>
          </p:spPr>
          <p:txBody>
            <a:bodyPr/>
            <a:lstStyle>
              <a:lvl1pPr marL="449580" indent="-44958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SzPct val="120000"/>
                <a:buBlip>
                  <a:blip r:embed="rId1"/>
                </a:buBlip>
                <a:defRPr sz="2800">
                  <a:solidFill>
                    <a:srgbClr val="133984"/>
                  </a:solidFill>
                  <a:latin typeface="+mn-lt"/>
                  <a:ea typeface="+mn-ea"/>
                  <a:cs typeface="+mn-cs"/>
                </a:defRPr>
              </a:lvl1pPr>
              <a:lvl2pPr marL="914400" indent="-28575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66"/>
                </a:buClr>
                <a:buChar char="•"/>
                <a:defRPr sz="2400">
                  <a:solidFill>
                    <a:srgbClr val="133984"/>
                  </a:solidFill>
                  <a:latin typeface="+mn-lt"/>
                  <a:ea typeface="+mn-ea"/>
                </a:defRPr>
              </a:lvl2pPr>
              <a:lvl3pPr marL="132270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3pPr>
              <a:lvl4pPr marL="173037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4pPr>
              <a:lvl5pPr marL="213868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5pPr>
              <a:lvl6pPr marL="25958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6pPr>
              <a:lvl7pPr marL="30530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7pPr>
              <a:lvl8pPr marL="35102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8pPr>
              <a:lvl9pPr marL="39674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9pPr>
            </a:lstStyle>
            <a:p>
              <a:pPr marL="0" indent="0" eaLnBrk="1" hangingPunct="1">
                <a:lnSpc>
                  <a:spcPct val="120000"/>
                </a:lnSpc>
                <a:spcBef>
                  <a:spcPts val="0"/>
                </a:spcBef>
                <a:buNone/>
              </a:pPr>
              <a:r>
                <a:rPr lang="zh-CN" altLang="en-US" b="1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则负载</a:t>
              </a:r>
              <a:r>
                <a:rPr lang="en-US" altLang="zh-CN" b="1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Z</a:t>
              </a:r>
              <a:r>
                <a:rPr lang="en-US" altLang="zh-CN" b="1" baseline="-25000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</a:t>
              </a:r>
              <a:r>
                <a:rPr lang="zh-CN" altLang="en-US" b="1" dirty="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有</a:t>
              </a:r>
              <a:endParaRPr lang="zh-CN" altLang="en-US" kern="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29" name="Object 14"/>
          <p:cNvGraphicFramePr>
            <a:graphicFrameLocks noChangeAspect="1"/>
          </p:cNvGraphicFramePr>
          <p:nvPr/>
        </p:nvGraphicFramePr>
        <p:xfrm>
          <a:off x="1757557" y="2884214"/>
          <a:ext cx="2112963" cy="1912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1982" name="Equation" r:id="rId10" imgW="21945600" imgH="19812000" progId="Equation.DSMT4">
                  <p:embed/>
                </p:oleObj>
              </mc:Choice>
              <mc:Fallback>
                <p:oleObj name="Equation" r:id="rId10" imgW="21945600" imgH="19812000" progId="Equation.DSMT4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57557" y="2884214"/>
                        <a:ext cx="2112963" cy="1912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" name="Object 16"/>
          <p:cNvGraphicFramePr>
            <a:graphicFrameLocks noChangeAspect="1"/>
          </p:cNvGraphicFramePr>
          <p:nvPr/>
        </p:nvGraphicFramePr>
        <p:xfrm>
          <a:off x="1757557" y="4700722"/>
          <a:ext cx="1792287" cy="2181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1983" name="Equation" r:id="rId12" imgW="20421600" imgH="24993600" progId="Equation.DSMT4">
                  <p:embed/>
                </p:oleObj>
              </mc:Choice>
              <mc:Fallback>
                <p:oleObj name="Equation" r:id="rId12" imgW="20421600" imgH="249936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57557" y="4700722"/>
                        <a:ext cx="1792287" cy="2181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126" name="Group 33"/>
          <p:cNvGrpSpPr/>
          <p:nvPr/>
        </p:nvGrpSpPr>
        <p:grpSpPr bwMode="auto">
          <a:xfrm>
            <a:off x="2105645" y="3527824"/>
            <a:ext cx="3484563" cy="3294063"/>
            <a:chOff x="726" y="2137"/>
            <a:chExt cx="2195" cy="2075"/>
          </a:xfrm>
        </p:grpSpPr>
        <p:graphicFrame>
          <p:nvGraphicFramePr>
            <p:cNvPr id="127" name="Object 34"/>
            <p:cNvGraphicFramePr>
              <a:graphicFrameLocks noChangeAspect="1"/>
            </p:cNvGraphicFramePr>
            <p:nvPr/>
          </p:nvGraphicFramePr>
          <p:xfrm>
            <a:off x="2586" y="2787"/>
            <a:ext cx="335" cy="57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0" name="Equation" r:id="rId1" imgW="266700" imgH="457200" progId="Equation.DSMT4">
                    <p:embed/>
                  </p:oleObj>
                </mc:Choice>
                <mc:Fallback>
                  <p:oleObj name="Equation" r:id="rId1" imgW="266700" imgH="457200" progId="Equation.DSMT4">
                    <p:embed/>
                    <p:pic>
                      <p:nvPicPr>
                        <p:cNvPr id="0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86" y="2787"/>
                          <a:ext cx="335" cy="57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8" name="Object 35"/>
            <p:cNvGraphicFramePr>
              <a:graphicFrameLocks noChangeAspect="1"/>
            </p:cNvGraphicFramePr>
            <p:nvPr/>
          </p:nvGraphicFramePr>
          <p:xfrm>
            <a:off x="1530" y="3911"/>
            <a:ext cx="590" cy="3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1" name="Equation" r:id="rId3" imgW="469900" imgH="241300" progId="Equation.DSMT4">
                    <p:embed/>
                  </p:oleObj>
                </mc:Choice>
                <mc:Fallback>
                  <p:oleObj name="Equation" r:id="rId3" imgW="469900" imgH="241300" progId="Equation.DSMT4">
                    <p:embed/>
                    <p:pic>
                      <p:nvPicPr>
                        <p:cNvPr id="0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30" y="3911"/>
                          <a:ext cx="590" cy="3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9" name="Object 36"/>
            <p:cNvGraphicFramePr>
              <a:graphicFrameLocks noChangeAspect="1"/>
            </p:cNvGraphicFramePr>
            <p:nvPr/>
          </p:nvGraphicFramePr>
          <p:xfrm>
            <a:off x="726" y="2794"/>
            <a:ext cx="334" cy="5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2" name="Equation" r:id="rId5" imgW="266700" imgH="457200" progId="Equation.DSMT4">
                    <p:embed/>
                  </p:oleObj>
                </mc:Choice>
                <mc:Fallback>
                  <p:oleObj name="Equation" r:id="rId5" imgW="266700" imgH="457200" progId="Equation.DSMT4">
                    <p:embed/>
                    <p:pic>
                      <p:nvPicPr>
                        <p:cNvPr id="0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6" y="2794"/>
                          <a:ext cx="334" cy="5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0" name="Line 37"/>
            <p:cNvSpPr>
              <a:spLocks noChangeShapeType="1"/>
            </p:cNvSpPr>
            <p:nvPr/>
          </p:nvSpPr>
          <p:spPr bwMode="auto">
            <a:xfrm flipV="1">
              <a:off x="1800" y="2435"/>
              <a:ext cx="0" cy="8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" name="Line 38"/>
            <p:cNvSpPr>
              <a:spLocks noChangeShapeType="1"/>
            </p:cNvSpPr>
            <p:nvPr/>
          </p:nvSpPr>
          <p:spPr bwMode="auto">
            <a:xfrm flipH="1">
              <a:off x="1071" y="3299"/>
              <a:ext cx="743" cy="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" name="Line 39"/>
            <p:cNvSpPr>
              <a:spLocks noChangeShapeType="1"/>
            </p:cNvSpPr>
            <p:nvPr/>
          </p:nvSpPr>
          <p:spPr bwMode="auto">
            <a:xfrm>
              <a:off x="1795" y="3299"/>
              <a:ext cx="707" cy="4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" name="Text Box 40"/>
            <p:cNvSpPr txBox="1">
              <a:spLocks noChangeArrowheads="1"/>
            </p:cNvSpPr>
            <p:nvPr/>
          </p:nvSpPr>
          <p:spPr bwMode="auto">
            <a:xfrm>
              <a:off x="1714" y="2137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A</a:t>
              </a:r>
              <a:endParaRPr kumimoji="1" lang="en-US" altLang="zh-CN" dirty="0"/>
            </a:p>
          </p:txBody>
        </p:sp>
        <p:sp>
          <p:nvSpPr>
            <p:cNvPr id="134" name="Text Box 41"/>
            <p:cNvSpPr txBox="1">
              <a:spLocks noChangeArrowheads="1"/>
            </p:cNvSpPr>
            <p:nvPr/>
          </p:nvSpPr>
          <p:spPr bwMode="auto">
            <a:xfrm>
              <a:off x="2498" y="3673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/>
                <a:t>B</a:t>
              </a:r>
              <a:endParaRPr kumimoji="1" lang="en-US" altLang="zh-CN"/>
            </a:p>
          </p:txBody>
        </p:sp>
        <p:sp>
          <p:nvSpPr>
            <p:cNvPr id="135" name="Text Box 42"/>
            <p:cNvSpPr txBox="1">
              <a:spLocks noChangeArrowheads="1"/>
            </p:cNvSpPr>
            <p:nvPr/>
          </p:nvSpPr>
          <p:spPr bwMode="auto">
            <a:xfrm>
              <a:off x="813" y="3622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C</a:t>
              </a:r>
              <a:endParaRPr kumimoji="1" lang="en-US" altLang="zh-CN" dirty="0"/>
            </a:p>
          </p:txBody>
        </p:sp>
        <p:sp>
          <p:nvSpPr>
            <p:cNvPr id="136" name="Rectangle 43"/>
            <p:cNvSpPr>
              <a:spLocks noChangeArrowheads="1"/>
            </p:cNvSpPr>
            <p:nvPr/>
          </p:nvSpPr>
          <p:spPr bwMode="auto">
            <a:xfrm rot="-5400000">
              <a:off x="1701" y="2957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7" name="Rectangle 44"/>
            <p:cNvSpPr>
              <a:spLocks noChangeArrowheads="1"/>
            </p:cNvSpPr>
            <p:nvPr/>
          </p:nvSpPr>
          <p:spPr bwMode="auto">
            <a:xfrm rot="-1873433">
              <a:off x="1337" y="3511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8" name="Rectangle 45"/>
            <p:cNvSpPr>
              <a:spLocks noChangeArrowheads="1"/>
            </p:cNvSpPr>
            <p:nvPr/>
          </p:nvSpPr>
          <p:spPr bwMode="auto">
            <a:xfrm rot="1988745" flipH="1">
              <a:off x="2008" y="3480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aphicFrame>
          <p:nvGraphicFramePr>
            <p:cNvPr id="139" name="Object 46"/>
            <p:cNvGraphicFramePr>
              <a:graphicFrameLocks noChangeAspect="1"/>
            </p:cNvGraphicFramePr>
            <p:nvPr/>
          </p:nvGraphicFramePr>
          <p:xfrm>
            <a:off x="1472" y="2661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3" name="Equation" r:id="rId7" imgW="228600" imgH="406400" progId="Equation.DSMT4">
                    <p:embed/>
                  </p:oleObj>
                </mc:Choice>
                <mc:Fallback>
                  <p:oleObj name="Equation" r:id="rId7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72" y="2661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0" name="Freeform 47"/>
            <p:cNvSpPr/>
            <p:nvPr/>
          </p:nvSpPr>
          <p:spPr bwMode="auto">
            <a:xfrm>
              <a:off x="1218" y="2439"/>
              <a:ext cx="573" cy="855"/>
            </a:xfrm>
            <a:custGeom>
              <a:avLst/>
              <a:gdLst>
                <a:gd name="T0" fmla="*/ 573 w 573"/>
                <a:gd name="T1" fmla="*/ 0 h 981"/>
                <a:gd name="T2" fmla="*/ 105 w 573"/>
                <a:gd name="T3" fmla="*/ 180 h 981"/>
                <a:gd name="T4" fmla="*/ 78 w 573"/>
                <a:gd name="T5" fmla="*/ 628 h 981"/>
                <a:gd name="T6" fmla="*/ 573 w 573"/>
                <a:gd name="T7" fmla="*/ 855 h 9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981">
                  <a:moveTo>
                    <a:pt x="573" y="0"/>
                  </a:moveTo>
                  <a:cubicBezTo>
                    <a:pt x="380" y="43"/>
                    <a:pt x="187" y="87"/>
                    <a:pt x="105" y="207"/>
                  </a:cubicBezTo>
                  <a:cubicBezTo>
                    <a:pt x="23" y="327"/>
                    <a:pt x="0" y="591"/>
                    <a:pt x="78" y="720"/>
                  </a:cubicBezTo>
                  <a:cubicBezTo>
                    <a:pt x="156" y="849"/>
                    <a:pt x="364" y="915"/>
                    <a:pt x="573" y="981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41" name="Group 48"/>
            <p:cNvGrpSpPr/>
            <p:nvPr/>
          </p:nvGrpSpPr>
          <p:grpSpPr bwMode="auto">
            <a:xfrm rot="-1410873">
              <a:off x="1134" y="2620"/>
              <a:ext cx="284" cy="284"/>
              <a:chOff x="1260" y="2620"/>
              <a:chExt cx="284" cy="284"/>
            </a:xfrm>
          </p:grpSpPr>
          <p:sp>
            <p:nvSpPr>
              <p:cNvPr id="173" name="Oval 49"/>
              <p:cNvSpPr>
                <a:spLocks noChangeArrowheads="1"/>
              </p:cNvSpPr>
              <p:nvPr/>
            </p:nvSpPr>
            <p:spPr bwMode="auto">
              <a:xfrm>
                <a:off x="1260" y="2620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B050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4" name="Line 50"/>
              <p:cNvSpPr>
                <a:spLocks noChangeShapeType="1"/>
              </p:cNvSpPr>
              <p:nvPr/>
            </p:nvSpPr>
            <p:spPr bwMode="auto">
              <a:xfrm>
                <a:off x="1274" y="2696"/>
                <a:ext cx="252" cy="135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42" name="Line 51"/>
            <p:cNvSpPr>
              <a:spLocks noChangeShapeType="1"/>
            </p:cNvSpPr>
            <p:nvPr/>
          </p:nvSpPr>
          <p:spPr bwMode="auto">
            <a:xfrm>
              <a:off x="1251" y="2916"/>
              <a:ext cx="18" cy="1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3" name="Freeform 52"/>
            <p:cNvSpPr/>
            <p:nvPr/>
          </p:nvSpPr>
          <p:spPr bwMode="auto">
            <a:xfrm flipH="1">
              <a:off x="1799" y="2444"/>
              <a:ext cx="573" cy="855"/>
            </a:xfrm>
            <a:custGeom>
              <a:avLst/>
              <a:gdLst>
                <a:gd name="T0" fmla="*/ 573 w 573"/>
                <a:gd name="T1" fmla="*/ 0 h 981"/>
                <a:gd name="T2" fmla="*/ 105 w 573"/>
                <a:gd name="T3" fmla="*/ 180 h 981"/>
                <a:gd name="T4" fmla="*/ 78 w 573"/>
                <a:gd name="T5" fmla="*/ 628 h 981"/>
                <a:gd name="T6" fmla="*/ 573 w 573"/>
                <a:gd name="T7" fmla="*/ 855 h 9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981">
                  <a:moveTo>
                    <a:pt x="573" y="0"/>
                  </a:moveTo>
                  <a:cubicBezTo>
                    <a:pt x="380" y="43"/>
                    <a:pt x="187" y="87"/>
                    <a:pt x="105" y="207"/>
                  </a:cubicBezTo>
                  <a:cubicBezTo>
                    <a:pt x="23" y="327"/>
                    <a:pt x="0" y="591"/>
                    <a:pt x="78" y="720"/>
                  </a:cubicBezTo>
                  <a:cubicBezTo>
                    <a:pt x="156" y="849"/>
                    <a:pt x="364" y="915"/>
                    <a:pt x="573" y="981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44" name="Group 53"/>
            <p:cNvGrpSpPr/>
            <p:nvPr/>
          </p:nvGrpSpPr>
          <p:grpSpPr bwMode="auto">
            <a:xfrm rot="1277301">
              <a:off x="2191" y="2781"/>
              <a:ext cx="284" cy="284"/>
              <a:chOff x="2038" y="3015"/>
              <a:chExt cx="284" cy="284"/>
            </a:xfrm>
          </p:grpSpPr>
          <p:sp>
            <p:nvSpPr>
              <p:cNvPr id="171" name="Oval 54"/>
              <p:cNvSpPr>
                <a:spLocks noChangeArrowheads="1"/>
              </p:cNvSpPr>
              <p:nvPr/>
            </p:nvSpPr>
            <p:spPr bwMode="auto">
              <a:xfrm>
                <a:off x="2038" y="3015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2" name="Line 55"/>
              <p:cNvSpPr>
                <a:spLocks noChangeShapeType="1"/>
              </p:cNvSpPr>
              <p:nvPr/>
            </p:nvSpPr>
            <p:spPr bwMode="auto">
              <a:xfrm flipV="1">
                <a:off x="2048" y="3092"/>
                <a:ext cx="261" cy="135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48" name="Line 56"/>
            <p:cNvSpPr>
              <a:spLocks noChangeShapeType="1"/>
            </p:cNvSpPr>
            <p:nvPr/>
          </p:nvSpPr>
          <p:spPr bwMode="auto">
            <a:xfrm flipH="1" flipV="1">
              <a:off x="2277" y="2637"/>
              <a:ext cx="45" cy="1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0" name="Freeform 57"/>
            <p:cNvSpPr/>
            <p:nvPr/>
          </p:nvSpPr>
          <p:spPr bwMode="auto">
            <a:xfrm>
              <a:off x="1071" y="3233"/>
              <a:ext cx="720" cy="556"/>
            </a:xfrm>
            <a:custGeom>
              <a:avLst/>
              <a:gdLst>
                <a:gd name="T0" fmla="*/ 720 w 720"/>
                <a:gd name="T1" fmla="*/ 79 h 556"/>
                <a:gd name="T2" fmla="*/ 126 w 720"/>
                <a:gd name="T3" fmla="*/ 79 h 556"/>
                <a:gd name="T4" fmla="*/ 0 w 720"/>
                <a:gd name="T5" fmla="*/ 556 h 5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0" h="556">
                  <a:moveTo>
                    <a:pt x="720" y="79"/>
                  </a:moveTo>
                  <a:cubicBezTo>
                    <a:pt x="483" y="39"/>
                    <a:pt x="246" y="0"/>
                    <a:pt x="126" y="79"/>
                  </a:cubicBezTo>
                  <a:cubicBezTo>
                    <a:pt x="6" y="158"/>
                    <a:pt x="3" y="357"/>
                    <a:pt x="0" y="55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52" name="Group 58"/>
            <p:cNvGrpSpPr/>
            <p:nvPr/>
          </p:nvGrpSpPr>
          <p:grpSpPr bwMode="auto">
            <a:xfrm rot="334756">
              <a:off x="1031" y="3219"/>
              <a:ext cx="284" cy="284"/>
              <a:chOff x="1260" y="2620"/>
              <a:chExt cx="284" cy="284"/>
            </a:xfrm>
          </p:grpSpPr>
          <p:sp>
            <p:nvSpPr>
              <p:cNvPr id="169" name="Oval 59"/>
              <p:cNvSpPr>
                <a:spLocks noChangeArrowheads="1"/>
              </p:cNvSpPr>
              <p:nvPr/>
            </p:nvSpPr>
            <p:spPr bwMode="auto">
              <a:xfrm>
                <a:off x="1260" y="2620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B050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0" name="Line 60"/>
              <p:cNvSpPr>
                <a:spLocks noChangeShapeType="1"/>
              </p:cNvSpPr>
              <p:nvPr/>
            </p:nvSpPr>
            <p:spPr bwMode="auto">
              <a:xfrm>
                <a:off x="1274" y="2696"/>
                <a:ext cx="252" cy="135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3" name="Line 61"/>
            <p:cNvSpPr>
              <a:spLocks noChangeShapeType="1"/>
            </p:cNvSpPr>
            <p:nvPr/>
          </p:nvSpPr>
          <p:spPr bwMode="auto">
            <a:xfrm flipH="1">
              <a:off x="1071" y="3492"/>
              <a:ext cx="18" cy="1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4" name="Freeform 62"/>
            <p:cNvSpPr/>
            <p:nvPr/>
          </p:nvSpPr>
          <p:spPr bwMode="auto">
            <a:xfrm>
              <a:off x="1071" y="3303"/>
              <a:ext cx="729" cy="567"/>
            </a:xfrm>
            <a:custGeom>
              <a:avLst/>
              <a:gdLst>
                <a:gd name="T0" fmla="*/ 729 w 729"/>
                <a:gd name="T1" fmla="*/ 0 h 567"/>
                <a:gd name="T2" fmla="*/ 567 w 729"/>
                <a:gd name="T3" fmla="*/ 486 h 567"/>
                <a:gd name="T4" fmla="*/ 0 w 729"/>
                <a:gd name="T5" fmla="*/ 486 h 5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9" h="567">
                  <a:moveTo>
                    <a:pt x="729" y="0"/>
                  </a:moveTo>
                  <a:cubicBezTo>
                    <a:pt x="708" y="202"/>
                    <a:pt x="688" y="405"/>
                    <a:pt x="567" y="486"/>
                  </a:cubicBezTo>
                  <a:cubicBezTo>
                    <a:pt x="446" y="567"/>
                    <a:pt x="223" y="526"/>
                    <a:pt x="0" y="48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55" name="Group 63"/>
            <p:cNvGrpSpPr/>
            <p:nvPr/>
          </p:nvGrpSpPr>
          <p:grpSpPr bwMode="auto">
            <a:xfrm rot="1503474">
              <a:off x="1414" y="3647"/>
              <a:ext cx="284" cy="284"/>
              <a:chOff x="1260" y="2620"/>
              <a:chExt cx="284" cy="284"/>
            </a:xfrm>
          </p:grpSpPr>
          <p:sp>
            <p:nvSpPr>
              <p:cNvPr id="167" name="Oval 64"/>
              <p:cNvSpPr>
                <a:spLocks noChangeArrowheads="1"/>
              </p:cNvSpPr>
              <p:nvPr/>
            </p:nvSpPr>
            <p:spPr bwMode="auto">
              <a:xfrm>
                <a:off x="1260" y="2620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FF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8" name="Line 65"/>
              <p:cNvSpPr>
                <a:spLocks noChangeShapeType="1"/>
              </p:cNvSpPr>
              <p:nvPr/>
            </p:nvSpPr>
            <p:spPr bwMode="auto">
              <a:xfrm>
                <a:off x="1274" y="2696"/>
                <a:ext cx="252" cy="135"/>
              </a:xfrm>
              <a:prstGeom prst="line">
                <a:avLst/>
              </a:prstGeom>
              <a:noFill/>
              <a:ln w="28575">
                <a:solidFill>
                  <a:srgbClr val="FF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6" name="Line 66"/>
            <p:cNvSpPr>
              <a:spLocks noChangeShapeType="1"/>
            </p:cNvSpPr>
            <p:nvPr/>
          </p:nvSpPr>
          <p:spPr bwMode="auto">
            <a:xfrm flipV="1">
              <a:off x="1719" y="3573"/>
              <a:ext cx="27" cy="1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" name="Freeform 67"/>
            <p:cNvSpPr/>
            <p:nvPr/>
          </p:nvSpPr>
          <p:spPr bwMode="auto">
            <a:xfrm>
              <a:off x="1791" y="3303"/>
              <a:ext cx="702" cy="585"/>
            </a:xfrm>
            <a:custGeom>
              <a:avLst/>
              <a:gdLst>
                <a:gd name="T0" fmla="*/ 0 w 702"/>
                <a:gd name="T1" fmla="*/ 0 h 585"/>
                <a:gd name="T2" fmla="*/ 171 w 702"/>
                <a:gd name="T3" fmla="*/ 504 h 585"/>
                <a:gd name="T4" fmla="*/ 702 w 702"/>
                <a:gd name="T5" fmla="*/ 486 h 5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2" h="585">
                  <a:moveTo>
                    <a:pt x="0" y="0"/>
                  </a:moveTo>
                  <a:cubicBezTo>
                    <a:pt x="27" y="211"/>
                    <a:pt x="54" y="423"/>
                    <a:pt x="171" y="504"/>
                  </a:cubicBezTo>
                  <a:cubicBezTo>
                    <a:pt x="288" y="585"/>
                    <a:pt x="495" y="535"/>
                    <a:pt x="702" y="48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" name="Freeform 68"/>
            <p:cNvSpPr/>
            <p:nvPr/>
          </p:nvSpPr>
          <p:spPr bwMode="auto">
            <a:xfrm>
              <a:off x="1791" y="3215"/>
              <a:ext cx="702" cy="565"/>
            </a:xfrm>
            <a:custGeom>
              <a:avLst/>
              <a:gdLst>
                <a:gd name="T0" fmla="*/ 0 w 702"/>
                <a:gd name="T1" fmla="*/ 88 h 565"/>
                <a:gd name="T2" fmla="*/ 549 w 702"/>
                <a:gd name="T3" fmla="*/ 79 h 565"/>
                <a:gd name="T4" fmla="*/ 702 w 702"/>
                <a:gd name="T5" fmla="*/ 565 h 5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2" h="565">
                  <a:moveTo>
                    <a:pt x="0" y="88"/>
                  </a:moveTo>
                  <a:cubicBezTo>
                    <a:pt x="216" y="44"/>
                    <a:pt x="432" y="0"/>
                    <a:pt x="549" y="79"/>
                  </a:cubicBezTo>
                  <a:cubicBezTo>
                    <a:pt x="666" y="158"/>
                    <a:pt x="684" y="361"/>
                    <a:pt x="702" y="565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59" name="Group 69"/>
            <p:cNvGrpSpPr/>
            <p:nvPr/>
          </p:nvGrpSpPr>
          <p:grpSpPr bwMode="auto">
            <a:xfrm rot="1983163">
              <a:off x="1815" y="3650"/>
              <a:ext cx="284" cy="286"/>
              <a:chOff x="3435" y="3200"/>
              <a:chExt cx="284" cy="286"/>
            </a:xfrm>
          </p:grpSpPr>
          <p:sp>
            <p:nvSpPr>
              <p:cNvPr id="165" name="Oval 70"/>
              <p:cNvSpPr>
                <a:spLocks noChangeArrowheads="1"/>
              </p:cNvSpPr>
              <p:nvPr/>
            </p:nvSpPr>
            <p:spPr bwMode="auto">
              <a:xfrm>
                <a:off x="3435" y="3202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FF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6" name="Line 71"/>
              <p:cNvSpPr>
                <a:spLocks noChangeShapeType="1"/>
              </p:cNvSpPr>
              <p:nvPr/>
            </p:nvSpPr>
            <p:spPr bwMode="auto">
              <a:xfrm>
                <a:off x="3578" y="3200"/>
                <a:ext cx="0" cy="279"/>
              </a:xfrm>
              <a:prstGeom prst="line">
                <a:avLst/>
              </a:prstGeom>
              <a:noFill/>
              <a:ln w="28575">
                <a:solidFill>
                  <a:srgbClr val="FF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60" name="Line 72"/>
            <p:cNvSpPr>
              <a:spLocks noChangeShapeType="1"/>
            </p:cNvSpPr>
            <p:nvPr/>
          </p:nvSpPr>
          <p:spPr bwMode="auto">
            <a:xfrm>
              <a:off x="2088" y="3843"/>
              <a:ext cx="180" cy="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61" name="Group 73"/>
            <p:cNvGrpSpPr/>
            <p:nvPr/>
          </p:nvGrpSpPr>
          <p:grpSpPr bwMode="auto">
            <a:xfrm rot="3394037">
              <a:off x="2288" y="3277"/>
              <a:ext cx="284" cy="286"/>
              <a:chOff x="3435" y="3200"/>
              <a:chExt cx="284" cy="286"/>
            </a:xfrm>
          </p:grpSpPr>
          <p:sp>
            <p:nvSpPr>
              <p:cNvPr id="163" name="Oval 74"/>
              <p:cNvSpPr>
                <a:spLocks noChangeArrowheads="1"/>
              </p:cNvSpPr>
              <p:nvPr/>
            </p:nvSpPr>
            <p:spPr bwMode="auto">
              <a:xfrm>
                <a:off x="3435" y="3202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4" name="Line 75"/>
              <p:cNvSpPr>
                <a:spLocks noChangeShapeType="1"/>
              </p:cNvSpPr>
              <p:nvPr/>
            </p:nvSpPr>
            <p:spPr bwMode="auto">
              <a:xfrm>
                <a:off x="3578" y="3200"/>
                <a:ext cx="0" cy="279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62" name="Line 76"/>
            <p:cNvSpPr>
              <a:spLocks noChangeShapeType="1"/>
            </p:cNvSpPr>
            <p:nvPr/>
          </p:nvSpPr>
          <p:spPr bwMode="auto">
            <a:xfrm flipH="1" flipV="1">
              <a:off x="2196" y="3249"/>
              <a:ext cx="135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75" name="Group 77"/>
          <p:cNvGrpSpPr/>
          <p:nvPr/>
        </p:nvGrpSpPr>
        <p:grpSpPr bwMode="auto">
          <a:xfrm>
            <a:off x="8311802" y="790403"/>
            <a:ext cx="3028950" cy="3078162"/>
            <a:chOff x="3762" y="585"/>
            <a:chExt cx="1908" cy="1939"/>
          </a:xfrm>
        </p:grpSpPr>
        <p:sp>
          <p:nvSpPr>
            <p:cNvPr id="176" name="AutoShape 78"/>
            <p:cNvSpPr>
              <a:spLocks noChangeArrowheads="1"/>
            </p:cNvSpPr>
            <p:nvPr/>
          </p:nvSpPr>
          <p:spPr bwMode="auto">
            <a:xfrm>
              <a:off x="4007" y="759"/>
              <a:ext cx="1420" cy="1338"/>
            </a:xfrm>
            <a:prstGeom prst="triangle">
              <a:avLst>
                <a:gd name="adj" fmla="val 50000"/>
              </a:avLst>
            </a:prstGeom>
            <a:noFill/>
            <a:ln w="28575" algn="ctr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7" name="Oval 79"/>
            <p:cNvSpPr>
              <a:spLocks noChangeArrowheads="1"/>
            </p:cNvSpPr>
            <p:nvPr/>
          </p:nvSpPr>
          <p:spPr bwMode="auto">
            <a:xfrm>
              <a:off x="4564" y="1946"/>
              <a:ext cx="284" cy="284"/>
            </a:xfrm>
            <a:prstGeom prst="ellipse">
              <a:avLst/>
            </a:prstGeom>
            <a:solidFill>
              <a:schemeClr val="bg1"/>
            </a:solidFill>
            <a:ln w="28575" algn="ctr">
              <a:solidFill>
                <a:srgbClr val="FF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8" name="Oval 80"/>
            <p:cNvSpPr>
              <a:spLocks noChangeArrowheads="1"/>
            </p:cNvSpPr>
            <p:nvPr/>
          </p:nvSpPr>
          <p:spPr bwMode="auto">
            <a:xfrm>
              <a:off x="4958" y="1327"/>
              <a:ext cx="284" cy="284"/>
            </a:xfrm>
            <a:prstGeom prst="ellipse">
              <a:avLst/>
            </a:prstGeom>
            <a:solidFill>
              <a:schemeClr val="bg1"/>
            </a:solidFill>
            <a:ln w="28575" algn="ctr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9" name="Oval 81"/>
            <p:cNvSpPr>
              <a:spLocks noChangeArrowheads="1"/>
            </p:cNvSpPr>
            <p:nvPr/>
          </p:nvSpPr>
          <p:spPr bwMode="auto">
            <a:xfrm>
              <a:off x="4189" y="1337"/>
              <a:ext cx="284" cy="284"/>
            </a:xfrm>
            <a:prstGeom prst="ellipse">
              <a:avLst/>
            </a:prstGeom>
            <a:solidFill>
              <a:schemeClr val="bg1"/>
            </a:solidFill>
            <a:ln w="28575" algn="ctr">
              <a:solidFill>
                <a:srgbClr val="00B05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aphicFrame>
          <p:nvGraphicFramePr>
            <p:cNvPr id="180" name="Object 82"/>
            <p:cNvGraphicFramePr>
              <a:graphicFrameLocks noChangeAspect="1"/>
            </p:cNvGraphicFramePr>
            <p:nvPr/>
          </p:nvGraphicFramePr>
          <p:xfrm>
            <a:off x="5209" y="1045"/>
            <a:ext cx="335" cy="57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4" name="Equation" r:id="rId9" imgW="266700" imgH="457200" progId="Equation.DSMT4">
                    <p:embed/>
                  </p:oleObj>
                </mc:Choice>
                <mc:Fallback>
                  <p:oleObj name="Equation" r:id="rId9" imgW="266700" imgH="457200" progId="Equation.DSMT4">
                    <p:embed/>
                    <p:pic>
                      <p:nvPicPr>
                        <p:cNvPr id="0" name="Object 8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09" y="1045"/>
                          <a:ext cx="335" cy="57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1" name="Object 83"/>
            <p:cNvGraphicFramePr>
              <a:graphicFrameLocks noChangeAspect="1"/>
            </p:cNvGraphicFramePr>
            <p:nvPr/>
          </p:nvGraphicFramePr>
          <p:xfrm>
            <a:off x="4405" y="2223"/>
            <a:ext cx="590" cy="3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5" name="Equation" r:id="rId10" imgW="469900" imgH="241300" progId="Equation.DSMT4">
                    <p:embed/>
                  </p:oleObj>
                </mc:Choice>
                <mc:Fallback>
                  <p:oleObj name="Equation" r:id="rId10" imgW="469900" imgH="241300" progId="Equation.DSMT4">
                    <p:embed/>
                    <p:pic>
                      <p:nvPicPr>
                        <p:cNvPr id="0" name="Object 8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405" y="2223"/>
                          <a:ext cx="590" cy="3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2" name="Object 84"/>
            <p:cNvGraphicFramePr>
              <a:graphicFrameLocks noChangeAspect="1"/>
            </p:cNvGraphicFramePr>
            <p:nvPr/>
          </p:nvGraphicFramePr>
          <p:xfrm>
            <a:off x="3889" y="1070"/>
            <a:ext cx="334" cy="5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6" name="Equation" r:id="rId11" imgW="266700" imgH="457200" progId="Equation.DSMT4">
                    <p:embed/>
                  </p:oleObj>
                </mc:Choice>
                <mc:Fallback>
                  <p:oleObj name="Equation" r:id="rId11" imgW="266700" imgH="457200" progId="Equation.DSMT4">
                    <p:embed/>
                    <p:pic>
                      <p:nvPicPr>
                        <p:cNvPr id="0" name="Object 8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89" y="1070"/>
                          <a:ext cx="334" cy="5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3" name="Line 85"/>
            <p:cNvSpPr>
              <a:spLocks noChangeShapeType="1"/>
            </p:cNvSpPr>
            <p:nvPr/>
          </p:nvSpPr>
          <p:spPr bwMode="auto">
            <a:xfrm flipV="1">
              <a:off x="4720" y="747"/>
              <a:ext cx="0" cy="8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84" name="Line 86"/>
            <p:cNvSpPr>
              <a:spLocks noChangeShapeType="1"/>
            </p:cNvSpPr>
            <p:nvPr/>
          </p:nvSpPr>
          <p:spPr bwMode="auto">
            <a:xfrm flipH="1">
              <a:off x="3991" y="1611"/>
              <a:ext cx="743" cy="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85" name="Line 87"/>
            <p:cNvSpPr>
              <a:spLocks noChangeShapeType="1"/>
            </p:cNvSpPr>
            <p:nvPr/>
          </p:nvSpPr>
          <p:spPr bwMode="auto">
            <a:xfrm>
              <a:off x="4715" y="1611"/>
              <a:ext cx="707" cy="4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86" name="Text Box 88"/>
            <p:cNvSpPr txBox="1">
              <a:spLocks noChangeArrowheads="1"/>
            </p:cNvSpPr>
            <p:nvPr/>
          </p:nvSpPr>
          <p:spPr bwMode="auto">
            <a:xfrm>
              <a:off x="4738" y="585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A</a:t>
              </a:r>
              <a:endParaRPr kumimoji="1" lang="en-US" altLang="zh-CN" dirty="0"/>
            </a:p>
          </p:txBody>
        </p:sp>
        <p:sp>
          <p:nvSpPr>
            <p:cNvPr id="187" name="Text Box 89"/>
            <p:cNvSpPr txBox="1">
              <a:spLocks noChangeArrowheads="1"/>
            </p:cNvSpPr>
            <p:nvPr/>
          </p:nvSpPr>
          <p:spPr bwMode="auto">
            <a:xfrm>
              <a:off x="5418" y="1985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B</a:t>
              </a:r>
              <a:endParaRPr kumimoji="1" lang="en-US" altLang="zh-CN" dirty="0"/>
            </a:p>
          </p:txBody>
        </p:sp>
        <p:sp>
          <p:nvSpPr>
            <p:cNvPr id="188" name="Text Box 90"/>
            <p:cNvSpPr txBox="1">
              <a:spLocks noChangeArrowheads="1"/>
            </p:cNvSpPr>
            <p:nvPr/>
          </p:nvSpPr>
          <p:spPr bwMode="auto">
            <a:xfrm>
              <a:off x="3762" y="1949"/>
              <a:ext cx="25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sz="2400"/>
                <a:t>C</a:t>
              </a:r>
              <a:endParaRPr kumimoji="1" lang="en-US" altLang="zh-CN" sz="2400"/>
            </a:p>
          </p:txBody>
        </p:sp>
        <p:sp>
          <p:nvSpPr>
            <p:cNvPr id="189" name="Rectangle 91"/>
            <p:cNvSpPr>
              <a:spLocks noChangeArrowheads="1"/>
            </p:cNvSpPr>
            <p:nvPr/>
          </p:nvSpPr>
          <p:spPr bwMode="auto">
            <a:xfrm rot="-5400000">
              <a:off x="4621" y="1269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0" name="Rectangle 92"/>
            <p:cNvSpPr>
              <a:spLocks noChangeArrowheads="1"/>
            </p:cNvSpPr>
            <p:nvPr/>
          </p:nvSpPr>
          <p:spPr bwMode="auto">
            <a:xfrm rot="-1873433">
              <a:off x="4338" y="1778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1" name="Rectangle 93"/>
            <p:cNvSpPr>
              <a:spLocks noChangeArrowheads="1"/>
            </p:cNvSpPr>
            <p:nvPr/>
          </p:nvSpPr>
          <p:spPr bwMode="auto">
            <a:xfrm rot="1988745" flipH="1">
              <a:off x="4928" y="1792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2" name="Line 94"/>
            <p:cNvSpPr>
              <a:spLocks noChangeShapeType="1"/>
            </p:cNvSpPr>
            <p:nvPr/>
          </p:nvSpPr>
          <p:spPr bwMode="auto">
            <a:xfrm>
              <a:off x="4707" y="1944"/>
              <a:ext cx="0" cy="279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93" name="Line 95"/>
            <p:cNvSpPr>
              <a:spLocks noChangeShapeType="1"/>
            </p:cNvSpPr>
            <p:nvPr/>
          </p:nvSpPr>
          <p:spPr bwMode="auto">
            <a:xfrm>
              <a:off x="4869" y="2097"/>
              <a:ext cx="20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94" name="Line 96"/>
            <p:cNvSpPr>
              <a:spLocks noChangeShapeType="1"/>
            </p:cNvSpPr>
            <p:nvPr/>
          </p:nvSpPr>
          <p:spPr bwMode="auto">
            <a:xfrm flipV="1">
              <a:off x="4968" y="1404"/>
              <a:ext cx="261" cy="13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95" name="Line 97"/>
            <p:cNvSpPr>
              <a:spLocks noChangeShapeType="1"/>
            </p:cNvSpPr>
            <p:nvPr/>
          </p:nvSpPr>
          <p:spPr bwMode="auto">
            <a:xfrm flipH="1" flipV="1">
              <a:off x="4923" y="1143"/>
              <a:ext cx="72" cy="1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96" name="Line 98"/>
            <p:cNvSpPr>
              <a:spLocks noChangeShapeType="1"/>
            </p:cNvSpPr>
            <p:nvPr/>
          </p:nvSpPr>
          <p:spPr bwMode="auto">
            <a:xfrm>
              <a:off x="4203" y="1413"/>
              <a:ext cx="252" cy="13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97" name="Line 99"/>
            <p:cNvSpPr>
              <a:spLocks noChangeShapeType="1"/>
            </p:cNvSpPr>
            <p:nvPr/>
          </p:nvSpPr>
          <p:spPr bwMode="auto">
            <a:xfrm flipH="1">
              <a:off x="4176" y="1656"/>
              <a:ext cx="63" cy="1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98" name="Object 100"/>
            <p:cNvGraphicFramePr>
              <a:graphicFrameLocks noChangeAspect="1"/>
            </p:cNvGraphicFramePr>
            <p:nvPr/>
          </p:nvGraphicFramePr>
          <p:xfrm>
            <a:off x="4446" y="1171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7" name="Equation" r:id="rId12" imgW="228600" imgH="406400" progId="Equation.DSMT4">
                    <p:embed/>
                  </p:oleObj>
                </mc:Choice>
                <mc:Fallback>
                  <p:oleObj name="Equation" r:id="rId12" imgW="228600" imgH="406400" progId="Equation.DSMT4">
                    <p:embed/>
                    <p:pic>
                      <p:nvPicPr>
                        <p:cNvPr id="0" name="Object 10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446" y="1171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99" name="Group 124"/>
          <p:cNvGrpSpPr/>
          <p:nvPr/>
        </p:nvGrpSpPr>
        <p:grpSpPr bwMode="auto">
          <a:xfrm>
            <a:off x="4394633" y="895590"/>
            <a:ext cx="3028950" cy="3078162"/>
            <a:chOff x="1864" y="581"/>
            <a:chExt cx="1908" cy="1939"/>
          </a:xfrm>
        </p:grpSpPr>
        <p:sp>
          <p:nvSpPr>
            <p:cNvPr id="200" name="AutoShape 125"/>
            <p:cNvSpPr>
              <a:spLocks noChangeArrowheads="1"/>
            </p:cNvSpPr>
            <p:nvPr/>
          </p:nvSpPr>
          <p:spPr bwMode="auto">
            <a:xfrm>
              <a:off x="2109" y="755"/>
              <a:ext cx="1420" cy="1338"/>
            </a:xfrm>
            <a:prstGeom prst="triangle">
              <a:avLst>
                <a:gd name="adj" fmla="val 50000"/>
              </a:avLst>
            </a:prstGeom>
            <a:noFill/>
            <a:ln w="28575" algn="ctr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" name="Oval 126"/>
            <p:cNvSpPr>
              <a:spLocks noChangeArrowheads="1"/>
            </p:cNvSpPr>
            <p:nvPr/>
          </p:nvSpPr>
          <p:spPr bwMode="auto">
            <a:xfrm>
              <a:off x="2666" y="1942"/>
              <a:ext cx="284" cy="284"/>
            </a:xfrm>
            <a:prstGeom prst="ellipse">
              <a:avLst/>
            </a:prstGeom>
            <a:solidFill>
              <a:schemeClr val="bg1"/>
            </a:solidFill>
            <a:ln w="28575" algn="ctr">
              <a:solidFill>
                <a:srgbClr val="FF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2" name="Oval 127"/>
            <p:cNvSpPr>
              <a:spLocks noChangeArrowheads="1"/>
            </p:cNvSpPr>
            <p:nvPr/>
          </p:nvSpPr>
          <p:spPr bwMode="auto">
            <a:xfrm>
              <a:off x="3060" y="1323"/>
              <a:ext cx="284" cy="284"/>
            </a:xfrm>
            <a:prstGeom prst="ellipse">
              <a:avLst/>
            </a:prstGeom>
            <a:solidFill>
              <a:schemeClr val="bg1"/>
            </a:solidFill>
            <a:ln w="28575" algn="ctr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3" name="Oval 128"/>
            <p:cNvSpPr>
              <a:spLocks noChangeArrowheads="1"/>
            </p:cNvSpPr>
            <p:nvPr/>
          </p:nvSpPr>
          <p:spPr bwMode="auto">
            <a:xfrm>
              <a:off x="2291" y="1333"/>
              <a:ext cx="284" cy="284"/>
            </a:xfrm>
            <a:prstGeom prst="ellipse">
              <a:avLst/>
            </a:prstGeom>
            <a:solidFill>
              <a:schemeClr val="bg1"/>
            </a:solidFill>
            <a:ln w="28575" algn="ctr">
              <a:solidFill>
                <a:srgbClr val="00B05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aphicFrame>
          <p:nvGraphicFramePr>
            <p:cNvPr id="204" name="Object 129"/>
            <p:cNvGraphicFramePr>
              <a:graphicFrameLocks noChangeAspect="1"/>
            </p:cNvGraphicFramePr>
            <p:nvPr/>
          </p:nvGraphicFramePr>
          <p:xfrm>
            <a:off x="3338" y="1095"/>
            <a:ext cx="335" cy="57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8" name="Equation" r:id="rId14" imgW="266700" imgH="457200" progId="Equation.DSMT4">
                    <p:embed/>
                  </p:oleObj>
                </mc:Choice>
                <mc:Fallback>
                  <p:oleObj name="Equation" r:id="rId14" imgW="266700" imgH="457200" progId="Equation.DSMT4">
                    <p:embed/>
                    <p:pic>
                      <p:nvPicPr>
                        <p:cNvPr id="0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38" y="1095"/>
                          <a:ext cx="335" cy="57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5" name="Object 130"/>
            <p:cNvGraphicFramePr>
              <a:graphicFrameLocks noChangeAspect="1"/>
            </p:cNvGraphicFramePr>
            <p:nvPr/>
          </p:nvGraphicFramePr>
          <p:xfrm>
            <a:off x="2507" y="2219"/>
            <a:ext cx="590" cy="3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69" name="Equation" r:id="rId16" imgW="469900" imgH="241300" progId="Equation.DSMT4">
                    <p:embed/>
                  </p:oleObj>
                </mc:Choice>
                <mc:Fallback>
                  <p:oleObj name="Equation" r:id="rId16" imgW="469900" imgH="241300" progId="Equation.DSMT4">
                    <p:embed/>
                    <p:pic>
                      <p:nvPicPr>
                        <p:cNvPr id="0" name="Object 1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07" y="2219"/>
                          <a:ext cx="590" cy="3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6" name="Object 131"/>
            <p:cNvGraphicFramePr>
              <a:graphicFrameLocks noChangeAspect="1"/>
            </p:cNvGraphicFramePr>
            <p:nvPr/>
          </p:nvGraphicFramePr>
          <p:xfrm>
            <a:off x="1963" y="1111"/>
            <a:ext cx="335" cy="5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0" name="Equation" r:id="rId18" imgW="266700" imgH="457200" progId="Equation.DSMT4">
                    <p:embed/>
                  </p:oleObj>
                </mc:Choice>
                <mc:Fallback>
                  <p:oleObj name="Equation" r:id="rId18" imgW="266700" imgH="457200" progId="Equation.DSMT4">
                    <p:embed/>
                    <p:pic>
                      <p:nvPicPr>
                        <p:cNvPr id="0" name="Object 1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63" y="1111"/>
                          <a:ext cx="335" cy="5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07" name="AutoShape 132"/>
            <p:cNvSpPr>
              <a:spLocks noChangeArrowheads="1"/>
            </p:cNvSpPr>
            <p:nvPr/>
          </p:nvSpPr>
          <p:spPr bwMode="auto">
            <a:xfrm>
              <a:off x="2552" y="1319"/>
              <a:ext cx="549" cy="486"/>
            </a:xfrm>
            <a:prstGeom prst="triangle">
              <a:avLst>
                <a:gd name="adj" fmla="val 50000"/>
              </a:avLst>
            </a:prstGeom>
            <a:noFill/>
            <a:ln w="28575" algn="ctr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8" name="Rectangle 133"/>
            <p:cNvSpPr>
              <a:spLocks noChangeArrowheads="1"/>
            </p:cNvSpPr>
            <p:nvPr/>
          </p:nvSpPr>
          <p:spPr bwMode="auto">
            <a:xfrm>
              <a:off x="2741" y="1760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FF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9" name="Rectangle 134"/>
            <p:cNvSpPr>
              <a:spLocks noChangeArrowheads="1"/>
            </p:cNvSpPr>
            <p:nvPr/>
          </p:nvSpPr>
          <p:spPr bwMode="auto">
            <a:xfrm rot="-3711667">
              <a:off x="2593" y="1540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00B05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0" name="Rectangle 135"/>
            <p:cNvSpPr>
              <a:spLocks noChangeArrowheads="1"/>
            </p:cNvSpPr>
            <p:nvPr/>
          </p:nvSpPr>
          <p:spPr bwMode="auto">
            <a:xfrm rot="3711667" flipH="1">
              <a:off x="2886" y="1545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00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1" name="Line 136"/>
            <p:cNvSpPr>
              <a:spLocks noChangeShapeType="1"/>
            </p:cNvSpPr>
            <p:nvPr/>
          </p:nvSpPr>
          <p:spPr bwMode="auto">
            <a:xfrm flipV="1">
              <a:off x="2822" y="743"/>
              <a:ext cx="0" cy="5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2" name="Line 137"/>
            <p:cNvSpPr>
              <a:spLocks noChangeShapeType="1"/>
            </p:cNvSpPr>
            <p:nvPr/>
          </p:nvSpPr>
          <p:spPr bwMode="auto">
            <a:xfrm flipH="1">
              <a:off x="2093" y="1796"/>
              <a:ext cx="459" cy="3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3" name="Line 138"/>
            <p:cNvSpPr>
              <a:spLocks noChangeShapeType="1"/>
            </p:cNvSpPr>
            <p:nvPr/>
          </p:nvSpPr>
          <p:spPr bwMode="auto">
            <a:xfrm>
              <a:off x="3092" y="1796"/>
              <a:ext cx="432" cy="29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214" name="Rectangle 139"/>
            <p:cNvSpPr>
              <a:spLocks noChangeArrowheads="1"/>
            </p:cNvSpPr>
            <p:nvPr/>
          </p:nvSpPr>
          <p:spPr bwMode="auto">
            <a:xfrm>
              <a:off x="2697" y="1472"/>
              <a:ext cx="2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sz="2400" i="1"/>
                <a:t>Z</a:t>
              </a:r>
              <a:r>
                <a:rPr kumimoji="1" lang="en-US" altLang="zh-CN" sz="2400" i="1" baseline="-25000"/>
                <a:t>i</a:t>
              </a:r>
              <a:endParaRPr kumimoji="1" lang="en-US" altLang="zh-CN" sz="2400" i="1" baseline="-25000"/>
            </a:p>
          </p:txBody>
        </p:sp>
        <p:sp>
          <p:nvSpPr>
            <p:cNvPr id="215" name="Text Box 140"/>
            <p:cNvSpPr txBox="1">
              <a:spLocks noChangeArrowheads="1"/>
            </p:cNvSpPr>
            <p:nvPr/>
          </p:nvSpPr>
          <p:spPr bwMode="auto">
            <a:xfrm>
              <a:off x="2840" y="581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A</a:t>
              </a:r>
              <a:endParaRPr kumimoji="1" lang="en-US" altLang="zh-CN" dirty="0"/>
            </a:p>
          </p:txBody>
        </p:sp>
        <p:sp>
          <p:nvSpPr>
            <p:cNvPr id="216" name="Text Box 141"/>
            <p:cNvSpPr txBox="1">
              <a:spLocks noChangeArrowheads="1"/>
            </p:cNvSpPr>
            <p:nvPr/>
          </p:nvSpPr>
          <p:spPr bwMode="auto">
            <a:xfrm>
              <a:off x="3520" y="1981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B</a:t>
              </a:r>
              <a:endParaRPr kumimoji="1" lang="en-US" altLang="zh-CN" dirty="0"/>
            </a:p>
          </p:txBody>
        </p:sp>
        <p:sp>
          <p:nvSpPr>
            <p:cNvPr id="217" name="Text Box 142"/>
            <p:cNvSpPr txBox="1">
              <a:spLocks noChangeArrowheads="1"/>
            </p:cNvSpPr>
            <p:nvPr/>
          </p:nvSpPr>
          <p:spPr bwMode="auto">
            <a:xfrm>
              <a:off x="1864" y="1945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C</a:t>
              </a:r>
              <a:endParaRPr kumimoji="1" lang="en-US" altLang="zh-CN" dirty="0"/>
            </a:p>
          </p:txBody>
        </p:sp>
        <p:sp>
          <p:nvSpPr>
            <p:cNvPr id="218" name="Line 143"/>
            <p:cNvSpPr>
              <a:spLocks noChangeShapeType="1"/>
            </p:cNvSpPr>
            <p:nvPr/>
          </p:nvSpPr>
          <p:spPr bwMode="auto">
            <a:xfrm>
              <a:off x="2286" y="1417"/>
              <a:ext cx="265" cy="137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9" name="Line 144"/>
            <p:cNvSpPr>
              <a:spLocks noChangeShapeType="1"/>
            </p:cNvSpPr>
            <p:nvPr/>
          </p:nvSpPr>
          <p:spPr bwMode="auto">
            <a:xfrm flipV="1">
              <a:off x="3081" y="1399"/>
              <a:ext cx="256" cy="14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0" name="Line 145"/>
            <p:cNvSpPr>
              <a:spLocks noChangeShapeType="1"/>
            </p:cNvSpPr>
            <p:nvPr/>
          </p:nvSpPr>
          <p:spPr bwMode="auto">
            <a:xfrm>
              <a:off x="2807" y="1938"/>
              <a:ext cx="0" cy="293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1" name="Line 146"/>
            <p:cNvSpPr>
              <a:spLocks noChangeShapeType="1"/>
            </p:cNvSpPr>
            <p:nvPr/>
          </p:nvSpPr>
          <p:spPr bwMode="auto">
            <a:xfrm flipH="1">
              <a:off x="2286" y="1609"/>
              <a:ext cx="82" cy="1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2" name="Line 147"/>
            <p:cNvSpPr>
              <a:spLocks noChangeShapeType="1"/>
            </p:cNvSpPr>
            <p:nvPr/>
          </p:nvSpPr>
          <p:spPr bwMode="auto">
            <a:xfrm flipH="1" flipV="1">
              <a:off x="3026" y="1134"/>
              <a:ext cx="73" cy="1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3" name="Line 148"/>
            <p:cNvSpPr>
              <a:spLocks noChangeShapeType="1"/>
            </p:cNvSpPr>
            <p:nvPr/>
          </p:nvSpPr>
          <p:spPr bwMode="auto">
            <a:xfrm>
              <a:off x="2990" y="2094"/>
              <a:ext cx="20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5" name="组合 224"/>
          <p:cNvGrpSpPr/>
          <p:nvPr/>
        </p:nvGrpSpPr>
        <p:grpSpPr>
          <a:xfrm>
            <a:off x="1042020" y="1308339"/>
            <a:ext cx="2511425" cy="2665413"/>
            <a:chOff x="284482" y="1208880"/>
            <a:chExt cx="2511425" cy="2665413"/>
          </a:xfrm>
        </p:grpSpPr>
        <p:grpSp>
          <p:nvGrpSpPr>
            <p:cNvPr id="226" name="组合 225"/>
            <p:cNvGrpSpPr/>
            <p:nvPr/>
          </p:nvGrpSpPr>
          <p:grpSpPr>
            <a:xfrm>
              <a:off x="284482" y="1208880"/>
              <a:ext cx="2511425" cy="2665413"/>
              <a:chOff x="-3071018" y="1117474"/>
              <a:chExt cx="2511425" cy="2665413"/>
            </a:xfrm>
          </p:grpSpPr>
          <p:grpSp>
            <p:nvGrpSpPr>
              <p:cNvPr id="230" name="Group 5"/>
              <p:cNvGrpSpPr/>
              <p:nvPr/>
            </p:nvGrpSpPr>
            <p:grpSpPr bwMode="auto">
              <a:xfrm>
                <a:off x="-2872581" y="1117474"/>
                <a:ext cx="2312988" cy="2665413"/>
                <a:chOff x="328" y="174"/>
                <a:chExt cx="1457" cy="1679"/>
              </a:xfrm>
            </p:grpSpPr>
            <p:grpSp>
              <p:nvGrpSpPr>
                <p:cNvPr id="234" name="Group 7"/>
                <p:cNvGrpSpPr/>
                <p:nvPr/>
              </p:nvGrpSpPr>
              <p:grpSpPr bwMode="auto">
                <a:xfrm>
                  <a:off x="637" y="284"/>
                  <a:ext cx="230" cy="581"/>
                  <a:chOff x="450" y="693"/>
                  <a:chExt cx="230" cy="581"/>
                </a:xfrm>
              </p:grpSpPr>
              <p:sp>
                <p:nvSpPr>
                  <p:cNvPr id="252" name="Text Box 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50" y="693"/>
                    <a:ext cx="21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1pPr>
                    <a:lvl2pPr marL="742950" indent="-28575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2pPr>
                    <a:lvl3pPr marL="1143000" indent="-22860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3pPr>
                    <a:lvl4pPr marL="1600200" indent="-22860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4pPr>
                    <a:lvl5pPr marL="2057400" indent="-22860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5pPr>
                    <a:lvl6pPr marL="25146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6pPr>
                    <a:lvl7pPr marL="29718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7pPr>
                    <a:lvl8pPr marL="34290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8pPr>
                    <a:lvl9pPr marL="38862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9pPr>
                  </a:lstStyle>
                  <a:p>
                    <a:pPr algn="l" eaLnBrk="1" hangingPunct="1"/>
                    <a:r>
                      <a:rPr lang="en-US" altLang="zh-CN" sz="2400" b="0">
                        <a:ea typeface="宋体" panose="02010600030101010101" pitchFamily="2" charset="-122"/>
                      </a:rPr>
                      <a:t>+</a:t>
                    </a:r>
                    <a:endParaRPr lang="en-US" altLang="zh-CN" sz="2400" b="0"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253" name="Text Box 1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4" y="986"/>
                    <a:ext cx="21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1pPr>
                    <a:lvl2pPr marL="742950" indent="-28575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2pPr>
                    <a:lvl3pPr marL="1143000" indent="-22860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3pPr>
                    <a:lvl4pPr marL="1600200" indent="-22860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4pPr>
                    <a:lvl5pPr marL="2057400" indent="-228600" eaLnBrk="0" hangingPunct="0"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5pPr>
                    <a:lvl6pPr marL="25146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6pPr>
                    <a:lvl7pPr marL="29718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7pPr>
                    <a:lvl8pPr marL="34290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8pPr>
                    <a:lvl9pPr marL="3886200" indent="-228600"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800" b="1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楷体_GB2312" pitchFamily="49" charset="-122"/>
                      </a:defRPr>
                    </a:lvl9pPr>
                  </a:lstStyle>
                  <a:p>
                    <a:pPr algn="l" eaLnBrk="1" hangingPunct="1"/>
                    <a:r>
                      <a:rPr lang="en-US" altLang="zh-CN" sz="2400" b="0">
                        <a:ea typeface="宋体" panose="02010600030101010101" pitchFamily="2" charset="-122"/>
                      </a:rPr>
                      <a:t>_</a:t>
                    </a:r>
                    <a:endParaRPr lang="en-US" altLang="zh-CN" sz="2400" b="0">
                      <a:ea typeface="宋体" panose="02010600030101010101" pitchFamily="2" charset="-122"/>
                    </a:endParaRPr>
                  </a:p>
                </p:txBody>
              </p:sp>
            </p:grpSp>
            <p:sp>
              <p:nvSpPr>
                <p:cNvPr id="235" name="Rectangle 12"/>
                <p:cNvSpPr>
                  <a:spLocks noChangeArrowheads="1"/>
                </p:cNvSpPr>
                <p:nvPr/>
              </p:nvSpPr>
              <p:spPr bwMode="auto">
                <a:xfrm>
                  <a:off x="426" y="382"/>
                  <a:ext cx="1068" cy="1094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36" name="AutoShape 13"/>
                <p:cNvSpPr>
                  <a:spLocks noChangeArrowheads="1"/>
                </p:cNvSpPr>
                <p:nvPr/>
              </p:nvSpPr>
              <p:spPr bwMode="auto">
                <a:xfrm>
                  <a:off x="353" y="349"/>
                  <a:ext cx="1168" cy="1068"/>
                </a:xfrm>
                <a:prstGeom prst="triangle">
                  <a:avLst>
                    <a:gd name="adj" fmla="val 50000"/>
                  </a:avLst>
                </a:prstGeom>
                <a:noFill/>
                <a:ln w="28575" algn="ctr">
                  <a:solidFill>
                    <a:schemeClr val="tx1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37" name="Oval 14"/>
                <p:cNvSpPr>
                  <a:spLocks noChangeArrowheads="1"/>
                </p:cNvSpPr>
                <p:nvPr/>
              </p:nvSpPr>
              <p:spPr bwMode="auto">
                <a:xfrm>
                  <a:off x="568" y="1275"/>
                  <a:ext cx="284" cy="284"/>
                </a:xfrm>
                <a:prstGeom prst="ellipse">
                  <a:avLst/>
                </a:prstGeom>
                <a:noFill/>
                <a:ln w="28575" algn="ctr">
                  <a:solidFill>
                    <a:srgbClr val="FF00FF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38" name="Oval 15"/>
                <p:cNvSpPr>
                  <a:spLocks noChangeArrowheads="1"/>
                </p:cNvSpPr>
                <p:nvPr/>
              </p:nvSpPr>
              <p:spPr bwMode="auto">
                <a:xfrm>
                  <a:off x="1223" y="998"/>
                  <a:ext cx="284" cy="284"/>
                </a:xfrm>
                <a:prstGeom prst="ellipse">
                  <a:avLst/>
                </a:prstGeom>
                <a:noFill/>
                <a:ln w="28575" algn="ctr">
                  <a:solidFill>
                    <a:srgbClr val="0000FF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39" name="Oval 16"/>
                <p:cNvSpPr>
                  <a:spLocks noChangeArrowheads="1"/>
                </p:cNvSpPr>
                <p:nvPr/>
              </p:nvSpPr>
              <p:spPr bwMode="auto">
                <a:xfrm>
                  <a:off x="625" y="522"/>
                  <a:ext cx="284" cy="284"/>
                </a:xfrm>
                <a:prstGeom prst="ellipse">
                  <a:avLst/>
                </a:prstGeom>
                <a:noFill/>
                <a:ln w="28575" algn="ctr">
                  <a:solidFill>
                    <a:srgbClr val="00B05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40" name="Text Box 17"/>
                <p:cNvSpPr txBox="1">
                  <a:spLocks noChangeArrowheads="1"/>
                </p:cNvSpPr>
                <p:nvPr/>
              </p:nvSpPr>
              <p:spPr bwMode="auto">
                <a:xfrm>
                  <a:off x="1247" y="743"/>
                  <a:ext cx="27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sz="2400" dirty="0"/>
                    <a:t>+</a:t>
                  </a:r>
                  <a:endParaRPr kumimoji="1" lang="en-US" altLang="zh-CN" sz="2400" dirty="0"/>
                </a:p>
              </p:txBody>
            </p:sp>
            <p:sp>
              <p:nvSpPr>
                <p:cNvPr id="241" name="Text Box 18"/>
                <p:cNvSpPr txBox="1">
                  <a:spLocks noChangeArrowheads="1"/>
                </p:cNvSpPr>
                <p:nvPr/>
              </p:nvSpPr>
              <p:spPr bwMode="auto">
                <a:xfrm>
                  <a:off x="1466" y="1046"/>
                  <a:ext cx="27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sz="2400"/>
                    <a:t>_</a:t>
                  </a:r>
                  <a:endParaRPr kumimoji="1" lang="en-US" altLang="zh-CN" sz="2400"/>
                </a:p>
              </p:txBody>
            </p:sp>
            <p:sp>
              <p:nvSpPr>
                <p:cNvPr id="242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427" y="668"/>
                  <a:ext cx="27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sz="2400"/>
                    <a:t>+</a:t>
                  </a:r>
                  <a:endParaRPr kumimoji="1" lang="en-US" altLang="zh-CN" sz="2400"/>
                </a:p>
              </p:txBody>
            </p:sp>
            <p:sp>
              <p:nvSpPr>
                <p:cNvPr id="243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328" y="1297"/>
                  <a:ext cx="27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sz="2400"/>
                    <a:t>_</a:t>
                  </a:r>
                  <a:endParaRPr kumimoji="1" lang="en-US" altLang="zh-CN" sz="2400"/>
                </a:p>
              </p:txBody>
            </p:sp>
            <p:sp>
              <p:nvSpPr>
                <p:cNvPr id="244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873" y="1405"/>
                  <a:ext cx="27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sz="2400"/>
                    <a:t>+</a:t>
                  </a:r>
                  <a:endParaRPr kumimoji="1" lang="en-US" altLang="zh-CN" sz="2400"/>
                </a:p>
              </p:txBody>
            </p:sp>
            <p:sp>
              <p:nvSpPr>
                <p:cNvPr id="245" name="Text Box 22"/>
                <p:cNvSpPr txBox="1">
                  <a:spLocks noChangeArrowheads="1"/>
                </p:cNvSpPr>
                <p:nvPr/>
              </p:nvSpPr>
              <p:spPr bwMode="auto">
                <a:xfrm>
                  <a:off x="661" y="174"/>
                  <a:ext cx="275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sz="2400"/>
                    <a:t>_</a:t>
                  </a:r>
                  <a:endParaRPr kumimoji="1" lang="en-US" altLang="zh-CN" sz="2400"/>
                </a:p>
              </p:txBody>
            </p:sp>
            <p:graphicFrame>
              <p:nvGraphicFramePr>
                <p:cNvPr id="246" name="Object 23"/>
                <p:cNvGraphicFramePr>
                  <a:graphicFrameLocks noChangeAspect="1"/>
                </p:cNvGraphicFramePr>
                <p:nvPr/>
              </p:nvGraphicFramePr>
              <p:xfrm>
                <a:off x="1498" y="913"/>
                <a:ext cx="287" cy="301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1918271" name="Equation" r:id="rId20" imgW="228600" imgH="241300" progId="Equation.DSMT4">
                        <p:embed/>
                      </p:oleObj>
                    </mc:Choice>
                    <mc:Fallback>
                      <p:oleObj name="Equation" r:id="rId20" imgW="228600" imgH="241300" progId="Equation.DSMT4">
                        <p:embed/>
                        <p:pic>
                          <p:nvPicPr>
                            <p:cNvPr id="0" name="Object 23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1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1498" y="913"/>
                              <a:ext cx="287" cy="30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247" name="Object 24"/>
                <p:cNvGraphicFramePr>
                  <a:graphicFrameLocks noChangeAspect="1"/>
                </p:cNvGraphicFramePr>
                <p:nvPr/>
              </p:nvGraphicFramePr>
              <p:xfrm>
                <a:off x="560" y="1552"/>
                <a:ext cx="287" cy="301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1918272" name="Equation" r:id="rId22" imgW="228600" imgH="241300" progId="Equation.DSMT4">
                        <p:embed/>
                      </p:oleObj>
                    </mc:Choice>
                    <mc:Fallback>
                      <p:oleObj name="Equation" r:id="rId22" imgW="228600" imgH="241300" progId="Equation.DSMT4">
                        <p:embed/>
                        <p:pic>
                          <p:nvPicPr>
                            <p:cNvPr id="0" name="Object 24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3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60" y="1552"/>
                              <a:ext cx="287" cy="30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248" name="Object 25"/>
                <p:cNvGraphicFramePr>
                  <a:graphicFrameLocks noChangeAspect="1"/>
                </p:cNvGraphicFramePr>
                <p:nvPr/>
              </p:nvGraphicFramePr>
              <p:xfrm>
                <a:off x="339" y="453"/>
                <a:ext cx="287" cy="301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1918273" name="Equation" r:id="rId24" imgW="228600" imgH="241300" progId="Equation.DSMT4">
                        <p:embed/>
                      </p:oleObj>
                    </mc:Choice>
                    <mc:Fallback>
                      <p:oleObj name="Equation" r:id="rId24" imgW="228600" imgH="241300" progId="Equation.DSMT4">
                        <p:embed/>
                        <p:pic>
                          <p:nvPicPr>
                            <p:cNvPr id="0" name="Object 25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5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339" y="453"/>
                              <a:ext cx="287" cy="30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sp>
              <p:nvSpPr>
                <p:cNvPr id="249" name="Rectangle 26"/>
                <p:cNvSpPr>
                  <a:spLocks noChangeArrowheads="1"/>
                </p:cNvSpPr>
                <p:nvPr/>
              </p:nvSpPr>
              <p:spPr bwMode="auto">
                <a:xfrm>
                  <a:off x="1089" y="1368"/>
                  <a:ext cx="261" cy="99"/>
                </a:xfrm>
                <a:prstGeom prst="rect">
                  <a:avLst/>
                </a:prstGeom>
                <a:solidFill>
                  <a:schemeClr val="bg1"/>
                </a:solidFill>
                <a:ln w="28575" algn="ctr">
                  <a:solidFill>
                    <a:srgbClr val="FF00FF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50" name="Rectangle 27"/>
                <p:cNvSpPr>
                  <a:spLocks noChangeArrowheads="1"/>
                </p:cNvSpPr>
                <p:nvPr/>
              </p:nvSpPr>
              <p:spPr bwMode="auto">
                <a:xfrm rot="-3660385">
                  <a:off x="383" y="1076"/>
                  <a:ext cx="261" cy="99"/>
                </a:xfrm>
                <a:prstGeom prst="rect">
                  <a:avLst/>
                </a:prstGeom>
                <a:solidFill>
                  <a:schemeClr val="bg1"/>
                </a:solidFill>
                <a:ln w="28575" algn="ctr">
                  <a:solidFill>
                    <a:srgbClr val="00B050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251" name="Rectangle 28"/>
                <p:cNvSpPr>
                  <a:spLocks noChangeArrowheads="1"/>
                </p:cNvSpPr>
                <p:nvPr/>
              </p:nvSpPr>
              <p:spPr bwMode="auto">
                <a:xfrm rot="3660385" flipH="1">
                  <a:off x="982" y="622"/>
                  <a:ext cx="261" cy="99"/>
                </a:xfrm>
                <a:prstGeom prst="rect">
                  <a:avLst/>
                </a:prstGeom>
                <a:solidFill>
                  <a:schemeClr val="bg1"/>
                </a:solidFill>
                <a:ln w="28575" algn="ctr">
                  <a:solidFill>
                    <a:srgbClr val="0000FF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</p:grpSp>
          <p:sp>
            <p:nvSpPr>
              <p:cNvPr id="231" name="Text Box 30"/>
              <p:cNvSpPr txBox="1">
                <a:spLocks noChangeArrowheads="1"/>
              </p:cNvSpPr>
              <p:nvPr/>
            </p:nvSpPr>
            <p:spPr bwMode="auto">
              <a:xfrm>
                <a:off x="-1564481" y="1555624"/>
                <a:ext cx="685800" cy="4572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en-US" altLang="zh-CN" sz="2400" i="1" dirty="0" err="1"/>
                  <a:t>Z</a:t>
                </a:r>
                <a:r>
                  <a:rPr kumimoji="1" lang="en-US" altLang="zh-CN" sz="2400" i="1" baseline="-25000" dirty="0" err="1"/>
                  <a:t>i</a:t>
                </a:r>
                <a:endParaRPr kumimoji="1" lang="en-US" altLang="zh-CN" sz="2400" i="1" baseline="-25000" dirty="0"/>
              </a:p>
            </p:txBody>
          </p:sp>
          <p:sp>
            <p:nvSpPr>
              <p:cNvPr id="232" name="Text Box 31"/>
              <p:cNvSpPr txBox="1">
                <a:spLocks noChangeArrowheads="1"/>
              </p:cNvSpPr>
              <p:nvPr/>
            </p:nvSpPr>
            <p:spPr bwMode="auto">
              <a:xfrm>
                <a:off x="-1642268" y="3135187"/>
                <a:ext cx="685800" cy="4572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en-US" altLang="zh-CN" sz="2400" i="1"/>
                  <a:t>Z</a:t>
                </a:r>
                <a:r>
                  <a:rPr kumimoji="1" lang="en-US" altLang="zh-CN" sz="2400" i="1" baseline="-25000"/>
                  <a:t>i</a:t>
                </a:r>
                <a:endParaRPr kumimoji="1" lang="en-US" altLang="zh-CN" sz="2400" i="1" baseline="-25000"/>
              </a:p>
            </p:txBody>
          </p:sp>
          <p:sp>
            <p:nvSpPr>
              <p:cNvPr id="233" name="Text Box 32"/>
              <p:cNvSpPr txBox="1">
                <a:spLocks noChangeArrowheads="1"/>
              </p:cNvSpPr>
              <p:nvPr/>
            </p:nvSpPr>
            <p:spPr bwMode="auto">
              <a:xfrm>
                <a:off x="-3071018" y="2263649"/>
                <a:ext cx="685800" cy="4572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en-US" altLang="zh-CN" sz="2400" i="1"/>
                  <a:t>Z</a:t>
                </a:r>
                <a:r>
                  <a:rPr kumimoji="1" lang="en-US" altLang="zh-CN" sz="2400" i="1" baseline="-25000"/>
                  <a:t>i</a:t>
                </a:r>
                <a:endParaRPr kumimoji="1" lang="en-US" altLang="zh-CN" sz="2400" i="1" baseline="-25000"/>
              </a:p>
            </p:txBody>
          </p:sp>
        </p:grpSp>
        <p:sp>
          <p:nvSpPr>
            <p:cNvPr id="227" name="Line 143"/>
            <p:cNvSpPr>
              <a:spLocks noChangeShapeType="1"/>
            </p:cNvSpPr>
            <p:nvPr/>
          </p:nvSpPr>
          <p:spPr bwMode="auto">
            <a:xfrm rot="5400000">
              <a:off x="976299" y="1876424"/>
              <a:ext cx="420688" cy="217487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8" name="Line 144"/>
            <p:cNvSpPr>
              <a:spLocks noChangeShapeType="1"/>
            </p:cNvSpPr>
            <p:nvPr/>
          </p:nvSpPr>
          <p:spPr bwMode="auto">
            <a:xfrm rot="5400000" flipV="1">
              <a:off x="1937070" y="2637504"/>
              <a:ext cx="406400" cy="2317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9" name="Line 145"/>
            <p:cNvSpPr>
              <a:spLocks noChangeShapeType="1"/>
            </p:cNvSpPr>
            <p:nvPr/>
          </p:nvSpPr>
          <p:spPr bwMode="auto">
            <a:xfrm rot="5400000">
              <a:off x="1089344" y="2954164"/>
              <a:ext cx="0" cy="465137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54" name="Rectangle 3"/>
          <p:cNvSpPr txBox="1">
            <a:spLocks noChangeArrowheads="1"/>
          </p:cNvSpPr>
          <p:nvPr/>
        </p:nvSpPr>
        <p:spPr>
          <a:xfrm>
            <a:off x="551384" y="900584"/>
            <a:ext cx="2880618" cy="58420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6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</a:t>
            </a:r>
            <a:endParaRPr lang="zh-CN" altLang="en-US" kern="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99" name="Group 33"/>
          <p:cNvGrpSpPr/>
          <p:nvPr/>
        </p:nvGrpSpPr>
        <p:grpSpPr bwMode="auto">
          <a:xfrm>
            <a:off x="6072978" y="3523127"/>
            <a:ext cx="4449764" cy="3295651"/>
            <a:chOff x="457" y="2137"/>
            <a:chExt cx="2803" cy="2076"/>
          </a:xfrm>
        </p:grpSpPr>
        <p:graphicFrame>
          <p:nvGraphicFramePr>
            <p:cNvPr id="300" name="Object 34"/>
            <p:cNvGraphicFramePr>
              <a:graphicFrameLocks noChangeAspect="1"/>
            </p:cNvGraphicFramePr>
            <p:nvPr/>
          </p:nvGraphicFramePr>
          <p:xfrm>
            <a:off x="2510" y="2619"/>
            <a:ext cx="750" cy="57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4" name="Equation" r:id="rId27" imgW="14325600" imgH="10972800" progId="Equation.DSMT4">
                    <p:embed/>
                  </p:oleObj>
                </mc:Choice>
                <mc:Fallback>
                  <p:oleObj name="Equation" r:id="rId27" imgW="14325600" imgH="10972800" progId="Equation.DSMT4">
                    <p:embed/>
                    <p:pic>
                      <p:nvPicPr>
                        <p:cNvPr id="0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10" y="2619"/>
                          <a:ext cx="750" cy="57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1" name="Object 35"/>
            <p:cNvGraphicFramePr>
              <a:graphicFrameLocks noChangeAspect="1"/>
            </p:cNvGraphicFramePr>
            <p:nvPr/>
          </p:nvGraphicFramePr>
          <p:xfrm>
            <a:off x="1323" y="3911"/>
            <a:ext cx="1005" cy="30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5" name="Equation" r:id="rId29" imgW="19202400" imgH="5791200" progId="Equation.DSMT4">
                    <p:embed/>
                  </p:oleObj>
                </mc:Choice>
                <mc:Fallback>
                  <p:oleObj name="Equation" r:id="rId29" imgW="19202400" imgH="5791200" progId="Equation.DSMT4">
                    <p:embed/>
                    <p:pic>
                      <p:nvPicPr>
                        <p:cNvPr id="0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23" y="3911"/>
                          <a:ext cx="1005" cy="30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2" name="Object 36"/>
            <p:cNvGraphicFramePr>
              <a:graphicFrameLocks noChangeAspect="1"/>
            </p:cNvGraphicFramePr>
            <p:nvPr/>
          </p:nvGraphicFramePr>
          <p:xfrm>
            <a:off x="457" y="2801"/>
            <a:ext cx="748" cy="5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6" name="Equation" r:id="rId31" imgW="14325600" imgH="10972800" progId="Equation.DSMT4">
                    <p:embed/>
                  </p:oleObj>
                </mc:Choice>
                <mc:Fallback>
                  <p:oleObj name="Equation" r:id="rId31" imgW="14325600" imgH="10972800" progId="Equation.DSMT4">
                    <p:embed/>
                    <p:pic>
                      <p:nvPicPr>
                        <p:cNvPr id="0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7" y="2801"/>
                          <a:ext cx="748" cy="5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3" name="Line 37"/>
            <p:cNvSpPr>
              <a:spLocks noChangeShapeType="1"/>
            </p:cNvSpPr>
            <p:nvPr/>
          </p:nvSpPr>
          <p:spPr bwMode="auto">
            <a:xfrm flipV="1">
              <a:off x="1800" y="2435"/>
              <a:ext cx="0" cy="8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4" name="Line 38"/>
            <p:cNvSpPr>
              <a:spLocks noChangeShapeType="1"/>
            </p:cNvSpPr>
            <p:nvPr/>
          </p:nvSpPr>
          <p:spPr bwMode="auto">
            <a:xfrm flipH="1">
              <a:off x="1071" y="3299"/>
              <a:ext cx="743" cy="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5" name="Line 39"/>
            <p:cNvSpPr>
              <a:spLocks noChangeShapeType="1"/>
            </p:cNvSpPr>
            <p:nvPr/>
          </p:nvSpPr>
          <p:spPr bwMode="auto">
            <a:xfrm>
              <a:off x="1795" y="3299"/>
              <a:ext cx="707" cy="4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06" name="Text Box 40"/>
            <p:cNvSpPr txBox="1">
              <a:spLocks noChangeArrowheads="1"/>
            </p:cNvSpPr>
            <p:nvPr/>
          </p:nvSpPr>
          <p:spPr bwMode="auto">
            <a:xfrm>
              <a:off x="1714" y="2137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A</a:t>
              </a:r>
              <a:endParaRPr kumimoji="1" lang="en-US" altLang="zh-CN" dirty="0"/>
            </a:p>
          </p:txBody>
        </p:sp>
        <p:sp>
          <p:nvSpPr>
            <p:cNvPr id="307" name="Text Box 41"/>
            <p:cNvSpPr txBox="1">
              <a:spLocks noChangeArrowheads="1"/>
            </p:cNvSpPr>
            <p:nvPr/>
          </p:nvSpPr>
          <p:spPr bwMode="auto">
            <a:xfrm>
              <a:off x="2498" y="3673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/>
                <a:t>B</a:t>
              </a:r>
              <a:endParaRPr kumimoji="1" lang="en-US" altLang="zh-CN"/>
            </a:p>
          </p:txBody>
        </p:sp>
        <p:sp>
          <p:nvSpPr>
            <p:cNvPr id="308" name="Text Box 42"/>
            <p:cNvSpPr txBox="1">
              <a:spLocks noChangeArrowheads="1"/>
            </p:cNvSpPr>
            <p:nvPr/>
          </p:nvSpPr>
          <p:spPr bwMode="auto">
            <a:xfrm>
              <a:off x="813" y="3622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C</a:t>
              </a:r>
              <a:endParaRPr kumimoji="1" lang="en-US" altLang="zh-CN" dirty="0"/>
            </a:p>
          </p:txBody>
        </p:sp>
        <p:sp>
          <p:nvSpPr>
            <p:cNvPr id="309" name="Rectangle 43"/>
            <p:cNvSpPr>
              <a:spLocks noChangeArrowheads="1"/>
            </p:cNvSpPr>
            <p:nvPr/>
          </p:nvSpPr>
          <p:spPr bwMode="auto">
            <a:xfrm rot="-5400000">
              <a:off x="1701" y="2957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00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310" name="Rectangle 44"/>
            <p:cNvSpPr>
              <a:spLocks noChangeArrowheads="1"/>
            </p:cNvSpPr>
            <p:nvPr/>
          </p:nvSpPr>
          <p:spPr bwMode="auto">
            <a:xfrm rot="-1873433">
              <a:off x="1337" y="3511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00B05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311" name="Rectangle 45"/>
            <p:cNvSpPr>
              <a:spLocks noChangeArrowheads="1"/>
            </p:cNvSpPr>
            <p:nvPr/>
          </p:nvSpPr>
          <p:spPr bwMode="auto">
            <a:xfrm rot="1988745" flipH="1">
              <a:off x="2008" y="3480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FF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aphicFrame>
          <p:nvGraphicFramePr>
            <p:cNvPr id="312" name="Object 46"/>
            <p:cNvGraphicFramePr>
              <a:graphicFrameLocks noChangeAspect="1"/>
            </p:cNvGraphicFramePr>
            <p:nvPr/>
          </p:nvGraphicFramePr>
          <p:xfrm>
            <a:off x="1472" y="2661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7" name="Equation" r:id="rId33" imgW="228600" imgH="406400" progId="Equation.DSMT4">
                    <p:embed/>
                  </p:oleObj>
                </mc:Choice>
                <mc:Fallback>
                  <p:oleObj name="Equation" r:id="rId33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72" y="2661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13" name="Freeform 52"/>
            <p:cNvSpPr/>
            <p:nvPr/>
          </p:nvSpPr>
          <p:spPr bwMode="auto">
            <a:xfrm flipH="1">
              <a:off x="1799" y="2444"/>
              <a:ext cx="573" cy="855"/>
            </a:xfrm>
            <a:custGeom>
              <a:avLst/>
              <a:gdLst>
                <a:gd name="T0" fmla="*/ 573 w 573"/>
                <a:gd name="T1" fmla="*/ 0 h 981"/>
                <a:gd name="T2" fmla="*/ 105 w 573"/>
                <a:gd name="T3" fmla="*/ 180 h 981"/>
                <a:gd name="T4" fmla="*/ 78 w 573"/>
                <a:gd name="T5" fmla="*/ 628 h 981"/>
                <a:gd name="T6" fmla="*/ 573 w 573"/>
                <a:gd name="T7" fmla="*/ 855 h 9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981">
                  <a:moveTo>
                    <a:pt x="573" y="0"/>
                  </a:moveTo>
                  <a:cubicBezTo>
                    <a:pt x="380" y="43"/>
                    <a:pt x="187" y="87"/>
                    <a:pt x="105" y="207"/>
                  </a:cubicBezTo>
                  <a:cubicBezTo>
                    <a:pt x="23" y="327"/>
                    <a:pt x="0" y="591"/>
                    <a:pt x="78" y="720"/>
                  </a:cubicBezTo>
                  <a:cubicBezTo>
                    <a:pt x="156" y="849"/>
                    <a:pt x="364" y="915"/>
                    <a:pt x="573" y="981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14" name="Group 53"/>
            <p:cNvGrpSpPr/>
            <p:nvPr/>
          </p:nvGrpSpPr>
          <p:grpSpPr bwMode="auto">
            <a:xfrm rot="1277301">
              <a:off x="2191" y="2781"/>
              <a:ext cx="284" cy="284"/>
              <a:chOff x="2038" y="3015"/>
              <a:chExt cx="284" cy="284"/>
            </a:xfrm>
          </p:grpSpPr>
          <p:sp>
            <p:nvSpPr>
              <p:cNvPr id="328" name="Oval 54"/>
              <p:cNvSpPr>
                <a:spLocks noChangeArrowheads="1"/>
              </p:cNvSpPr>
              <p:nvPr/>
            </p:nvSpPr>
            <p:spPr bwMode="auto">
              <a:xfrm>
                <a:off x="2038" y="3015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329" name="Line 55"/>
              <p:cNvSpPr>
                <a:spLocks noChangeShapeType="1"/>
              </p:cNvSpPr>
              <p:nvPr/>
            </p:nvSpPr>
            <p:spPr bwMode="auto">
              <a:xfrm flipV="1">
                <a:off x="2048" y="3092"/>
                <a:ext cx="261" cy="135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15" name="Line 56"/>
            <p:cNvSpPr>
              <a:spLocks noChangeShapeType="1"/>
            </p:cNvSpPr>
            <p:nvPr/>
          </p:nvSpPr>
          <p:spPr bwMode="auto">
            <a:xfrm flipH="1" flipV="1">
              <a:off x="2277" y="2637"/>
              <a:ext cx="45" cy="1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16" name="Freeform 57"/>
            <p:cNvSpPr/>
            <p:nvPr/>
          </p:nvSpPr>
          <p:spPr bwMode="auto">
            <a:xfrm>
              <a:off x="1071" y="3233"/>
              <a:ext cx="720" cy="556"/>
            </a:xfrm>
            <a:custGeom>
              <a:avLst/>
              <a:gdLst>
                <a:gd name="T0" fmla="*/ 720 w 720"/>
                <a:gd name="T1" fmla="*/ 79 h 556"/>
                <a:gd name="T2" fmla="*/ 126 w 720"/>
                <a:gd name="T3" fmla="*/ 79 h 556"/>
                <a:gd name="T4" fmla="*/ 0 w 720"/>
                <a:gd name="T5" fmla="*/ 556 h 5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0" h="556">
                  <a:moveTo>
                    <a:pt x="720" y="79"/>
                  </a:moveTo>
                  <a:cubicBezTo>
                    <a:pt x="483" y="39"/>
                    <a:pt x="246" y="0"/>
                    <a:pt x="126" y="79"/>
                  </a:cubicBezTo>
                  <a:cubicBezTo>
                    <a:pt x="6" y="158"/>
                    <a:pt x="3" y="357"/>
                    <a:pt x="0" y="55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17" name="Group 58"/>
            <p:cNvGrpSpPr/>
            <p:nvPr/>
          </p:nvGrpSpPr>
          <p:grpSpPr bwMode="auto">
            <a:xfrm rot="334756">
              <a:off x="1031" y="3219"/>
              <a:ext cx="284" cy="284"/>
              <a:chOff x="1260" y="2620"/>
              <a:chExt cx="284" cy="284"/>
            </a:xfrm>
          </p:grpSpPr>
          <p:sp>
            <p:nvSpPr>
              <p:cNvPr id="326" name="Oval 59"/>
              <p:cNvSpPr>
                <a:spLocks noChangeArrowheads="1"/>
              </p:cNvSpPr>
              <p:nvPr/>
            </p:nvSpPr>
            <p:spPr bwMode="auto">
              <a:xfrm>
                <a:off x="1260" y="2620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B050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327" name="Line 60"/>
              <p:cNvSpPr>
                <a:spLocks noChangeShapeType="1"/>
              </p:cNvSpPr>
              <p:nvPr/>
            </p:nvSpPr>
            <p:spPr bwMode="auto">
              <a:xfrm>
                <a:off x="1274" y="2696"/>
                <a:ext cx="252" cy="135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18" name="Line 61"/>
            <p:cNvSpPr>
              <a:spLocks noChangeShapeType="1"/>
            </p:cNvSpPr>
            <p:nvPr/>
          </p:nvSpPr>
          <p:spPr bwMode="auto">
            <a:xfrm flipH="1">
              <a:off x="1071" y="3492"/>
              <a:ext cx="18" cy="1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319" name="Freeform 67"/>
            <p:cNvSpPr/>
            <p:nvPr/>
          </p:nvSpPr>
          <p:spPr bwMode="auto">
            <a:xfrm>
              <a:off x="1791" y="3303"/>
              <a:ext cx="702" cy="585"/>
            </a:xfrm>
            <a:custGeom>
              <a:avLst/>
              <a:gdLst>
                <a:gd name="T0" fmla="*/ 0 w 702"/>
                <a:gd name="T1" fmla="*/ 0 h 585"/>
                <a:gd name="T2" fmla="*/ 171 w 702"/>
                <a:gd name="T3" fmla="*/ 504 h 585"/>
                <a:gd name="T4" fmla="*/ 702 w 702"/>
                <a:gd name="T5" fmla="*/ 486 h 5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2" h="585">
                  <a:moveTo>
                    <a:pt x="0" y="0"/>
                  </a:moveTo>
                  <a:cubicBezTo>
                    <a:pt x="27" y="211"/>
                    <a:pt x="54" y="423"/>
                    <a:pt x="171" y="504"/>
                  </a:cubicBezTo>
                  <a:cubicBezTo>
                    <a:pt x="288" y="585"/>
                    <a:pt x="495" y="535"/>
                    <a:pt x="702" y="48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320" name="Group 69"/>
            <p:cNvGrpSpPr/>
            <p:nvPr/>
          </p:nvGrpSpPr>
          <p:grpSpPr bwMode="auto">
            <a:xfrm rot="1983163">
              <a:off x="1815" y="3650"/>
              <a:ext cx="284" cy="286"/>
              <a:chOff x="3435" y="3200"/>
              <a:chExt cx="284" cy="286"/>
            </a:xfrm>
          </p:grpSpPr>
          <p:sp>
            <p:nvSpPr>
              <p:cNvPr id="324" name="Oval 70"/>
              <p:cNvSpPr>
                <a:spLocks noChangeArrowheads="1"/>
              </p:cNvSpPr>
              <p:nvPr/>
            </p:nvSpPr>
            <p:spPr bwMode="auto">
              <a:xfrm>
                <a:off x="3435" y="3202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FF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325" name="Line 71"/>
              <p:cNvSpPr>
                <a:spLocks noChangeShapeType="1"/>
              </p:cNvSpPr>
              <p:nvPr/>
            </p:nvSpPr>
            <p:spPr bwMode="auto">
              <a:xfrm>
                <a:off x="3578" y="3200"/>
                <a:ext cx="0" cy="279"/>
              </a:xfrm>
              <a:prstGeom prst="line">
                <a:avLst/>
              </a:prstGeom>
              <a:noFill/>
              <a:ln w="28575">
                <a:solidFill>
                  <a:srgbClr val="FF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21" name="Line 72"/>
            <p:cNvSpPr>
              <a:spLocks noChangeShapeType="1"/>
            </p:cNvSpPr>
            <p:nvPr/>
          </p:nvSpPr>
          <p:spPr bwMode="auto">
            <a:xfrm>
              <a:off x="2088" y="3843"/>
              <a:ext cx="180" cy="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322" name="Object 46"/>
            <p:cNvGraphicFramePr>
              <a:graphicFrameLocks noChangeAspect="1"/>
            </p:cNvGraphicFramePr>
            <p:nvPr/>
          </p:nvGraphicFramePr>
          <p:xfrm>
            <a:off x="2207" y="3108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8" name="Equation" r:id="rId34" imgW="228600" imgH="406400" progId="Equation.DSMT4">
                    <p:embed/>
                  </p:oleObj>
                </mc:Choice>
                <mc:Fallback>
                  <p:oleObj name="Equation" r:id="rId34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07" y="3108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3" name="Object 46"/>
            <p:cNvGraphicFramePr>
              <a:graphicFrameLocks noChangeAspect="1"/>
            </p:cNvGraphicFramePr>
            <p:nvPr/>
          </p:nvGraphicFramePr>
          <p:xfrm>
            <a:off x="1511" y="3436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8279" name="Equation" r:id="rId35" imgW="228600" imgH="406400" progId="Equation.DSMT4">
                    <p:embed/>
                  </p:oleObj>
                </mc:Choice>
                <mc:Fallback>
                  <p:oleObj name="Equation" r:id="rId35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11" y="3436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107" name="Group 33"/>
          <p:cNvGrpSpPr/>
          <p:nvPr/>
        </p:nvGrpSpPr>
        <p:grpSpPr bwMode="auto">
          <a:xfrm>
            <a:off x="191344" y="1317025"/>
            <a:ext cx="4449764" cy="3295651"/>
            <a:chOff x="457" y="2137"/>
            <a:chExt cx="2803" cy="2076"/>
          </a:xfrm>
        </p:grpSpPr>
        <p:graphicFrame>
          <p:nvGraphicFramePr>
            <p:cNvPr id="108" name="Object 34"/>
            <p:cNvGraphicFramePr>
              <a:graphicFrameLocks noChangeAspect="1"/>
            </p:cNvGraphicFramePr>
            <p:nvPr/>
          </p:nvGraphicFramePr>
          <p:xfrm>
            <a:off x="2510" y="2619"/>
            <a:ext cx="750" cy="57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58" name="Equation" r:id="rId1" imgW="14325600" imgH="10972800" progId="Equation.DSMT4">
                    <p:embed/>
                  </p:oleObj>
                </mc:Choice>
                <mc:Fallback>
                  <p:oleObj name="Equation" r:id="rId1" imgW="14325600" imgH="10972800" progId="Equation.DSMT4">
                    <p:embed/>
                    <p:pic>
                      <p:nvPicPr>
                        <p:cNvPr id="0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10" y="2619"/>
                          <a:ext cx="750" cy="57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9" name="Object 35"/>
            <p:cNvGraphicFramePr>
              <a:graphicFrameLocks noChangeAspect="1"/>
            </p:cNvGraphicFramePr>
            <p:nvPr/>
          </p:nvGraphicFramePr>
          <p:xfrm>
            <a:off x="1323" y="3911"/>
            <a:ext cx="1005" cy="30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59" name="Equation" r:id="rId3" imgW="19202400" imgH="5791200" progId="Equation.DSMT4">
                    <p:embed/>
                  </p:oleObj>
                </mc:Choice>
                <mc:Fallback>
                  <p:oleObj name="Equation" r:id="rId3" imgW="19202400" imgH="5791200" progId="Equation.DSMT4">
                    <p:embed/>
                    <p:pic>
                      <p:nvPicPr>
                        <p:cNvPr id="0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23" y="3911"/>
                          <a:ext cx="1005" cy="30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0" name="Object 36"/>
            <p:cNvGraphicFramePr>
              <a:graphicFrameLocks noChangeAspect="1"/>
            </p:cNvGraphicFramePr>
            <p:nvPr/>
          </p:nvGraphicFramePr>
          <p:xfrm>
            <a:off x="457" y="2801"/>
            <a:ext cx="748" cy="5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60" name="Equation" r:id="rId5" imgW="14325600" imgH="10972800" progId="Equation.DSMT4">
                    <p:embed/>
                  </p:oleObj>
                </mc:Choice>
                <mc:Fallback>
                  <p:oleObj name="Equation" r:id="rId5" imgW="14325600" imgH="10972800" progId="Equation.DSMT4">
                    <p:embed/>
                    <p:pic>
                      <p:nvPicPr>
                        <p:cNvPr id="0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7" y="2801"/>
                          <a:ext cx="748" cy="5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1" name="Line 37"/>
            <p:cNvSpPr>
              <a:spLocks noChangeShapeType="1"/>
            </p:cNvSpPr>
            <p:nvPr/>
          </p:nvSpPr>
          <p:spPr bwMode="auto">
            <a:xfrm flipV="1">
              <a:off x="1800" y="2435"/>
              <a:ext cx="0" cy="8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12" name="Line 38"/>
            <p:cNvSpPr>
              <a:spLocks noChangeShapeType="1"/>
            </p:cNvSpPr>
            <p:nvPr/>
          </p:nvSpPr>
          <p:spPr bwMode="auto">
            <a:xfrm flipH="1">
              <a:off x="1071" y="3299"/>
              <a:ext cx="743" cy="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13" name="Line 39"/>
            <p:cNvSpPr>
              <a:spLocks noChangeShapeType="1"/>
            </p:cNvSpPr>
            <p:nvPr/>
          </p:nvSpPr>
          <p:spPr bwMode="auto">
            <a:xfrm>
              <a:off x="1795" y="3299"/>
              <a:ext cx="707" cy="4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14" name="Text Box 40"/>
            <p:cNvSpPr txBox="1">
              <a:spLocks noChangeArrowheads="1"/>
            </p:cNvSpPr>
            <p:nvPr/>
          </p:nvSpPr>
          <p:spPr bwMode="auto">
            <a:xfrm>
              <a:off x="1714" y="2137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A</a:t>
              </a:r>
              <a:endParaRPr kumimoji="1" lang="en-US" altLang="zh-CN" dirty="0"/>
            </a:p>
          </p:txBody>
        </p:sp>
        <p:sp>
          <p:nvSpPr>
            <p:cNvPr id="115" name="Text Box 41"/>
            <p:cNvSpPr txBox="1">
              <a:spLocks noChangeArrowheads="1"/>
            </p:cNvSpPr>
            <p:nvPr/>
          </p:nvSpPr>
          <p:spPr bwMode="auto">
            <a:xfrm>
              <a:off x="2498" y="3673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/>
                <a:t>B</a:t>
              </a:r>
              <a:endParaRPr kumimoji="1" lang="en-US" altLang="zh-CN"/>
            </a:p>
          </p:txBody>
        </p:sp>
        <p:sp>
          <p:nvSpPr>
            <p:cNvPr id="116" name="Text Box 42"/>
            <p:cNvSpPr txBox="1">
              <a:spLocks noChangeArrowheads="1"/>
            </p:cNvSpPr>
            <p:nvPr/>
          </p:nvSpPr>
          <p:spPr bwMode="auto">
            <a:xfrm>
              <a:off x="813" y="3622"/>
              <a:ext cx="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dirty="0"/>
                <a:t>C</a:t>
              </a:r>
              <a:endParaRPr kumimoji="1" lang="en-US" altLang="zh-CN" dirty="0"/>
            </a:p>
          </p:txBody>
        </p:sp>
        <p:sp>
          <p:nvSpPr>
            <p:cNvPr id="117" name="Rectangle 43"/>
            <p:cNvSpPr>
              <a:spLocks noChangeArrowheads="1"/>
            </p:cNvSpPr>
            <p:nvPr/>
          </p:nvSpPr>
          <p:spPr bwMode="auto">
            <a:xfrm rot="-5400000">
              <a:off x="1701" y="2957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00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8" name="Rectangle 44"/>
            <p:cNvSpPr>
              <a:spLocks noChangeArrowheads="1"/>
            </p:cNvSpPr>
            <p:nvPr/>
          </p:nvSpPr>
          <p:spPr bwMode="auto">
            <a:xfrm rot="-1873433">
              <a:off x="1337" y="3511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00B05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9" name="Rectangle 45"/>
            <p:cNvSpPr>
              <a:spLocks noChangeArrowheads="1"/>
            </p:cNvSpPr>
            <p:nvPr/>
          </p:nvSpPr>
          <p:spPr bwMode="auto">
            <a:xfrm rot="1988745" flipH="1">
              <a:off x="2008" y="3480"/>
              <a:ext cx="198" cy="81"/>
            </a:xfrm>
            <a:prstGeom prst="rect">
              <a:avLst/>
            </a:prstGeom>
            <a:solidFill>
              <a:schemeClr val="bg1"/>
            </a:solidFill>
            <a:ln w="28575" algn="ctr">
              <a:solidFill>
                <a:srgbClr val="FF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aphicFrame>
          <p:nvGraphicFramePr>
            <p:cNvPr id="120" name="Object 46"/>
            <p:cNvGraphicFramePr>
              <a:graphicFrameLocks noChangeAspect="1"/>
            </p:cNvGraphicFramePr>
            <p:nvPr/>
          </p:nvGraphicFramePr>
          <p:xfrm>
            <a:off x="1472" y="2661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61" name="Equation" r:id="rId7" imgW="228600" imgH="406400" progId="Equation.DSMT4">
                    <p:embed/>
                  </p:oleObj>
                </mc:Choice>
                <mc:Fallback>
                  <p:oleObj name="Equation" r:id="rId7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72" y="2661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Freeform 52"/>
            <p:cNvSpPr/>
            <p:nvPr/>
          </p:nvSpPr>
          <p:spPr bwMode="auto">
            <a:xfrm flipH="1">
              <a:off x="1799" y="2444"/>
              <a:ext cx="573" cy="855"/>
            </a:xfrm>
            <a:custGeom>
              <a:avLst/>
              <a:gdLst>
                <a:gd name="T0" fmla="*/ 573 w 573"/>
                <a:gd name="T1" fmla="*/ 0 h 981"/>
                <a:gd name="T2" fmla="*/ 105 w 573"/>
                <a:gd name="T3" fmla="*/ 180 h 981"/>
                <a:gd name="T4" fmla="*/ 78 w 573"/>
                <a:gd name="T5" fmla="*/ 628 h 981"/>
                <a:gd name="T6" fmla="*/ 573 w 573"/>
                <a:gd name="T7" fmla="*/ 855 h 9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981">
                  <a:moveTo>
                    <a:pt x="573" y="0"/>
                  </a:moveTo>
                  <a:cubicBezTo>
                    <a:pt x="380" y="43"/>
                    <a:pt x="187" y="87"/>
                    <a:pt x="105" y="207"/>
                  </a:cubicBezTo>
                  <a:cubicBezTo>
                    <a:pt x="23" y="327"/>
                    <a:pt x="0" y="591"/>
                    <a:pt x="78" y="720"/>
                  </a:cubicBezTo>
                  <a:cubicBezTo>
                    <a:pt x="156" y="849"/>
                    <a:pt x="364" y="915"/>
                    <a:pt x="573" y="981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2" name="Group 53"/>
            <p:cNvGrpSpPr/>
            <p:nvPr/>
          </p:nvGrpSpPr>
          <p:grpSpPr bwMode="auto">
            <a:xfrm rot="1277301">
              <a:off x="2191" y="2781"/>
              <a:ext cx="284" cy="284"/>
              <a:chOff x="2038" y="3015"/>
              <a:chExt cx="284" cy="284"/>
            </a:xfrm>
          </p:grpSpPr>
          <p:sp>
            <p:nvSpPr>
              <p:cNvPr id="136" name="Oval 54"/>
              <p:cNvSpPr>
                <a:spLocks noChangeArrowheads="1"/>
              </p:cNvSpPr>
              <p:nvPr/>
            </p:nvSpPr>
            <p:spPr bwMode="auto">
              <a:xfrm>
                <a:off x="2038" y="3015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7" name="Line 55"/>
              <p:cNvSpPr>
                <a:spLocks noChangeShapeType="1"/>
              </p:cNvSpPr>
              <p:nvPr/>
            </p:nvSpPr>
            <p:spPr bwMode="auto">
              <a:xfrm flipV="1">
                <a:off x="2048" y="3092"/>
                <a:ext cx="261" cy="135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3" name="Line 56"/>
            <p:cNvSpPr>
              <a:spLocks noChangeShapeType="1"/>
            </p:cNvSpPr>
            <p:nvPr/>
          </p:nvSpPr>
          <p:spPr bwMode="auto">
            <a:xfrm flipH="1" flipV="1">
              <a:off x="2277" y="2637"/>
              <a:ext cx="45" cy="1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4" name="Freeform 57"/>
            <p:cNvSpPr/>
            <p:nvPr/>
          </p:nvSpPr>
          <p:spPr bwMode="auto">
            <a:xfrm>
              <a:off x="1071" y="3233"/>
              <a:ext cx="720" cy="556"/>
            </a:xfrm>
            <a:custGeom>
              <a:avLst/>
              <a:gdLst>
                <a:gd name="T0" fmla="*/ 720 w 720"/>
                <a:gd name="T1" fmla="*/ 79 h 556"/>
                <a:gd name="T2" fmla="*/ 126 w 720"/>
                <a:gd name="T3" fmla="*/ 79 h 556"/>
                <a:gd name="T4" fmla="*/ 0 w 720"/>
                <a:gd name="T5" fmla="*/ 556 h 5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0" h="556">
                  <a:moveTo>
                    <a:pt x="720" y="79"/>
                  </a:moveTo>
                  <a:cubicBezTo>
                    <a:pt x="483" y="39"/>
                    <a:pt x="246" y="0"/>
                    <a:pt x="126" y="79"/>
                  </a:cubicBezTo>
                  <a:cubicBezTo>
                    <a:pt x="6" y="158"/>
                    <a:pt x="3" y="357"/>
                    <a:pt x="0" y="55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5" name="Group 58"/>
            <p:cNvGrpSpPr/>
            <p:nvPr/>
          </p:nvGrpSpPr>
          <p:grpSpPr bwMode="auto">
            <a:xfrm rot="334756">
              <a:off x="1031" y="3219"/>
              <a:ext cx="284" cy="284"/>
              <a:chOff x="1260" y="2620"/>
              <a:chExt cx="284" cy="284"/>
            </a:xfrm>
          </p:grpSpPr>
          <p:sp>
            <p:nvSpPr>
              <p:cNvPr id="134" name="Oval 59"/>
              <p:cNvSpPr>
                <a:spLocks noChangeArrowheads="1"/>
              </p:cNvSpPr>
              <p:nvPr/>
            </p:nvSpPr>
            <p:spPr bwMode="auto">
              <a:xfrm>
                <a:off x="1260" y="2620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B050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5" name="Line 60"/>
              <p:cNvSpPr>
                <a:spLocks noChangeShapeType="1"/>
              </p:cNvSpPr>
              <p:nvPr/>
            </p:nvSpPr>
            <p:spPr bwMode="auto">
              <a:xfrm>
                <a:off x="1274" y="2696"/>
                <a:ext cx="252" cy="135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6" name="Line 61"/>
            <p:cNvSpPr>
              <a:spLocks noChangeShapeType="1"/>
            </p:cNvSpPr>
            <p:nvPr/>
          </p:nvSpPr>
          <p:spPr bwMode="auto">
            <a:xfrm flipH="1">
              <a:off x="1071" y="3492"/>
              <a:ext cx="18" cy="1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7" name="Freeform 67"/>
            <p:cNvSpPr/>
            <p:nvPr/>
          </p:nvSpPr>
          <p:spPr bwMode="auto">
            <a:xfrm>
              <a:off x="1791" y="3303"/>
              <a:ext cx="702" cy="585"/>
            </a:xfrm>
            <a:custGeom>
              <a:avLst/>
              <a:gdLst>
                <a:gd name="T0" fmla="*/ 0 w 702"/>
                <a:gd name="T1" fmla="*/ 0 h 585"/>
                <a:gd name="T2" fmla="*/ 171 w 702"/>
                <a:gd name="T3" fmla="*/ 504 h 585"/>
                <a:gd name="T4" fmla="*/ 702 w 702"/>
                <a:gd name="T5" fmla="*/ 486 h 5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2" h="585">
                  <a:moveTo>
                    <a:pt x="0" y="0"/>
                  </a:moveTo>
                  <a:cubicBezTo>
                    <a:pt x="27" y="211"/>
                    <a:pt x="54" y="423"/>
                    <a:pt x="171" y="504"/>
                  </a:cubicBezTo>
                  <a:cubicBezTo>
                    <a:pt x="288" y="585"/>
                    <a:pt x="495" y="535"/>
                    <a:pt x="702" y="486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8" name="Group 69"/>
            <p:cNvGrpSpPr/>
            <p:nvPr/>
          </p:nvGrpSpPr>
          <p:grpSpPr bwMode="auto">
            <a:xfrm rot="1983163">
              <a:off x="1815" y="3650"/>
              <a:ext cx="284" cy="286"/>
              <a:chOff x="3435" y="3200"/>
              <a:chExt cx="284" cy="286"/>
            </a:xfrm>
          </p:grpSpPr>
          <p:sp>
            <p:nvSpPr>
              <p:cNvPr id="132" name="Oval 70"/>
              <p:cNvSpPr>
                <a:spLocks noChangeArrowheads="1"/>
              </p:cNvSpPr>
              <p:nvPr/>
            </p:nvSpPr>
            <p:spPr bwMode="auto">
              <a:xfrm>
                <a:off x="3435" y="3202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FF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3" name="Line 71"/>
              <p:cNvSpPr>
                <a:spLocks noChangeShapeType="1"/>
              </p:cNvSpPr>
              <p:nvPr/>
            </p:nvSpPr>
            <p:spPr bwMode="auto">
              <a:xfrm>
                <a:off x="3578" y="3200"/>
                <a:ext cx="0" cy="279"/>
              </a:xfrm>
              <a:prstGeom prst="line">
                <a:avLst/>
              </a:prstGeom>
              <a:noFill/>
              <a:ln w="28575">
                <a:solidFill>
                  <a:srgbClr val="FF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9" name="Line 72"/>
            <p:cNvSpPr>
              <a:spLocks noChangeShapeType="1"/>
            </p:cNvSpPr>
            <p:nvPr/>
          </p:nvSpPr>
          <p:spPr bwMode="auto">
            <a:xfrm>
              <a:off x="2088" y="3843"/>
              <a:ext cx="180" cy="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30" name="Object 46"/>
            <p:cNvGraphicFramePr>
              <a:graphicFrameLocks noChangeAspect="1"/>
            </p:cNvGraphicFramePr>
            <p:nvPr/>
          </p:nvGraphicFramePr>
          <p:xfrm>
            <a:off x="2207" y="3108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62" name="Equation" r:id="rId9" imgW="228600" imgH="406400" progId="Equation.DSMT4">
                    <p:embed/>
                  </p:oleObj>
                </mc:Choice>
                <mc:Fallback>
                  <p:oleObj name="Equation" r:id="rId9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07" y="3108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1" name="Object 46"/>
            <p:cNvGraphicFramePr>
              <a:graphicFrameLocks noChangeAspect="1"/>
            </p:cNvGraphicFramePr>
            <p:nvPr/>
          </p:nvGraphicFramePr>
          <p:xfrm>
            <a:off x="1511" y="3436"/>
            <a:ext cx="287" cy="5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63" name="Equation" r:id="rId10" imgW="228600" imgH="406400" progId="Equation.DSMT4">
                    <p:embed/>
                  </p:oleObj>
                </mc:Choice>
                <mc:Fallback>
                  <p:oleObj name="Equation" r:id="rId10" imgW="228600" imgH="406400" progId="Equation.DSMT4">
                    <p:embed/>
                    <p:pic>
                      <p:nvPicPr>
                        <p:cNvPr id="0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11" y="3436"/>
                          <a:ext cx="287" cy="5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8" name="组合 137"/>
          <p:cNvGrpSpPr/>
          <p:nvPr/>
        </p:nvGrpSpPr>
        <p:grpSpPr>
          <a:xfrm>
            <a:off x="4799856" y="1434686"/>
            <a:ext cx="3744912" cy="2746375"/>
            <a:chOff x="5076056" y="1631949"/>
            <a:chExt cx="3744912" cy="2746375"/>
          </a:xfrm>
        </p:grpSpPr>
        <p:grpSp>
          <p:nvGrpSpPr>
            <p:cNvPr id="139" name="Group 101"/>
            <p:cNvGrpSpPr/>
            <p:nvPr/>
          </p:nvGrpSpPr>
          <p:grpSpPr bwMode="auto">
            <a:xfrm>
              <a:off x="5076056" y="1631949"/>
              <a:ext cx="3744912" cy="2746375"/>
              <a:chOff x="2878" y="2381"/>
              <a:chExt cx="2359" cy="1730"/>
            </a:xfrm>
          </p:grpSpPr>
          <p:sp>
            <p:nvSpPr>
              <p:cNvPr id="143" name="Oval 102"/>
              <p:cNvSpPr>
                <a:spLocks noChangeArrowheads="1"/>
              </p:cNvSpPr>
              <p:nvPr/>
            </p:nvSpPr>
            <p:spPr bwMode="auto">
              <a:xfrm>
                <a:off x="4321" y="3589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FF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4" name="Oval 103"/>
              <p:cNvSpPr>
                <a:spLocks noChangeArrowheads="1"/>
              </p:cNvSpPr>
              <p:nvPr/>
            </p:nvSpPr>
            <p:spPr bwMode="auto">
              <a:xfrm>
                <a:off x="3842" y="2736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00FF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5" name="Oval 104"/>
              <p:cNvSpPr>
                <a:spLocks noChangeArrowheads="1"/>
              </p:cNvSpPr>
              <p:nvPr/>
            </p:nvSpPr>
            <p:spPr bwMode="auto">
              <a:xfrm>
                <a:off x="3361" y="3592"/>
                <a:ext cx="284" cy="284"/>
              </a:xfrm>
              <a:prstGeom prst="ellipse">
                <a:avLst/>
              </a:prstGeom>
              <a:solidFill>
                <a:schemeClr val="bg1"/>
              </a:solidFill>
              <a:ln w="28575" algn="ctr">
                <a:solidFill>
                  <a:srgbClr val="00B050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aphicFrame>
            <p:nvGraphicFramePr>
              <p:cNvPr id="146" name="Object 105"/>
              <p:cNvGraphicFramePr>
                <a:graphicFrameLocks noChangeAspect="1"/>
              </p:cNvGraphicFramePr>
              <p:nvPr/>
            </p:nvGraphicFramePr>
            <p:xfrm>
              <a:off x="4201" y="2657"/>
              <a:ext cx="749" cy="52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64" name="Equation" r:id="rId11" imgW="14325600" imgH="10058400" progId="Equation.DSMT4">
                      <p:embed/>
                    </p:oleObj>
                  </mc:Choice>
                  <mc:Fallback>
                    <p:oleObj name="Equation" r:id="rId11" imgW="14325600" imgH="10058400" progId="Equation.DSMT4">
                      <p:embed/>
                      <p:pic>
                        <p:nvPicPr>
                          <p:cNvPr id="0" name="Object 10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201" y="2657"/>
                            <a:ext cx="749" cy="52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7" name="Object 106"/>
              <p:cNvGraphicFramePr>
                <a:graphicFrameLocks noChangeAspect="1"/>
              </p:cNvGraphicFramePr>
              <p:nvPr/>
            </p:nvGraphicFramePr>
            <p:xfrm>
              <a:off x="4487" y="3252"/>
              <a:ext cx="750" cy="52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65" name="Equation" r:id="rId13" imgW="596900" imgH="419100" progId="Equation.DSMT4">
                      <p:embed/>
                    </p:oleObj>
                  </mc:Choice>
                  <mc:Fallback>
                    <p:oleObj name="Equation" r:id="rId13" imgW="596900" imgH="419100" progId="Equation.DSMT4">
                      <p:embed/>
                      <p:pic>
                        <p:nvPicPr>
                          <p:cNvPr id="0" name="Object 10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487" y="3252"/>
                            <a:ext cx="750" cy="52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8" name="Object 107"/>
              <p:cNvGraphicFramePr>
                <a:graphicFrameLocks noChangeAspect="1"/>
              </p:cNvGraphicFramePr>
              <p:nvPr/>
            </p:nvGraphicFramePr>
            <p:xfrm>
              <a:off x="2878" y="3076"/>
              <a:ext cx="747" cy="52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66" name="Equation" r:id="rId15" imgW="596900" imgH="419100" progId="Equation.DSMT4">
                      <p:embed/>
                    </p:oleObj>
                  </mc:Choice>
                  <mc:Fallback>
                    <p:oleObj name="Equation" r:id="rId15" imgW="596900" imgH="419100" progId="Equation.DSMT4">
                      <p:embed/>
                      <p:pic>
                        <p:nvPicPr>
                          <p:cNvPr id="0" name="Object 10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8" y="3076"/>
                            <a:ext cx="747" cy="52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85" name="Line 108"/>
              <p:cNvSpPr>
                <a:spLocks noChangeShapeType="1"/>
              </p:cNvSpPr>
              <p:nvPr/>
            </p:nvSpPr>
            <p:spPr bwMode="auto">
              <a:xfrm flipV="1">
                <a:off x="3991" y="2543"/>
                <a:ext cx="0" cy="86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86" name="Line 109"/>
              <p:cNvSpPr>
                <a:spLocks noChangeShapeType="1"/>
              </p:cNvSpPr>
              <p:nvPr/>
            </p:nvSpPr>
            <p:spPr bwMode="auto">
              <a:xfrm flipH="1">
                <a:off x="3262" y="3407"/>
                <a:ext cx="743" cy="49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87" name="Line 110"/>
              <p:cNvSpPr>
                <a:spLocks noChangeShapeType="1"/>
              </p:cNvSpPr>
              <p:nvPr/>
            </p:nvSpPr>
            <p:spPr bwMode="auto">
              <a:xfrm>
                <a:off x="3986" y="3407"/>
                <a:ext cx="707" cy="48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88" name="Text Box 111"/>
              <p:cNvSpPr txBox="1">
                <a:spLocks noChangeArrowheads="1"/>
              </p:cNvSpPr>
              <p:nvPr/>
            </p:nvSpPr>
            <p:spPr bwMode="auto">
              <a:xfrm>
                <a:off x="4009" y="2381"/>
                <a:ext cx="252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en-US" altLang="zh-CN" dirty="0"/>
                  <a:t>A</a:t>
                </a:r>
                <a:endParaRPr kumimoji="1" lang="en-US" altLang="zh-CN" dirty="0"/>
              </a:p>
            </p:txBody>
          </p:sp>
          <p:sp>
            <p:nvSpPr>
              <p:cNvPr id="189" name="Text Box 112"/>
              <p:cNvSpPr txBox="1">
                <a:spLocks noChangeArrowheads="1"/>
              </p:cNvSpPr>
              <p:nvPr/>
            </p:nvSpPr>
            <p:spPr bwMode="auto">
              <a:xfrm>
                <a:off x="4689" y="3781"/>
                <a:ext cx="252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en-US" altLang="zh-CN" dirty="0"/>
                  <a:t>B</a:t>
                </a:r>
                <a:endParaRPr kumimoji="1" lang="en-US" altLang="zh-CN" dirty="0"/>
              </a:p>
            </p:txBody>
          </p:sp>
          <p:sp>
            <p:nvSpPr>
              <p:cNvPr id="190" name="Text Box 113"/>
              <p:cNvSpPr txBox="1">
                <a:spLocks noChangeArrowheads="1"/>
              </p:cNvSpPr>
              <p:nvPr/>
            </p:nvSpPr>
            <p:spPr bwMode="auto">
              <a:xfrm>
                <a:off x="3033" y="3745"/>
                <a:ext cx="252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en-US" altLang="zh-CN" dirty="0"/>
                  <a:t>C</a:t>
                </a:r>
                <a:endParaRPr kumimoji="1" lang="en-US" altLang="zh-CN" dirty="0"/>
              </a:p>
            </p:txBody>
          </p:sp>
          <p:sp>
            <p:nvSpPr>
              <p:cNvPr id="191" name="Rectangle 114"/>
              <p:cNvSpPr>
                <a:spLocks noChangeArrowheads="1"/>
              </p:cNvSpPr>
              <p:nvPr/>
            </p:nvSpPr>
            <p:spPr bwMode="auto">
              <a:xfrm rot="-5400000">
                <a:off x="3892" y="3209"/>
                <a:ext cx="198" cy="81"/>
              </a:xfrm>
              <a:prstGeom prst="rect">
                <a:avLst/>
              </a:prstGeom>
              <a:solidFill>
                <a:schemeClr val="bg1"/>
              </a:solidFill>
              <a:ln w="28575" algn="ctr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2" name="Rectangle 115"/>
              <p:cNvSpPr>
                <a:spLocks noChangeArrowheads="1"/>
              </p:cNvSpPr>
              <p:nvPr/>
            </p:nvSpPr>
            <p:spPr bwMode="auto">
              <a:xfrm rot="-1873433">
                <a:off x="3762" y="3457"/>
                <a:ext cx="198" cy="81"/>
              </a:xfrm>
              <a:prstGeom prst="rect">
                <a:avLst/>
              </a:prstGeom>
              <a:solidFill>
                <a:schemeClr val="bg1"/>
              </a:solidFill>
              <a:ln w="28575" algn="ctr">
                <a:solidFill>
                  <a:srgbClr val="00B050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3" name="Rectangle 116"/>
              <p:cNvSpPr>
                <a:spLocks noChangeArrowheads="1"/>
              </p:cNvSpPr>
              <p:nvPr/>
            </p:nvSpPr>
            <p:spPr bwMode="auto">
              <a:xfrm rot="1988745" flipH="1">
                <a:off x="4046" y="3462"/>
                <a:ext cx="198" cy="81"/>
              </a:xfrm>
              <a:prstGeom prst="rect">
                <a:avLst/>
              </a:prstGeom>
              <a:solidFill>
                <a:schemeClr val="bg1"/>
              </a:solidFill>
              <a:ln w="28575" algn="ctr">
                <a:solidFill>
                  <a:srgbClr val="FF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aphicFrame>
            <p:nvGraphicFramePr>
              <p:cNvPr id="194" name="Object 117"/>
              <p:cNvGraphicFramePr>
                <a:graphicFrameLocks noChangeAspect="1"/>
              </p:cNvGraphicFramePr>
              <p:nvPr/>
            </p:nvGraphicFramePr>
            <p:xfrm>
              <a:off x="3600" y="2940"/>
              <a:ext cx="287" cy="50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67" name="Equation" r:id="rId17" imgW="228600" imgH="406400" progId="Equation.DSMT4">
                      <p:embed/>
                    </p:oleObj>
                  </mc:Choice>
                  <mc:Fallback>
                    <p:oleObj name="Equation" r:id="rId17" imgW="228600" imgH="406400" progId="Equation.DSMT4">
                      <p:embed/>
                      <p:pic>
                        <p:nvPicPr>
                          <p:cNvPr id="0" name="Object 11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600" y="2940"/>
                            <a:ext cx="287" cy="50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95" name="Text Box 118"/>
              <p:cNvSpPr txBox="1">
                <a:spLocks noChangeArrowheads="1"/>
              </p:cNvSpPr>
              <p:nvPr/>
            </p:nvSpPr>
            <p:spPr bwMode="auto">
              <a:xfrm>
                <a:off x="3987" y="2538"/>
                <a:ext cx="30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r>
                  <a:rPr kumimoji="1" lang="en-US" altLang="zh-CN" sz="2400" dirty="0"/>
                  <a:t>+</a:t>
                </a:r>
                <a:endParaRPr kumimoji="1" lang="en-US" altLang="zh-CN" sz="2400" dirty="0"/>
              </a:p>
            </p:txBody>
          </p:sp>
          <p:sp>
            <p:nvSpPr>
              <p:cNvPr id="196" name="Text Box 119"/>
              <p:cNvSpPr txBox="1">
                <a:spLocks noChangeArrowheads="1"/>
              </p:cNvSpPr>
              <p:nvPr/>
            </p:nvSpPr>
            <p:spPr bwMode="auto">
              <a:xfrm>
                <a:off x="3965" y="2831"/>
                <a:ext cx="30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r>
                  <a:rPr kumimoji="1" lang="en-US" altLang="zh-CN" sz="2400" dirty="0"/>
                  <a:t>_</a:t>
                </a:r>
                <a:endParaRPr kumimoji="1" lang="en-US" altLang="zh-CN" sz="2400" dirty="0"/>
              </a:p>
            </p:txBody>
          </p:sp>
          <p:sp>
            <p:nvSpPr>
              <p:cNvPr id="197" name="Text Box 120"/>
              <p:cNvSpPr txBox="1">
                <a:spLocks noChangeArrowheads="1"/>
              </p:cNvSpPr>
              <p:nvPr/>
            </p:nvSpPr>
            <p:spPr bwMode="auto">
              <a:xfrm>
                <a:off x="3101" y="3560"/>
                <a:ext cx="30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r>
                  <a:rPr kumimoji="1" lang="en-US" altLang="zh-CN" sz="2400"/>
                  <a:t>+</a:t>
                </a:r>
                <a:endParaRPr kumimoji="1" lang="en-US" altLang="zh-CN" sz="2400"/>
              </a:p>
            </p:txBody>
          </p:sp>
          <p:sp>
            <p:nvSpPr>
              <p:cNvPr id="198" name="Text Box 121"/>
              <p:cNvSpPr txBox="1">
                <a:spLocks noChangeArrowheads="1"/>
              </p:cNvSpPr>
              <p:nvPr/>
            </p:nvSpPr>
            <p:spPr bwMode="auto">
              <a:xfrm>
                <a:off x="3430" y="3268"/>
                <a:ext cx="30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r>
                  <a:rPr kumimoji="1" lang="en-US" altLang="zh-CN" sz="2400"/>
                  <a:t>_</a:t>
                </a:r>
                <a:endParaRPr kumimoji="1" lang="en-US" altLang="zh-CN" sz="2400"/>
              </a:p>
            </p:txBody>
          </p:sp>
          <p:sp>
            <p:nvSpPr>
              <p:cNvPr id="199" name="Text Box 122"/>
              <p:cNvSpPr txBox="1">
                <a:spLocks noChangeArrowheads="1"/>
              </p:cNvSpPr>
              <p:nvPr/>
            </p:nvSpPr>
            <p:spPr bwMode="auto">
              <a:xfrm>
                <a:off x="4550" y="3596"/>
                <a:ext cx="30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r>
                  <a:rPr kumimoji="1" lang="en-US" altLang="zh-CN" sz="2400"/>
                  <a:t>+</a:t>
                </a:r>
                <a:endParaRPr kumimoji="1" lang="en-US" altLang="zh-CN" sz="2400"/>
              </a:p>
            </p:txBody>
          </p:sp>
          <p:sp>
            <p:nvSpPr>
              <p:cNvPr id="200" name="Text Box 123"/>
              <p:cNvSpPr txBox="1">
                <a:spLocks noChangeArrowheads="1"/>
              </p:cNvSpPr>
              <p:nvPr/>
            </p:nvSpPr>
            <p:spPr bwMode="auto">
              <a:xfrm>
                <a:off x="4186" y="3286"/>
                <a:ext cx="30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r>
                  <a:rPr kumimoji="1" lang="en-US" altLang="zh-CN" sz="2400"/>
                  <a:t>_</a:t>
                </a:r>
                <a:endParaRPr kumimoji="1" lang="en-US" altLang="zh-CN" sz="2400"/>
              </a:p>
            </p:txBody>
          </p:sp>
        </p:grpSp>
        <p:sp>
          <p:nvSpPr>
            <p:cNvPr id="140" name="Line 143"/>
            <p:cNvSpPr>
              <a:spLocks noChangeShapeType="1"/>
            </p:cNvSpPr>
            <p:nvPr/>
          </p:nvSpPr>
          <p:spPr bwMode="auto">
            <a:xfrm rot="5400000">
              <a:off x="5929734" y="3592909"/>
              <a:ext cx="271462" cy="41989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1" name="Line 145"/>
            <p:cNvSpPr>
              <a:spLocks noChangeShapeType="1"/>
            </p:cNvSpPr>
            <p:nvPr/>
          </p:nvSpPr>
          <p:spPr bwMode="auto">
            <a:xfrm rot="5400000" flipH="1">
              <a:off x="7433926" y="3546041"/>
              <a:ext cx="278607" cy="423935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2" name="Line 144"/>
            <p:cNvSpPr>
              <a:spLocks noChangeShapeType="1"/>
            </p:cNvSpPr>
            <p:nvPr/>
          </p:nvSpPr>
          <p:spPr bwMode="auto">
            <a:xfrm rot="5400000">
              <a:off x="6614344" y="2424113"/>
              <a:ext cx="457200" cy="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5" name="Rectangle 3"/>
          <p:cNvSpPr txBox="1">
            <a:spLocks noChangeArrowheads="1"/>
          </p:cNvSpPr>
          <p:nvPr/>
        </p:nvSpPr>
        <p:spPr>
          <a:xfrm>
            <a:off x="551384" y="900584"/>
            <a:ext cx="2880618" cy="58420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9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FontTx/>
              <a:buNone/>
            </a:pP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b="1" kern="0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</a:t>
            </a:r>
            <a:endParaRPr lang="zh-CN" altLang="en-US" kern="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46" name="组合 245"/>
          <p:cNvGrpSpPr/>
          <p:nvPr/>
        </p:nvGrpSpPr>
        <p:grpSpPr>
          <a:xfrm>
            <a:off x="8904312" y="1246175"/>
            <a:ext cx="3179976" cy="3269947"/>
            <a:chOff x="5920983" y="3541085"/>
            <a:chExt cx="3179976" cy="3269947"/>
          </a:xfrm>
        </p:grpSpPr>
        <p:sp>
          <p:nvSpPr>
            <p:cNvPr id="291" name="Text Box 10"/>
            <p:cNvSpPr txBox="1">
              <a:spLocks noChangeArrowheads="1"/>
            </p:cNvSpPr>
            <p:nvPr/>
          </p:nvSpPr>
          <p:spPr bwMode="auto">
            <a:xfrm>
              <a:off x="7055982" y="4876878"/>
              <a:ext cx="12037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dirty="0"/>
                <a:t> </a:t>
              </a:r>
              <a:r>
                <a:rPr lang="en-US" altLang="zh-CN" sz="2800" b="1" dirty="0">
                  <a:latin typeface="宋体" panose="02010600030101010101" pitchFamily="2" charset="-122"/>
                </a:rPr>
                <a:t>-</a:t>
              </a:r>
              <a:r>
                <a:rPr lang="en-US" altLang="zh-CN" sz="2800" b="1" dirty="0"/>
                <a:t>30°</a:t>
              </a:r>
              <a:endParaRPr lang="en-US" altLang="zh-CN" sz="2800" b="1" dirty="0"/>
            </a:p>
          </p:txBody>
        </p:sp>
        <p:grpSp>
          <p:nvGrpSpPr>
            <p:cNvPr id="292" name="组合 291"/>
            <p:cNvGrpSpPr/>
            <p:nvPr/>
          </p:nvGrpSpPr>
          <p:grpSpPr>
            <a:xfrm>
              <a:off x="5920983" y="3541085"/>
              <a:ext cx="2991242" cy="3134911"/>
              <a:chOff x="5181485" y="1986307"/>
              <a:chExt cx="2991242" cy="3134911"/>
            </a:xfrm>
          </p:grpSpPr>
          <p:sp>
            <p:nvSpPr>
              <p:cNvPr id="302" name="Line 19"/>
              <p:cNvSpPr>
                <a:spLocks noChangeShapeType="1"/>
              </p:cNvSpPr>
              <p:nvPr/>
            </p:nvSpPr>
            <p:spPr bwMode="auto">
              <a:xfrm rot="7106826" flipV="1">
                <a:off x="4832350" y="3974827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03" name="Line 20"/>
              <p:cNvSpPr>
                <a:spLocks noChangeShapeType="1"/>
              </p:cNvSpPr>
              <p:nvPr/>
            </p:nvSpPr>
            <p:spPr bwMode="auto">
              <a:xfrm rot="14282560" flipV="1">
                <a:off x="4792663" y="2755627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04" name="Line 21"/>
              <p:cNvSpPr>
                <a:spLocks noChangeShapeType="1"/>
              </p:cNvSpPr>
              <p:nvPr/>
            </p:nvSpPr>
            <p:spPr bwMode="auto">
              <a:xfrm flipV="1">
                <a:off x="5908675" y="3373165"/>
                <a:ext cx="1465263" cy="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305" name="Object 18"/>
              <p:cNvGraphicFramePr>
                <a:graphicFrameLocks noChangeAspect="1"/>
              </p:cNvGraphicFramePr>
              <p:nvPr/>
            </p:nvGraphicFramePr>
            <p:xfrm>
              <a:off x="7566302" y="3053735"/>
              <a:ext cx="6064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68" name="Equation" r:id="rId20" imgW="5486400" imgH="5791200" progId="Equation.DSMT4">
                      <p:embed/>
                    </p:oleObj>
                  </mc:Choice>
                  <mc:Fallback>
                    <p:oleObj name="Equation" r:id="rId20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1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7566302" y="3053735"/>
                            <a:ext cx="6064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6" name="Object 18"/>
              <p:cNvGraphicFramePr>
                <a:graphicFrameLocks noChangeAspect="1"/>
              </p:cNvGraphicFramePr>
              <p:nvPr/>
            </p:nvGraphicFramePr>
            <p:xfrm>
              <a:off x="5400398" y="1986307"/>
              <a:ext cx="604838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69" name="Equation" r:id="rId22" imgW="5486400" imgH="5791200" progId="Equation.DSMT4">
                      <p:embed/>
                    </p:oleObj>
                  </mc:Choice>
                  <mc:Fallback>
                    <p:oleObj name="Equation" r:id="rId22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3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400398" y="1986307"/>
                            <a:ext cx="604838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7" name="Object 18"/>
              <p:cNvGraphicFramePr>
                <a:graphicFrameLocks noChangeAspect="1"/>
              </p:cNvGraphicFramePr>
              <p:nvPr/>
            </p:nvGraphicFramePr>
            <p:xfrm>
              <a:off x="5181485" y="4483043"/>
              <a:ext cx="6064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70" name="Equation" r:id="rId24" imgW="5486400" imgH="5791200" progId="Equation.DSMT4">
                      <p:embed/>
                    </p:oleObj>
                  </mc:Choice>
                  <mc:Fallback>
                    <p:oleObj name="Equation" r:id="rId24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81485" y="4483043"/>
                            <a:ext cx="6064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293" name="Line 20"/>
            <p:cNvSpPr>
              <a:spLocks noChangeShapeType="1"/>
            </p:cNvSpPr>
            <p:nvPr/>
          </p:nvSpPr>
          <p:spPr bwMode="auto">
            <a:xfrm rot="3482560" flipV="1">
              <a:off x="7723765" y="5582996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prstDash val="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294" name="组合 293"/>
            <p:cNvGrpSpPr/>
            <p:nvPr/>
          </p:nvGrpSpPr>
          <p:grpSpPr>
            <a:xfrm>
              <a:off x="6648173" y="4920945"/>
              <a:ext cx="2452786" cy="1890087"/>
              <a:chOff x="6162497" y="4980958"/>
              <a:chExt cx="2452786" cy="1890087"/>
            </a:xfrm>
          </p:grpSpPr>
          <p:graphicFrame>
            <p:nvGraphicFramePr>
              <p:cNvPr id="300" name="Object 18"/>
              <p:cNvGraphicFramePr>
                <a:graphicFrameLocks noChangeAspect="1"/>
              </p:cNvGraphicFramePr>
              <p:nvPr/>
            </p:nvGraphicFramePr>
            <p:xfrm>
              <a:off x="7129383" y="6232870"/>
              <a:ext cx="1485900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71" name="Equation" r:id="rId26" imgW="13411200" imgH="5791200" progId="Equation.DSMT4">
                      <p:embed/>
                    </p:oleObj>
                  </mc:Choice>
                  <mc:Fallback>
                    <p:oleObj name="Equation" r:id="rId26" imgW="134112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7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7129383" y="6232870"/>
                            <a:ext cx="1485900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01" name="Line 16"/>
              <p:cNvSpPr>
                <a:spLocks noChangeShapeType="1"/>
              </p:cNvSpPr>
              <p:nvPr/>
            </p:nvSpPr>
            <p:spPr bwMode="auto">
              <a:xfrm rot="10800000" flipH="1" flipV="1">
                <a:off x="6162497" y="4980958"/>
                <a:ext cx="2241550" cy="125412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95" name="组合 294"/>
            <p:cNvGrpSpPr/>
            <p:nvPr/>
          </p:nvGrpSpPr>
          <p:grpSpPr>
            <a:xfrm>
              <a:off x="6549910" y="4830552"/>
              <a:ext cx="841375" cy="1704321"/>
              <a:chOff x="6064234" y="4890565"/>
              <a:chExt cx="841375" cy="1704321"/>
            </a:xfrm>
          </p:grpSpPr>
          <p:sp>
            <p:nvSpPr>
              <p:cNvPr id="298" name="Line 20"/>
              <p:cNvSpPr>
                <a:spLocks noChangeShapeType="1"/>
              </p:cNvSpPr>
              <p:nvPr/>
            </p:nvSpPr>
            <p:spPr bwMode="auto">
              <a:xfrm rot="3482560" flipV="1">
                <a:off x="5824478" y="5621609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299" name="Object 18"/>
              <p:cNvGraphicFramePr>
                <a:graphicFrameLocks noChangeAspect="1"/>
              </p:cNvGraphicFramePr>
              <p:nvPr/>
            </p:nvGraphicFramePr>
            <p:xfrm>
              <a:off x="6064234" y="5956711"/>
              <a:ext cx="84137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7472" name="Equation" r:id="rId28" imgW="7620000" imgH="5791200" progId="Equation.DSMT4">
                      <p:embed/>
                    </p:oleObj>
                  </mc:Choice>
                  <mc:Fallback>
                    <p:oleObj name="Equation" r:id="rId28" imgW="76200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9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064234" y="5956711"/>
                            <a:ext cx="84137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cxnSp>
          <p:nvCxnSpPr>
            <p:cNvPr id="296" name="直接连接符 295"/>
            <p:cNvCxnSpPr/>
            <p:nvPr/>
          </p:nvCxnSpPr>
          <p:spPr bwMode="auto">
            <a:xfrm flipH="1">
              <a:off x="7723835" y="4920945"/>
              <a:ext cx="334342" cy="609454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C0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graphicFrame>
          <p:nvGraphicFramePr>
            <p:cNvPr id="297" name="Object 18"/>
            <p:cNvGraphicFramePr>
              <a:graphicFrameLocks noChangeAspect="1"/>
            </p:cNvGraphicFramePr>
            <p:nvPr/>
          </p:nvGraphicFramePr>
          <p:xfrm>
            <a:off x="7380804" y="5608333"/>
            <a:ext cx="493712" cy="468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73" name="Equation" r:id="rId30" imgW="5791200" imgH="5486400" progId="Equation.DSMT4">
                    <p:embed/>
                  </p:oleObj>
                </mc:Choice>
                <mc:Fallback>
                  <p:oleObj name="Equation" r:id="rId30" imgW="5791200" imgH="54864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80804" y="5608333"/>
                          <a:ext cx="493712" cy="46831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308" name="Object 18"/>
          <p:cNvGraphicFramePr>
            <a:graphicFrameLocks noChangeAspect="1"/>
          </p:cNvGraphicFramePr>
          <p:nvPr/>
        </p:nvGraphicFramePr>
        <p:xfrm>
          <a:off x="8147208" y="4618807"/>
          <a:ext cx="4016375" cy="673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7474" name="Equation" r:id="rId32" imgW="36271200" imgH="6096000" progId="Equation.DSMT4">
                  <p:embed/>
                </p:oleObj>
              </mc:Choice>
              <mc:Fallback>
                <p:oleObj name="Equation" r:id="rId32" imgW="36271200" imgH="60960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47208" y="4618807"/>
                        <a:ext cx="4016375" cy="6731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9" name="矩形 308"/>
          <p:cNvSpPr/>
          <p:nvPr/>
        </p:nvSpPr>
        <p:spPr>
          <a:xfrm>
            <a:off x="7508516" y="5766334"/>
            <a:ext cx="3229417" cy="954107"/>
          </a:xfrm>
          <a:prstGeom prst="rect">
            <a:avLst/>
          </a:prstGeom>
          <a:ln w="38100"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 algn="ctr" eaLnBrk="1" hangingPunct="1"/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相当于电源、负载</a:t>
            </a:r>
            <a:endParaRPr lang="en-US" altLang="zh-CN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algn="ctr" eaLnBrk="1" hangingPunct="1"/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分别单独变换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pSp>
        <p:nvGrpSpPr>
          <p:cNvPr id="310" name="组合 309"/>
          <p:cNvGrpSpPr/>
          <p:nvPr/>
        </p:nvGrpSpPr>
        <p:grpSpPr>
          <a:xfrm>
            <a:off x="2186832" y="4070326"/>
            <a:ext cx="4409945" cy="2746375"/>
            <a:chOff x="4246561" y="1111331"/>
            <a:chExt cx="4409945" cy="2746375"/>
          </a:xfrm>
        </p:grpSpPr>
        <p:graphicFrame>
          <p:nvGraphicFramePr>
            <p:cNvPr id="311" name="Object 105"/>
            <p:cNvGraphicFramePr>
              <a:graphicFrameLocks noChangeAspect="1"/>
            </p:cNvGraphicFramePr>
            <p:nvPr/>
          </p:nvGraphicFramePr>
          <p:xfrm>
            <a:off x="6686088" y="1559006"/>
            <a:ext cx="1443037" cy="8826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75" name="Equation" r:id="rId34" imgW="17373600" imgH="10668000" progId="Equation.DSMT4">
                    <p:embed/>
                  </p:oleObj>
                </mc:Choice>
                <mc:Fallback>
                  <p:oleObj name="Equation" r:id="rId34" imgW="17373600" imgH="10668000" progId="Equation.DSMT4">
                    <p:embed/>
                    <p:pic>
                      <p:nvPicPr>
                        <p:cNvPr id="0" name="Object 10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686088" y="1559006"/>
                          <a:ext cx="1443037" cy="88265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12" name="Object 106"/>
            <p:cNvGraphicFramePr>
              <a:graphicFrameLocks noChangeAspect="1"/>
            </p:cNvGraphicFramePr>
            <p:nvPr/>
          </p:nvGraphicFramePr>
          <p:xfrm>
            <a:off x="7211881" y="2511359"/>
            <a:ext cx="1444625" cy="8794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76" name="Equation" r:id="rId36" imgW="17373600" imgH="10668000" progId="Equation.DSMT4">
                    <p:embed/>
                  </p:oleObj>
                </mc:Choice>
                <mc:Fallback>
                  <p:oleObj name="Equation" r:id="rId36" imgW="17373600" imgH="10668000" progId="Equation.DSMT4">
                    <p:embed/>
                    <p:pic>
                      <p:nvPicPr>
                        <p:cNvPr id="0" name="Object 10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11881" y="2511359"/>
                          <a:ext cx="1444625" cy="8794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13" name="Object 107"/>
            <p:cNvGraphicFramePr>
              <a:graphicFrameLocks noChangeAspect="1"/>
            </p:cNvGraphicFramePr>
            <p:nvPr/>
          </p:nvGraphicFramePr>
          <p:xfrm>
            <a:off x="4246561" y="2165432"/>
            <a:ext cx="1438275" cy="8810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7477" name="Equation" r:id="rId38" imgW="17373600" imgH="10668000" progId="Equation.DSMT4">
                    <p:embed/>
                  </p:oleObj>
                </mc:Choice>
                <mc:Fallback>
                  <p:oleObj name="Equation" r:id="rId38" imgW="17373600" imgH="10668000" progId="Equation.DSMT4">
                    <p:embed/>
                    <p:pic>
                      <p:nvPicPr>
                        <p:cNvPr id="0" name="Object 10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246561" y="2165432"/>
                          <a:ext cx="1438275" cy="8810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314" name="组合 313"/>
            <p:cNvGrpSpPr/>
            <p:nvPr/>
          </p:nvGrpSpPr>
          <p:grpSpPr>
            <a:xfrm>
              <a:off x="4769183" y="1111331"/>
              <a:ext cx="3028950" cy="2746375"/>
              <a:chOff x="5322119" y="1631949"/>
              <a:chExt cx="3028950" cy="2746375"/>
            </a:xfrm>
          </p:grpSpPr>
          <p:grpSp>
            <p:nvGrpSpPr>
              <p:cNvPr id="315" name="Group 101"/>
              <p:cNvGrpSpPr/>
              <p:nvPr/>
            </p:nvGrpSpPr>
            <p:grpSpPr bwMode="auto">
              <a:xfrm>
                <a:off x="5322119" y="1631949"/>
                <a:ext cx="3028950" cy="2746375"/>
                <a:chOff x="3033" y="2381"/>
                <a:chExt cx="1908" cy="1730"/>
              </a:xfrm>
            </p:grpSpPr>
            <p:sp>
              <p:nvSpPr>
                <p:cNvPr id="319" name="Oval 102"/>
                <p:cNvSpPr>
                  <a:spLocks noChangeArrowheads="1"/>
                </p:cNvSpPr>
                <p:nvPr/>
              </p:nvSpPr>
              <p:spPr bwMode="auto">
                <a:xfrm>
                  <a:off x="4321" y="3589"/>
                  <a:ext cx="284" cy="284"/>
                </a:xfrm>
                <a:prstGeom prst="ellipse">
                  <a:avLst/>
                </a:prstGeom>
                <a:solidFill>
                  <a:schemeClr val="bg1"/>
                </a:solidFill>
                <a:ln w="28575" algn="ctr">
                  <a:solidFill>
                    <a:srgbClr val="FF00FF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320" name="Oval 103"/>
                <p:cNvSpPr>
                  <a:spLocks noChangeArrowheads="1"/>
                </p:cNvSpPr>
                <p:nvPr/>
              </p:nvSpPr>
              <p:spPr bwMode="auto">
                <a:xfrm>
                  <a:off x="3842" y="2736"/>
                  <a:ext cx="284" cy="284"/>
                </a:xfrm>
                <a:prstGeom prst="ellipse">
                  <a:avLst/>
                </a:prstGeom>
                <a:solidFill>
                  <a:schemeClr val="bg1"/>
                </a:solidFill>
                <a:ln w="28575" algn="ctr">
                  <a:solidFill>
                    <a:srgbClr val="0000FF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321" name="Oval 104"/>
                <p:cNvSpPr>
                  <a:spLocks noChangeArrowheads="1"/>
                </p:cNvSpPr>
                <p:nvPr/>
              </p:nvSpPr>
              <p:spPr bwMode="auto">
                <a:xfrm>
                  <a:off x="3361" y="3592"/>
                  <a:ext cx="284" cy="284"/>
                </a:xfrm>
                <a:prstGeom prst="ellipse">
                  <a:avLst/>
                </a:prstGeom>
                <a:solidFill>
                  <a:schemeClr val="bg1"/>
                </a:solidFill>
                <a:ln w="28575" algn="ctr">
                  <a:solidFill>
                    <a:srgbClr val="00B050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322" name="Line 108"/>
                <p:cNvSpPr>
                  <a:spLocks noChangeShapeType="1"/>
                </p:cNvSpPr>
                <p:nvPr/>
              </p:nvSpPr>
              <p:spPr bwMode="auto">
                <a:xfrm flipV="1">
                  <a:off x="3991" y="2543"/>
                  <a:ext cx="0" cy="86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3" name="Line 109"/>
                <p:cNvSpPr>
                  <a:spLocks noChangeShapeType="1"/>
                </p:cNvSpPr>
                <p:nvPr/>
              </p:nvSpPr>
              <p:spPr bwMode="auto">
                <a:xfrm flipH="1">
                  <a:off x="3262" y="3407"/>
                  <a:ext cx="743" cy="495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4" name="Line 110"/>
                <p:cNvSpPr>
                  <a:spLocks noChangeShapeType="1"/>
                </p:cNvSpPr>
                <p:nvPr/>
              </p:nvSpPr>
              <p:spPr bwMode="auto">
                <a:xfrm>
                  <a:off x="3986" y="3407"/>
                  <a:ext cx="707" cy="48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5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4009" y="2381"/>
                  <a:ext cx="252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dirty="0"/>
                    <a:t>A</a:t>
                  </a:r>
                  <a:endParaRPr kumimoji="1" lang="en-US" altLang="zh-CN" dirty="0"/>
                </a:p>
              </p:txBody>
            </p:sp>
            <p:sp>
              <p:nvSpPr>
                <p:cNvPr id="326" name="Text Box 112"/>
                <p:cNvSpPr txBox="1">
                  <a:spLocks noChangeArrowheads="1"/>
                </p:cNvSpPr>
                <p:nvPr/>
              </p:nvSpPr>
              <p:spPr bwMode="auto">
                <a:xfrm>
                  <a:off x="4689" y="3781"/>
                  <a:ext cx="252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dirty="0"/>
                    <a:t>B</a:t>
                  </a:r>
                  <a:endParaRPr kumimoji="1" lang="en-US" altLang="zh-CN" dirty="0"/>
                </a:p>
              </p:txBody>
            </p:sp>
            <p:sp>
              <p:nvSpPr>
                <p:cNvPr id="327" name="Text Box 113"/>
                <p:cNvSpPr txBox="1">
                  <a:spLocks noChangeArrowheads="1"/>
                </p:cNvSpPr>
                <p:nvPr/>
              </p:nvSpPr>
              <p:spPr bwMode="auto">
                <a:xfrm>
                  <a:off x="3033" y="3745"/>
                  <a:ext cx="252" cy="33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FF0000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algn="l" eaLnBrk="1" hangingPunct="1"/>
                  <a:r>
                    <a:rPr kumimoji="1" lang="en-US" altLang="zh-CN" dirty="0"/>
                    <a:t>C</a:t>
                  </a:r>
                  <a:endParaRPr kumimoji="1" lang="en-US" altLang="zh-CN" dirty="0"/>
                </a:p>
              </p:txBody>
            </p:sp>
            <p:sp>
              <p:nvSpPr>
                <p:cNvPr id="328" name="Rectangle 114"/>
                <p:cNvSpPr>
                  <a:spLocks noChangeArrowheads="1"/>
                </p:cNvSpPr>
                <p:nvPr/>
              </p:nvSpPr>
              <p:spPr bwMode="auto">
                <a:xfrm rot="-5400000">
                  <a:off x="3892" y="3209"/>
                  <a:ext cx="198" cy="81"/>
                </a:xfrm>
                <a:prstGeom prst="rect">
                  <a:avLst/>
                </a:prstGeom>
                <a:solidFill>
                  <a:schemeClr val="bg1"/>
                </a:solidFill>
                <a:ln w="28575" algn="ctr">
                  <a:solidFill>
                    <a:srgbClr val="0000FF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329" name="Rectangle 115"/>
                <p:cNvSpPr>
                  <a:spLocks noChangeArrowheads="1"/>
                </p:cNvSpPr>
                <p:nvPr/>
              </p:nvSpPr>
              <p:spPr bwMode="auto">
                <a:xfrm rot="-1873433">
                  <a:off x="3762" y="3457"/>
                  <a:ext cx="198" cy="81"/>
                </a:xfrm>
                <a:prstGeom prst="rect">
                  <a:avLst/>
                </a:prstGeom>
                <a:solidFill>
                  <a:schemeClr val="bg1"/>
                </a:solidFill>
                <a:ln w="28575" algn="ctr">
                  <a:solidFill>
                    <a:srgbClr val="00B050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330" name="Rectangle 116"/>
                <p:cNvSpPr>
                  <a:spLocks noChangeArrowheads="1"/>
                </p:cNvSpPr>
                <p:nvPr/>
              </p:nvSpPr>
              <p:spPr bwMode="auto">
                <a:xfrm rot="1988745" flipH="1">
                  <a:off x="4046" y="3462"/>
                  <a:ext cx="198" cy="81"/>
                </a:xfrm>
                <a:prstGeom prst="rect">
                  <a:avLst/>
                </a:prstGeom>
                <a:solidFill>
                  <a:schemeClr val="bg1"/>
                </a:solidFill>
                <a:ln w="28575" algn="ctr">
                  <a:solidFill>
                    <a:srgbClr val="FF00FF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graphicFrame>
              <p:nvGraphicFramePr>
                <p:cNvPr id="331" name="Object 117"/>
                <p:cNvGraphicFramePr>
                  <a:graphicFrameLocks noChangeAspect="1"/>
                </p:cNvGraphicFramePr>
                <p:nvPr/>
              </p:nvGraphicFramePr>
              <p:xfrm>
                <a:off x="3600" y="2940"/>
                <a:ext cx="287" cy="507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1907478" name="Equation" r:id="rId40" imgW="228600" imgH="406400" progId="Equation.DSMT4">
                        <p:embed/>
                      </p:oleObj>
                    </mc:Choice>
                    <mc:Fallback>
                      <p:oleObj name="Equation" r:id="rId40" imgW="228600" imgH="406400" progId="Equation.DSMT4">
                        <p:embed/>
                        <p:pic>
                          <p:nvPicPr>
                            <p:cNvPr id="0" name="Object 117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8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3600" y="2940"/>
                              <a:ext cx="287" cy="507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sp>
              <p:nvSpPr>
                <p:cNvPr id="332" name="Text Box 118"/>
                <p:cNvSpPr txBox="1">
                  <a:spLocks noChangeArrowheads="1"/>
                </p:cNvSpPr>
                <p:nvPr/>
              </p:nvSpPr>
              <p:spPr bwMode="auto">
                <a:xfrm>
                  <a:off x="3987" y="2538"/>
                  <a:ext cx="30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r>
                    <a:rPr kumimoji="1" lang="en-US" altLang="zh-CN" sz="2400" dirty="0"/>
                    <a:t>+</a:t>
                  </a:r>
                  <a:endParaRPr kumimoji="1" lang="en-US" altLang="zh-CN" sz="2400" dirty="0"/>
                </a:p>
              </p:txBody>
            </p:sp>
            <p:sp>
              <p:nvSpPr>
                <p:cNvPr id="333" name="Text Box 119"/>
                <p:cNvSpPr txBox="1">
                  <a:spLocks noChangeArrowheads="1"/>
                </p:cNvSpPr>
                <p:nvPr/>
              </p:nvSpPr>
              <p:spPr bwMode="auto">
                <a:xfrm>
                  <a:off x="3965" y="2831"/>
                  <a:ext cx="30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r>
                    <a:rPr kumimoji="1" lang="en-US" altLang="zh-CN" sz="2400" dirty="0"/>
                    <a:t>_</a:t>
                  </a:r>
                  <a:endParaRPr kumimoji="1" lang="en-US" altLang="zh-CN" sz="2400" dirty="0"/>
                </a:p>
              </p:txBody>
            </p:sp>
            <p:sp>
              <p:nvSpPr>
                <p:cNvPr id="334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3101" y="3560"/>
                  <a:ext cx="30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r>
                    <a:rPr kumimoji="1" lang="en-US" altLang="zh-CN" sz="2400"/>
                    <a:t>+</a:t>
                  </a:r>
                  <a:endParaRPr kumimoji="1" lang="en-US" altLang="zh-CN" sz="2400"/>
                </a:p>
              </p:txBody>
            </p:sp>
            <p:sp>
              <p:nvSpPr>
                <p:cNvPr id="335" name="Text Box 121"/>
                <p:cNvSpPr txBox="1">
                  <a:spLocks noChangeArrowheads="1"/>
                </p:cNvSpPr>
                <p:nvPr/>
              </p:nvSpPr>
              <p:spPr bwMode="auto">
                <a:xfrm>
                  <a:off x="3430" y="3268"/>
                  <a:ext cx="30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r>
                    <a:rPr kumimoji="1" lang="en-US" altLang="zh-CN" sz="2400"/>
                    <a:t>_</a:t>
                  </a:r>
                  <a:endParaRPr kumimoji="1" lang="en-US" altLang="zh-CN" sz="2400"/>
                </a:p>
              </p:txBody>
            </p:sp>
            <p:sp>
              <p:nvSpPr>
                <p:cNvPr id="336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4550" y="3596"/>
                  <a:ext cx="30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r>
                    <a:rPr kumimoji="1" lang="en-US" altLang="zh-CN" sz="2400"/>
                    <a:t>+</a:t>
                  </a:r>
                  <a:endParaRPr kumimoji="1" lang="en-US" altLang="zh-CN" sz="2400"/>
                </a:p>
              </p:txBody>
            </p:sp>
            <p:sp>
              <p:nvSpPr>
                <p:cNvPr id="337" name="Text Box 123"/>
                <p:cNvSpPr txBox="1">
                  <a:spLocks noChangeArrowheads="1"/>
                </p:cNvSpPr>
                <p:nvPr/>
              </p:nvSpPr>
              <p:spPr bwMode="auto">
                <a:xfrm>
                  <a:off x="4186" y="3286"/>
                  <a:ext cx="306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857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eaLnBrk="1" hangingPunct="1"/>
                  <a:r>
                    <a:rPr kumimoji="1" lang="en-US" altLang="zh-CN" sz="2400" dirty="0"/>
                    <a:t>_</a:t>
                  </a:r>
                  <a:endParaRPr kumimoji="1" lang="en-US" altLang="zh-CN" sz="2400" dirty="0"/>
                </a:p>
              </p:txBody>
            </p:sp>
          </p:grpSp>
          <p:sp>
            <p:nvSpPr>
              <p:cNvPr id="316" name="Line 143"/>
              <p:cNvSpPr>
                <a:spLocks noChangeShapeType="1"/>
              </p:cNvSpPr>
              <p:nvPr/>
            </p:nvSpPr>
            <p:spPr bwMode="auto">
              <a:xfrm rot="5400000">
                <a:off x="5929734" y="3592909"/>
                <a:ext cx="271462" cy="419893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17" name="Line 145"/>
              <p:cNvSpPr>
                <a:spLocks noChangeShapeType="1"/>
              </p:cNvSpPr>
              <p:nvPr/>
            </p:nvSpPr>
            <p:spPr bwMode="auto">
              <a:xfrm rot="5400000" flipH="1">
                <a:off x="7433926" y="3546041"/>
                <a:ext cx="278607" cy="423935"/>
              </a:xfrm>
              <a:prstGeom prst="line">
                <a:avLst/>
              </a:prstGeom>
              <a:noFill/>
              <a:ln w="28575">
                <a:solidFill>
                  <a:srgbClr val="FF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18" name="Line 144"/>
              <p:cNvSpPr>
                <a:spLocks noChangeShapeType="1"/>
              </p:cNvSpPr>
              <p:nvPr/>
            </p:nvSpPr>
            <p:spPr bwMode="auto">
              <a:xfrm rot="5400000">
                <a:off x="6614344" y="2424113"/>
                <a:ext cx="457200" cy="2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9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16" name="Rectangle 4"/>
          <p:cNvSpPr>
            <a:spLocks noChangeArrowheads="1"/>
          </p:cNvSpPr>
          <p:nvPr/>
        </p:nvSpPr>
        <p:spPr bwMode="auto">
          <a:xfrm>
            <a:off x="407368" y="908369"/>
            <a:ext cx="5760640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kumimoji="1"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1"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图示对称三相电路中，已知电源线电压为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。图中电压表内阻可视为无穷大，试求此时的电压表读数。 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10" name="Object 5"/>
          <p:cNvGraphicFramePr>
            <a:graphicFrameLocks noChangeAspect="1"/>
          </p:cNvGraphicFramePr>
          <p:nvPr/>
        </p:nvGraphicFramePr>
        <p:xfrm>
          <a:off x="7091535" y="870579"/>
          <a:ext cx="4738688" cy="3352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30098" name="Visio" r:id="rId1" imgW="2369820" imgH="1674495" progId="Visio.Drawing.11">
                  <p:embed/>
                </p:oleObj>
              </mc:Choice>
              <mc:Fallback>
                <p:oleObj name="Visio" r:id="rId1" imgW="2369820" imgH="167449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91535" y="870579"/>
                        <a:ext cx="4738688" cy="3352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tangle 7"/>
          <p:cNvSpPr>
            <a:spLocks noChangeArrowheads="1"/>
          </p:cNvSpPr>
          <p:nvPr/>
        </p:nvSpPr>
        <p:spPr bwMode="auto">
          <a:xfrm>
            <a:off x="1139908" y="2941780"/>
            <a:ext cx="5017249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>
              <a:lnSpc>
                <a:spcPct val="120000"/>
              </a:lnSpc>
              <a:spcBef>
                <a:spcPct val="0"/>
              </a:spcBef>
            </a:pP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图中负载端其实是对称三角形负载和对称星形负载，由于星形联结的对称负载中点和星形联结三相对称电源中点等电位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" name="Oval 8"/>
          <p:cNvSpPr>
            <a:spLocks noChangeArrowheads="1"/>
          </p:cNvSpPr>
          <p:nvPr/>
        </p:nvSpPr>
        <p:spPr bwMode="auto">
          <a:xfrm>
            <a:off x="9775998" y="899154"/>
            <a:ext cx="2152650" cy="1912938"/>
          </a:xfrm>
          <a:prstGeom prst="ellipse">
            <a:avLst/>
          </a:prstGeom>
          <a:noFill/>
          <a:ln w="38100" algn="ctr">
            <a:solidFill>
              <a:srgbClr val="FF0000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3" name="Rectangle 11"/>
          <p:cNvSpPr>
            <a:spLocks noChangeArrowheads="1"/>
          </p:cNvSpPr>
          <p:nvPr/>
        </p:nvSpPr>
        <p:spPr bwMode="auto">
          <a:xfrm>
            <a:off x="410155" y="3026072"/>
            <a:ext cx="718902" cy="5275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en-US" altLang="zh-CN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 animBg="1"/>
      <p:bldP spid="13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0" name="Rectangle 4"/>
          <p:cNvSpPr>
            <a:spLocks noChangeArrowheads="1"/>
          </p:cNvSpPr>
          <p:nvPr/>
        </p:nvSpPr>
        <p:spPr bwMode="auto">
          <a:xfrm>
            <a:off x="407368" y="908369"/>
            <a:ext cx="5760640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kumimoji="1"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1"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图示对称三相电路中，已知电源线电压为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。图中电压表内阻可视为无穷大，试求此时的电压表读数。 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Rectangle 11"/>
          <p:cNvSpPr>
            <a:spLocks noChangeArrowheads="1"/>
          </p:cNvSpPr>
          <p:nvPr/>
        </p:nvSpPr>
        <p:spPr bwMode="auto">
          <a:xfrm>
            <a:off x="410155" y="3026072"/>
            <a:ext cx="718902" cy="5275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en-US" altLang="zh-CN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0" name="Rectangle 4"/>
          <p:cNvSpPr>
            <a:spLocks noChangeArrowheads="1"/>
          </p:cNvSpPr>
          <p:nvPr/>
        </p:nvSpPr>
        <p:spPr bwMode="auto">
          <a:xfrm>
            <a:off x="1059936" y="3572923"/>
            <a:ext cx="268446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电压表所测电压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1" name="Object 5"/>
          <p:cNvGraphicFramePr>
            <a:graphicFrameLocks noChangeAspect="1"/>
          </p:cNvGraphicFramePr>
          <p:nvPr/>
        </p:nvGraphicFramePr>
        <p:xfrm>
          <a:off x="6226349" y="840156"/>
          <a:ext cx="5538787" cy="3352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81" name="Visio" r:id="rId1" imgW="2833370" imgH="1674495" progId="Visio.Drawing.11">
                  <p:embed/>
                </p:oleObj>
              </mc:Choice>
              <mc:Fallback>
                <p:oleObj name="Visio" r:id="rId1" imgW="2833370" imgH="167449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26349" y="840156"/>
                        <a:ext cx="5538787" cy="3352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2" name="Object 6"/>
          <p:cNvGraphicFramePr>
            <a:graphicFrameLocks noChangeAspect="1"/>
          </p:cNvGraphicFramePr>
          <p:nvPr/>
        </p:nvGraphicFramePr>
        <p:xfrm>
          <a:off x="1129057" y="4019355"/>
          <a:ext cx="5435600" cy="1009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82" name="Equation" r:id="rId3" imgW="62484000" imgH="11582400" progId="Equation.DSMT4">
                  <p:embed/>
                </p:oleObj>
              </mc:Choice>
              <mc:Fallback>
                <p:oleObj name="Equation" r:id="rId3" imgW="62484000" imgH="1158240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29057" y="4019355"/>
                        <a:ext cx="5435600" cy="1009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3" name="Object 33"/>
          <p:cNvGraphicFramePr>
            <a:graphicFrameLocks noChangeAspect="1"/>
          </p:cNvGraphicFramePr>
          <p:nvPr/>
        </p:nvGraphicFramePr>
        <p:xfrm>
          <a:off x="1068886" y="5049039"/>
          <a:ext cx="2873375" cy="4619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83" name="Equation" r:id="rId5" imgW="33832800" imgH="5486400" progId="Equation.DSMT4">
                  <p:embed/>
                </p:oleObj>
              </mc:Choice>
              <mc:Fallback>
                <p:oleObj name="Equation" r:id="rId5" imgW="33832800" imgH="54864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68886" y="5049039"/>
                        <a:ext cx="2873375" cy="4619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4" name="Freeform 35"/>
          <p:cNvSpPr/>
          <p:nvPr/>
        </p:nvSpPr>
        <p:spPr bwMode="auto">
          <a:xfrm>
            <a:off x="6326361" y="1919656"/>
            <a:ext cx="3119438" cy="1393825"/>
          </a:xfrm>
          <a:custGeom>
            <a:avLst/>
            <a:gdLst>
              <a:gd name="T0" fmla="*/ 3119438 w 1965"/>
              <a:gd name="T1" fmla="*/ 1393825 h 878"/>
              <a:gd name="T2" fmla="*/ 2800350 w 1965"/>
              <a:gd name="T3" fmla="*/ 812800 h 878"/>
              <a:gd name="T4" fmla="*/ 2757488 w 1965"/>
              <a:gd name="T5" fmla="*/ 130175 h 878"/>
              <a:gd name="T6" fmla="*/ 1741488 w 1965"/>
              <a:gd name="T7" fmla="*/ 28575 h 878"/>
              <a:gd name="T8" fmla="*/ 0 w 1965"/>
              <a:gd name="T9" fmla="*/ 57150 h 87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65" h="878">
                <a:moveTo>
                  <a:pt x="1965" y="878"/>
                </a:moveTo>
                <a:cubicBezTo>
                  <a:pt x="1883" y="761"/>
                  <a:pt x="1802" y="645"/>
                  <a:pt x="1764" y="512"/>
                </a:cubicBezTo>
                <a:cubicBezTo>
                  <a:pt x="1726" y="379"/>
                  <a:pt x="1848" y="164"/>
                  <a:pt x="1737" y="82"/>
                </a:cubicBezTo>
                <a:cubicBezTo>
                  <a:pt x="1626" y="0"/>
                  <a:pt x="1386" y="26"/>
                  <a:pt x="1097" y="18"/>
                </a:cubicBezTo>
                <a:cubicBezTo>
                  <a:pt x="808" y="10"/>
                  <a:pt x="404" y="23"/>
                  <a:pt x="0" y="36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65" name="Rectangle 7"/>
          <p:cNvSpPr>
            <a:spLocks noChangeArrowheads="1"/>
          </p:cNvSpPr>
          <p:nvPr/>
        </p:nvSpPr>
        <p:spPr bwMode="auto">
          <a:xfrm>
            <a:off x="1091779" y="2996914"/>
            <a:ext cx="5184576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>
              <a:lnSpc>
                <a:spcPct val="120000"/>
              </a:lnSpc>
              <a:spcBef>
                <a:spcPct val="0"/>
              </a:spcBef>
            </a:pP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画出三相电源，则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N'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等电位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66" name="Group 30"/>
          <p:cNvGrpSpPr/>
          <p:nvPr/>
        </p:nvGrpSpPr>
        <p:grpSpPr bwMode="auto">
          <a:xfrm>
            <a:off x="10434901" y="3947263"/>
            <a:ext cx="625475" cy="1757363"/>
            <a:chOff x="2809" y="2402"/>
            <a:chExt cx="394" cy="1107"/>
          </a:xfrm>
        </p:grpSpPr>
        <p:graphicFrame>
          <p:nvGraphicFramePr>
            <p:cNvPr id="67" name="Object 29"/>
            <p:cNvGraphicFramePr>
              <a:graphicFrameLocks noChangeAspect="1"/>
            </p:cNvGraphicFramePr>
            <p:nvPr/>
          </p:nvGraphicFramePr>
          <p:xfrm>
            <a:off x="2836" y="2402"/>
            <a:ext cx="367" cy="3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5384" name="Equation" r:id="rId7" imgW="6705600" imgH="5791200" progId="Equation.DSMT4">
                    <p:embed/>
                  </p:oleObj>
                </mc:Choice>
                <mc:Fallback>
                  <p:oleObj name="Equation" r:id="rId7" imgW="6705600" imgH="5791200" progId="Equation.DSMT4">
                    <p:embed/>
                    <p:pic>
                      <p:nvPicPr>
                        <p:cNvPr id="0" name="Object 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36" y="2402"/>
                          <a:ext cx="367" cy="31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68" name="Line 13"/>
            <p:cNvSpPr>
              <a:spLocks noChangeShapeType="1"/>
            </p:cNvSpPr>
            <p:nvPr/>
          </p:nvSpPr>
          <p:spPr bwMode="auto">
            <a:xfrm flipV="1">
              <a:off x="2809" y="2659"/>
              <a:ext cx="0" cy="850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9" name="Line 12"/>
          <p:cNvSpPr>
            <a:spLocks noChangeShapeType="1"/>
          </p:cNvSpPr>
          <p:nvPr/>
        </p:nvSpPr>
        <p:spPr bwMode="auto">
          <a:xfrm rot="7206722" flipH="1">
            <a:off x="9821332" y="4710056"/>
            <a:ext cx="815975" cy="1588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70" name="Line 15"/>
          <p:cNvSpPr>
            <a:spLocks noChangeShapeType="1"/>
          </p:cNvSpPr>
          <p:nvPr/>
        </p:nvSpPr>
        <p:spPr bwMode="auto">
          <a:xfrm flipV="1">
            <a:off x="10434901" y="5028349"/>
            <a:ext cx="0" cy="676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71" name="Line 17"/>
          <p:cNvSpPr>
            <a:spLocks noChangeShapeType="1"/>
          </p:cNvSpPr>
          <p:nvPr/>
        </p:nvSpPr>
        <p:spPr bwMode="auto">
          <a:xfrm rot="7206722" flipV="1">
            <a:off x="9821332" y="5411731"/>
            <a:ext cx="815975" cy="1588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72" name="Line 18"/>
          <p:cNvSpPr>
            <a:spLocks noChangeShapeType="1"/>
          </p:cNvSpPr>
          <p:nvPr/>
        </p:nvSpPr>
        <p:spPr bwMode="auto">
          <a:xfrm flipH="1">
            <a:off x="9998339" y="5733199"/>
            <a:ext cx="436562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73" name="Group 25"/>
          <p:cNvGrpSpPr/>
          <p:nvPr/>
        </p:nvGrpSpPr>
        <p:grpSpPr bwMode="auto">
          <a:xfrm>
            <a:off x="10420614" y="5464912"/>
            <a:ext cx="1471612" cy="504825"/>
            <a:chOff x="2800" y="3358"/>
            <a:chExt cx="927" cy="318"/>
          </a:xfrm>
        </p:grpSpPr>
        <p:sp>
          <p:nvSpPr>
            <p:cNvPr id="74" name="Line 9"/>
            <p:cNvSpPr>
              <a:spLocks noChangeShapeType="1"/>
            </p:cNvSpPr>
            <p:nvPr/>
          </p:nvSpPr>
          <p:spPr bwMode="auto">
            <a:xfrm>
              <a:off x="2800" y="3518"/>
              <a:ext cx="51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75" name="Object 20"/>
            <p:cNvGraphicFramePr>
              <a:graphicFrameLocks noChangeAspect="1"/>
            </p:cNvGraphicFramePr>
            <p:nvPr/>
          </p:nvGraphicFramePr>
          <p:xfrm>
            <a:off x="3343" y="3358"/>
            <a:ext cx="384" cy="3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5385" name="Equation" r:id="rId9" imgW="7010400" imgH="5791200" progId="Equation.DSMT4">
                    <p:embed/>
                  </p:oleObj>
                </mc:Choice>
                <mc:Fallback>
                  <p:oleObj name="Equation" r:id="rId9" imgW="7010400" imgH="5791200" progId="Equation.DSMT4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43" y="3358"/>
                          <a:ext cx="384" cy="31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6" name="Group 26"/>
          <p:cNvGrpSpPr/>
          <p:nvPr/>
        </p:nvGrpSpPr>
        <p:grpSpPr bwMode="auto">
          <a:xfrm>
            <a:off x="9336351" y="5668112"/>
            <a:ext cx="882650" cy="1058862"/>
            <a:chOff x="2117" y="3486"/>
            <a:chExt cx="556" cy="667"/>
          </a:xfrm>
        </p:grpSpPr>
        <p:sp>
          <p:nvSpPr>
            <p:cNvPr id="77" name="Line 11"/>
            <p:cNvSpPr>
              <a:spLocks noChangeShapeType="1"/>
            </p:cNvSpPr>
            <p:nvPr/>
          </p:nvSpPr>
          <p:spPr bwMode="auto">
            <a:xfrm rot="7206722" flipV="1">
              <a:off x="2416" y="3742"/>
              <a:ext cx="5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78" name="Object 22"/>
            <p:cNvGraphicFramePr>
              <a:graphicFrameLocks noChangeAspect="1"/>
            </p:cNvGraphicFramePr>
            <p:nvPr/>
          </p:nvGraphicFramePr>
          <p:xfrm>
            <a:off x="2117" y="3835"/>
            <a:ext cx="368" cy="3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5386" name="Equation" r:id="rId11" imgW="279400" imgH="241300" progId="Equation.DSMT4">
                    <p:embed/>
                  </p:oleObj>
                </mc:Choice>
                <mc:Fallback>
                  <p:oleObj name="Equation" r:id="rId11" imgW="279400" imgH="2413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17" y="3835"/>
                          <a:ext cx="368" cy="31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9" name="Group 27"/>
          <p:cNvGrpSpPr/>
          <p:nvPr/>
        </p:nvGrpSpPr>
        <p:grpSpPr bwMode="auto">
          <a:xfrm>
            <a:off x="9393501" y="4758474"/>
            <a:ext cx="812800" cy="1025525"/>
            <a:chOff x="2153" y="2913"/>
            <a:chExt cx="512" cy="646"/>
          </a:xfrm>
        </p:grpSpPr>
        <p:sp>
          <p:nvSpPr>
            <p:cNvPr id="80" name="Line 10"/>
            <p:cNvSpPr>
              <a:spLocks noChangeShapeType="1"/>
            </p:cNvSpPr>
            <p:nvPr/>
          </p:nvSpPr>
          <p:spPr bwMode="auto">
            <a:xfrm rot="-7260265">
              <a:off x="2408" y="3301"/>
              <a:ext cx="5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w="sm" len="med"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81" name="Object 24"/>
            <p:cNvGraphicFramePr>
              <a:graphicFrameLocks noChangeAspect="1"/>
            </p:cNvGraphicFramePr>
            <p:nvPr/>
          </p:nvGraphicFramePr>
          <p:xfrm>
            <a:off x="2153" y="2913"/>
            <a:ext cx="384" cy="3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5387" name="Equation" r:id="rId13" imgW="292100" imgH="241300" progId="Equation.DSMT4">
                    <p:embed/>
                  </p:oleObj>
                </mc:Choice>
                <mc:Fallback>
                  <p:oleObj name="Equation" r:id="rId13" imgW="292100" imgH="241300" progId="Equation.DSMT4">
                    <p:embed/>
                    <p:pic>
                      <p:nvPicPr>
                        <p:cNvPr id="0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3" y="2913"/>
                          <a:ext cx="384" cy="31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82" name="Object 32"/>
          <p:cNvGraphicFramePr>
            <a:graphicFrameLocks noChangeAspect="1"/>
          </p:cNvGraphicFramePr>
          <p:nvPr/>
        </p:nvGraphicFramePr>
        <p:xfrm>
          <a:off x="9488203" y="5624716"/>
          <a:ext cx="688975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88" name="Equation" r:id="rId15" imgW="7924800" imgH="5791200" progId="Equation.DSMT4">
                  <p:embed/>
                </p:oleObj>
              </mc:Choice>
              <mc:Fallback>
                <p:oleObj name="Equation" r:id="rId15" imgW="7924800" imgH="5791200" progId="Equation.DSMT4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488203" y="5624716"/>
                        <a:ext cx="688975" cy="504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83" name="Group 20"/>
          <p:cNvGrpSpPr/>
          <p:nvPr/>
        </p:nvGrpSpPr>
        <p:grpSpPr bwMode="auto">
          <a:xfrm>
            <a:off x="6271726" y="1828290"/>
            <a:ext cx="5446707" cy="90488"/>
            <a:chOff x="245" y="2958"/>
            <a:chExt cx="3431" cy="57"/>
          </a:xfrm>
        </p:grpSpPr>
        <p:sp>
          <p:nvSpPr>
            <p:cNvPr id="84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85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86" name="Object 33"/>
          <p:cNvGraphicFramePr>
            <a:graphicFrameLocks noChangeAspect="1"/>
          </p:cNvGraphicFramePr>
          <p:nvPr/>
        </p:nvGraphicFramePr>
        <p:xfrm>
          <a:off x="9120336" y="4467162"/>
          <a:ext cx="803275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89" name="Equation" r:id="rId17" imgW="9448800" imgH="4267200" progId="Equation.DSMT4">
                  <p:embed/>
                </p:oleObj>
              </mc:Choice>
              <mc:Fallback>
                <p:oleObj name="Equation" r:id="rId17" imgW="94488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20336" y="4467162"/>
                        <a:ext cx="803275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7" name="Object 33"/>
          <p:cNvGraphicFramePr>
            <a:graphicFrameLocks noChangeAspect="1"/>
          </p:cNvGraphicFramePr>
          <p:nvPr/>
        </p:nvGraphicFramePr>
        <p:xfrm>
          <a:off x="11088951" y="5864463"/>
          <a:ext cx="803275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0" name="Equation" r:id="rId19" imgW="9448800" imgH="4267200" progId="Equation.DSMT4">
                  <p:embed/>
                </p:oleObj>
              </mc:Choice>
              <mc:Fallback>
                <p:oleObj name="Equation" r:id="rId19" imgW="94488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088951" y="5864463"/>
                        <a:ext cx="803275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8" name="Object 33"/>
          <p:cNvGraphicFramePr>
            <a:graphicFrameLocks noChangeAspect="1"/>
          </p:cNvGraphicFramePr>
          <p:nvPr/>
        </p:nvGraphicFramePr>
        <p:xfrm>
          <a:off x="10003101" y="6429583"/>
          <a:ext cx="803275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1" name="Equation" r:id="rId21" imgW="9448800" imgH="4267200" progId="Equation.DSMT4">
                  <p:embed/>
                </p:oleObj>
              </mc:Choice>
              <mc:Fallback>
                <p:oleObj name="Equation" r:id="rId21" imgW="94488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003101" y="6429583"/>
                        <a:ext cx="803275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9" name="Object 33"/>
          <p:cNvGraphicFramePr>
            <a:graphicFrameLocks noChangeAspect="1"/>
          </p:cNvGraphicFramePr>
          <p:nvPr/>
        </p:nvGraphicFramePr>
        <p:xfrm>
          <a:off x="11077738" y="4014308"/>
          <a:ext cx="803275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2" name="Equation" r:id="rId22" imgW="9448800" imgH="4267200" progId="Equation.DSMT4">
                  <p:embed/>
                </p:oleObj>
              </mc:Choice>
              <mc:Fallback>
                <p:oleObj name="Equation" r:id="rId22" imgW="94488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077738" y="4014308"/>
                        <a:ext cx="803275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0" name="Object 33"/>
          <p:cNvGraphicFramePr>
            <a:graphicFrameLocks noChangeAspect="1"/>
          </p:cNvGraphicFramePr>
          <p:nvPr/>
        </p:nvGraphicFramePr>
        <p:xfrm>
          <a:off x="11202379" y="4750408"/>
          <a:ext cx="776288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3" name="Equation" r:id="rId24" imgW="9144000" imgH="4267200" progId="Equation.DSMT4">
                  <p:embed/>
                </p:oleObj>
              </mc:Choice>
              <mc:Fallback>
                <p:oleObj name="Equation" r:id="rId24" imgW="91440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202379" y="4750408"/>
                        <a:ext cx="776288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1" name="Object 33"/>
          <p:cNvGraphicFramePr>
            <a:graphicFrameLocks noChangeAspect="1"/>
          </p:cNvGraphicFramePr>
          <p:nvPr/>
        </p:nvGraphicFramePr>
        <p:xfrm>
          <a:off x="9336351" y="5291325"/>
          <a:ext cx="803275" cy="360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4" name="Equation" r:id="rId26" imgW="9448800" imgH="4267200" progId="Equation.DSMT4">
                  <p:embed/>
                </p:oleObj>
              </mc:Choice>
              <mc:Fallback>
                <p:oleObj name="Equation" r:id="rId26" imgW="94488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336351" y="5291325"/>
                        <a:ext cx="803275" cy="360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" name="Object 29"/>
          <p:cNvGraphicFramePr>
            <a:graphicFrameLocks noChangeAspect="1"/>
          </p:cNvGraphicFramePr>
          <p:nvPr/>
        </p:nvGraphicFramePr>
        <p:xfrm>
          <a:off x="10517476" y="4477238"/>
          <a:ext cx="661988" cy="876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5" name="Equation" r:id="rId28" imgW="7620000" imgH="10058400" progId="Equation.DSMT4">
                  <p:embed/>
                </p:oleObj>
              </mc:Choice>
              <mc:Fallback>
                <p:oleObj name="Equation" r:id="rId28" imgW="7620000" imgH="1005840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517476" y="4477238"/>
                        <a:ext cx="661988" cy="876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3" name="Object 33"/>
          <p:cNvGraphicFramePr>
            <a:graphicFrameLocks noChangeAspect="1"/>
          </p:cNvGraphicFramePr>
          <p:nvPr/>
        </p:nvGraphicFramePr>
        <p:xfrm>
          <a:off x="10418165" y="5290599"/>
          <a:ext cx="544512" cy="360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6" name="Equation" r:id="rId30" imgW="6400800" imgH="4267200" progId="Equation.DSMT4">
                  <p:embed/>
                </p:oleObj>
              </mc:Choice>
              <mc:Fallback>
                <p:oleObj name="Equation" r:id="rId30" imgW="6400800" imgH="4267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18165" y="5290599"/>
                        <a:ext cx="544512" cy="3603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Freeform 34"/>
          <p:cNvSpPr/>
          <p:nvPr/>
        </p:nvSpPr>
        <p:spPr bwMode="auto">
          <a:xfrm rot="9000000">
            <a:off x="10370321" y="5249361"/>
            <a:ext cx="38100" cy="174625"/>
          </a:xfrm>
          <a:custGeom>
            <a:avLst/>
            <a:gdLst>
              <a:gd name="T0" fmla="*/ 0 w 24"/>
              <a:gd name="T1" fmla="*/ 0 h 110"/>
              <a:gd name="T2" fmla="*/ 24 w 24"/>
              <a:gd name="T3" fmla="*/ 110 h 1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4" h="110">
                <a:moveTo>
                  <a:pt x="0" y="0"/>
                </a:moveTo>
                <a:cubicBezTo>
                  <a:pt x="16" y="46"/>
                  <a:pt x="24" y="64"/>
                  <a:pt x="24" y="110"/>
                </a:cubicBezTo>
              </a:path>
            </a:pathLst>
          </a:custGeom>
          <a:noFill/>
          <a:ln w="38100" cmpd="sng">
            <a:solidFill>
              <a:srgbClr val="FF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34"/>
          <p:cNvSpPr/>
          <p:nvPr/>
        </p:nvSpPr>
        <p:spPr bwMode="auto">
          <a:xfrm rot="14400000">
            <a:off x="10374113" y="5402745"/>
            <a:ext cx="38100" cy="174625"/>
          </a:xfrm>
          <a:custGeom>
            <a:avLst/>
            <a:gdLst>
              <a:gd name="T0" fmla="*/ 0 w 24"/>
              <a:gd name="T1" fmla="*/ 0 h 110"/>
              <a:gd name="T2" fmla="*/ 24 w 24"/>
              <a:gd name="T3" fmla="*/ 110 h 1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4" h="110">
                <a:moveTo>
                  <a:pt x="0" y="0"/>
                </a:moveTo>
                <a:cubicBezTo>
                  <a:pt x="16" y="46"/>
                  <a:pt x="24" y="64"/>
                  <a:pt x="24" y="110"/>
                </a:cubicBezTo>
              </a:path>
            </a:pathLst>
          </a:custGeom>
          <a:noFill/>
          <a:ln w="38100" cmpd="sng">
            <a:solidFill>
              <a:srgbClr val="FF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34"/>
          <p:cNvSpPr/>
          <p:nvPr/>
        </p:nvSpPr>
        <p:spPr bwMode="auto">
          <a:xfrm rot="9000000">
            <a:off x="10325534" y="4585630"/>
            <a:ext cx="38100" cy="174625"/>
          </a:xfrm>
          <a:custGeom>
            <a:avLst/>
            <a:gdLst>
              <a:gd name="T0" fmla="*/ 0 w 24"/>
              <a:gd name="T1" fmla="*/ 0 h 110"/>
              <a:gd name="T2" fmla="*/ 24 w 24"/>
              <a:gd name="T3" fmla="*/ 110 h 1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4" h="110">
                <a:moveTo>
                  <a:pt x="0" y="0"/>
                </a:moveTo>
                <a:cubicBezTo>
                  <a:pt x="16" y="46"/>
                  <a:pt x="24" y="64"/>
                  <a:pt x="24" y="110"/>
                </a:cubicBezTo>
              </a:path>
            </a:pathLst>
          </a:custGeom>
          <a:noFill/>
          <a:ln w="38100" cmpd="sng">
            <a:solidFill>
              <a:srgbClr val="FF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49221" y="6231388"/>
          <a:ext cx="4116522" cy="56779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5397" name="Equation" r:id="rId32" imgW="35356800" imgH="4876800" progId="Equation.DSMT4">
                  <p:embed/>
                </p:oleObj>
              </mc:Choice>
              <mc:Fallback>
                <p:oleObj name="Equation" r:id="rId32" imgW="35356800" imgH="4876800" progId="Equation.DSMT4">
                  <p:embed/>
                  <p:pic>
                    <p:nvPicPr>
                      <p:cNvPr id="0" name="图片 1905396"/>
                      <p:cNvPicPr/>
                      <p:nvPr/>
                    </p:nvPicPr>
                    <p:blipFill>
                      <a:blip r:embed="rId33"/>
                      <a:stretch>
                        <a:fillRect/>
                      </a:stretch>
                    </p:blipFill>
                    <p:spPr>
                      <a:xfrm>
                        <a:off x="49221" y="6231388"/>
                        <a:ext cx="4116522" cy="567796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00B05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500"/>
                            </p:stCondLst>
                            <p:childTnLst>
                              <p:par>
                                <p:cTn id="9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0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5" grpId="0"/>
      <p:bldP spid="39" grpId="0" animBg="1"/>
      <p:bldP spid="40" grpId="0" animBg="1"/>
      <p:bldP spid="41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80" name="Rectangle 4"/>
          <p:cNvSpPr>
            <a:spLocks noChangeArrowheads="1"/>
          </p:cNvSpPr>
          <p:nvPr/>
        </p:nvSpPr>
        <p:spPr bwMode="auto">
          <a:xfrm>
            <a:off x="479376" y="857598"/>
            <a:ext cx="11089232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煤矿井下对称三相电源的中性点不接地，相电压有效值为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，每条线对大地的电阻为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，电容为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，今有电阻值为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的人不慎触及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线，试求通过人身的电流有效值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26" name="Object 5"/>
          <p:cNvGraphicFramePr>
            <a:graphicFrameLocks noChangeAspect="1"/>
          </p:cNvGraphicFramePr>
          <p:nvPr/>
        </p:nvGraphicFramePr>
        <p:xfrm>
          <a:off x="350838" y="2525663"/>
          <a:ext cx="5102225" cy="3159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5007" name="Visio" r:id="rId1" imgW="5105400" imgH="3162300" progId="Visio.Drawing.11">
                  <p:embed/>
                </p:oleObj>
              </mc:Choice>
              <mc:Fallback>
                <p:oleObj name="Visio" r:id="rId1" imgW="5105400" imgH="3162300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0838" y="2525663"/>
                        <a:ext cx="5102225" cy="3159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8" name="Rectangle 10"/>
          <p:cNvSpPr>
            <a:spLocks noChangeArrowheads="1"/>
          </p:cNvSpPr>
          <p:nvPr/>
        </p:nvSpPr>
        <p:spPr bwMode="auto">
          <a:xfrm>
            <a:off x="6630365" y="2419319"/>
            <a:ext cx="204299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戴维宁定理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9" name="Object 12"/>
          <p:cNvGraphicFramePr>
            <a:graphicFrameLocks noChangeAspect="1"/>
          </p:cNvGraphicFramePr>
          <p:nvPr/>
        </p:nvGraphicFramePr>
        <p:xfrm>
          <a:off x="8350565" y="2966741"/>
          <a:ext cx="1257300" cy="558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5008" name="Equation" r:id="rId3" imgW="10058400" imgH="4572000" progId="Equation.DSMT4">
                  <p:embed/>
                </p:oleObj>
              </mc:Choice>
              <mc:Fallback>
                <p:oleObj name="Equation" r:id="rId3" imgW="10058400" imgH="45720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50565" y="2966741"/>
                        <a:ext cx="1257300" cy="558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Rectangle 16"/>
          <p:cNvSpPr>
            <a:spLocks noChangeArrowheads="1"/>
          </p:cNvSpPr>
          <p:nvPr/>
        </p:nvSpPr>
        <p:spPr bwMode="auto">
          <a:xfrm>
            <a:off x="1190625" y="2616150"/>
            <a:ext cx="1087438" cy="2570163"/>
          </a:xfrm>
          <a:prstGeom prst="rect">
            <a:avLst/>
          </a:prstGeom>
          <a:noFill/>
          <a:ln w="38100" algn="ctr">
            <a:solidFill>
              <a:srgbClr val="C00000"/>
            </a:solidFill>
            <a:prstDash val="dash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graphicFrame>
        <p:nvGraphicFramePr>
          <p:cNvPr id="32" name="Object 23"/>
          <p:cNvGraphicFramePr>
            <a:graphicFrameLocks noChangeAspect="1"/>
          </p:cNvGraphicFramePr>
          <p:nvPr/>
        </p:nvGraphicFramePr>
        <p:xfrm>
          <a:off x="8148851" y="4685382"/>
          <a:ext cx="3271838" cy="831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5009" name="Equation" r:id="rId5" imgW="40843200" imgH="10363200" progId="Equation.DSMT4">
                  <p:embed/>
                </p:oleObj>
              </mc:Choice>
              <mc:Fallback>
                <p:oleObj name="Equation" r:id="rId5" imgW="40843200" imgH="103632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48851" y="4685382"/>
                        <a:ext cx="3271838" cy="831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3" name="AutoShape 25"/>
          <p:cNvSpPr>
            <a:spLocks noChangeArrowheads="1"/>
          </p:cNvSpPr>
          <p:nvPr/>
        </p:nvSpPr>
        <p:spPr bwMode="auto">
          <a:xfrm>
            <a:off x="4424085" y="3541044"/>
            <a:ext cx="681038" cy="276225"/>
          </a:xfrm>
          <a:prstGeom prst="leftArrow">
            <a:avLst>
              <a:gd name="adj1" fmla="val 50000"/>
              <a:gd name="adj2" fmla="val 61638"/>
            </a:avLst>
          </a:prstGeom>
          <a:solidFill>
            <a:schemeClr val="bg1"/>
          </a:solidFill>
          <a:ln w="28575" algn="ctr">
            <a:solidFill>
              <a:srgbClr val="00B05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sp>
        <p:nvSpPr>
          <p:cNvPr id="34" name="Line 26"/>
          <p:cNvSpPr>
            <a:spLocks noChangeShapeType="1"/>
          </p:cNvSpPr>
          <p:nvPr/>
        </p:nvSpPr>
        <p:spPr bwMode="auto">
          <a:xfrm>
            <a:off x="896938" y="2776488"/>
            <a:ext cx="0" cy="1058862"/>
          </a:xfrm>
          <a:prstGeom prst="line">
            <a:avLst/>
          </a:prstGeom>
          <a:noFill/>
          <a:ln w="28575">
            <a:solidFill>
              <a:srgbClr val="C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35" name="Object 27"/>
          <p:cNvGraphicFramePr>
            <a:graphicFrameLocks noChangeAspect="1"/>
          </p:cNvGraphicFramePr>
          <p:nvPr/>
        </p:nvGraphicFramePr>
        <p:xfrm>
          <a:off x="8148851" y="5932314"/>
          <a:ext cx="2906712" cy="8810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5010" name="Equation" r:id="rId7" imgW="36271200" imgH="10972800" progId="Equation.DSMT4">
                  <p:embed/>
                </p:oleObj>
              </mc:Choice>
              <mc:Fallback>
                <p:oleObj name="Equation" r:id="rId7" imgW="36271200" imgH="109728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48851" y="5932314"/>
                        <a:ext cx="2906712" cy="8810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6009439" y="2407636"/>
            <a:ext cx="718902" cy="5275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6635798" y="3606190"/>
            <a:ext cx="2037556" cy="523875"/>
            <a:chOff x="5586579" y="2491721"/>
            <a:chExt cx="2037556" cy="523875"/>
          </a:xfrm>
        </p:grpSpPr>
        <p:sp>
          <p:nvSpPr>
            <p:cNvPr id="38" name="Rectangle 11"/>
            <p:cNvSpPr>
              <a:spLocks noChangeArrowheads="1"/>
            </p:cNvSpPr>
            <p:nvPr/>
          </p:nvSpPr>
          <p:spPr bwMode="auto">
            <a:xfrm>
              <a:off x="7099632" y="2491721"/>
              <a:ext cx="524503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9" name="Rectangle 10"/>
            <p:cNvSpPr>
              <a:spLocks noChangeArrowheads="1"/>
            </p:cNvSpPr>
            <p:nvPr/>
          </p:nvSpPr>
          <p:spPr bwMode="auto">
            <a:xfrm>
              <a:off x="5586579" y="2491721"/>
              <a:ext cx="1850066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等效阻抗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0" name="Rectangle 10"/>
          <p:cNvSpPr>
            <a:spLocks noChangeArrowheads="1"/>
          </p:cNvSpPr>
          <p:nvPr/>
        </p:nvSpPr>
        <p:spPr bwMode="auto">
          <a:xfrm>
            <a:off x="6630364" y="2974242"/>
            <a:ext cx="18002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开路电压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1" name="Rectangle 16"/>
          <p:cNvSpPr>
            <a:spLocks noChangeArrowheads="1"/>
          </p:cNvSpPr>
          <p:nvPr/>
        </p:nvSpPr>
        <p:spPr bwMode="auto">
          <a:xfrm>
            <a:off x="467544" y="2379383"/>
            <a:ext cx="3904874" cy="3033666"/>
          </a:xfrm>
          <a:prstGeom prst="rect">
            <a:avLst/>
          </a:prstGeom>
          <a:noFill/>
          <a:ln w="38100" algn="ctr">
            <a:solidFill>
              <a:srgbClr val="00B050"/>
            </a:solidFill>
            <a:prstDash val="dash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graphicFrame>
        <p:nvGraphicFramePr>
          <p:cNvPr id="42" name="Object 12"/>
          <p:cNvGraphicFramePr>
            <a:graphicFrameLocks noChangeAspect="1"/>
          </p:cNvGraphicFramePr>
          <p:nvPr/>
        </p:nvGraphicFramePr>
        <p:xfrm>
          <a:off x="775299" y="5734077"/>
          <a:ext cx="1490663" cy="908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5011" name="Equation" r:id="rId9" imgW="17678400" imgH="10972800" progId="Equation.DSMT4">
                  <p:embed/>
                </p:oleObj>
              </mc:Choice>
              <mc:Fallback>
                <p:oleObj name="Equation" r:id="rId9" imgW="17678400" imgH="109728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5299" y="5734077"/>
                        <a:ext cx="1490663" cy="908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" name="Rectangle 10"/>
          <p:cNvSpPr>
            <a:spLocks noChangeArrowheads="1"/>
          </p:cNvSpPr>
          <p:nvPr/>
        </p:nvSpPr>
        <p:spPr bwMode="auto">
          <a:xfrm>
            <a:off x="9607865" y="2984531"/>
            <a:ext cx="180020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相电压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4" name="Rectangle 10"/>
          <p:cNvSpPr>
            <a:spLocks noChangeArrowheads="1"/>
          </p:cNvSpPr>
          <p:nvPr/>
        </p:nvSpPr>
        <p:spPr bwMode="auto">
          <a:xfrm>
            <a:off x="7011847" y="5460099"/>
            <a:ext cx="240432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三相阻抗并联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7011847" y="4237483"/>
            <a:ext cx="1917331" cy="523875"/>
            <a:chOff x="5586579" y="2491721"/>
            <a:chExt cx="1917331" cy="523875"/>
          </a:xfrm>
        </p:grpSpPr>
        <p:sp>
          <p:nvSpPr>
            <p:cNvPr id="23" name="Rectangle 11"/>
            <p:cNvSpPr>
              <a:spLocks noChangeArrowheads="1"/>
            </p:cNvSpPr>
            <p:nvPr/>
          </p:nvSpPr>
          <p:spPr bwMode="auto">
            <a:xfrm>
              <a:off x="7099632" y="2491721"/>
              <a:ext cx="404278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Z</a:t>
              </a:r>
              <a:endParaRPr kumimoji="1" lang="zh-CN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Rectangle 10"/>
            <p:cNvSpPr>
              <a:spLocks noChangeArrowheads="1"/>
            </p:cNvSpPr>
            <p:nvPr/>
          </p:nvSpPr>
          <p:spPr bwMode="auto">
            <a:xfrm>
              <a:off x="5586579" y="2491721"/>
              <a:ext cx="1850066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一相阻抗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 animBg="1"/>
      <p:bldP spid="33" grpId="0" animBg="1"/>
      <p:bldP spid="36" grpId="0"/>
      <p:bldP spid="40" grpId="0"/>
      <p:bldP spid="41" grpId="0" animBg="1"/>
      <p:bldP spid="43" grpId="0"/>
      <p:bldP spid="44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37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53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7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8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6" name="Rectangle 18"/>
          <p:cNvSpPr>
            <a:spLocks noChangeArrowheads="1"/>
          </p:cNvSpPr>
          <p:nvPr/>
        </p:nvSpPr>
        <p:spPr bwMode="auto">
          <a:xfrm>
            <a:off x="839416" y="1653551"/>
            <a:ext cx="1072919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361950" indent="-361950">
              <a:lnSpc>
                <a:spcPct val="120000"/>
              </a:lnSpc>
            </a:pPr>
            <a:r>
              <a:rPr lang="en-US" altLang="zh-CN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是指三相电源、三相负载、三相线路中至少有一个部分或几个部分不对称的三相电路。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zh-CN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" name="Rectangle 21"/>
          <p:cNvSpPr>
            <a:spLocks noChangeArrowheads="1"/>
          </p:cNvSpPr>
          <p:nvPr/>
        </p:nvSpPr>
        <p:spPr bwMode="auto">
          <a:xfrm>
            <a:off x="1116070" y="2780928"/>
            <a:ext cx="8014245" cy="609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FF00FF"/>
                </a:solidFill>
                <a:latin typeface="宋体" panose="02010600030101010101" pitchFamily="2" charset="-122"/>
              </a:rPr>
              <a:t>电源是三相对称的</a:t>
            </a:r>
            <a:endParaRPr lang="zh-CN" altLang="en-US" sz="2800" dirty="0"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31" name="Rectangle 21"/>
          <p:cNvSpPr>
            <a:spLocks noChangeArrowheads="1"/>
          </p:cNvSpPr>
          <p:nvPr/>
        </p:nvSpPr>
        <p:spPr bwMode="auto">
          <a:xfrm>
            <a:off x="1116070" y="3504167"/>
            <a:ext cx="10452538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538480" indent="-53848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solidFill>
                  <a:srgbClr val="FF00FF"/>
                </a:solidFill>
                <a:latin typeface="宋体" panose="02010600030101010101" pitchFamily="2" charset="-122"/>
              </a:rPr>
              <a:t>负载是三相不对称的</a:t>
            </a:r>
            <a:r>
              <a:rPr lang="en-US" altLang="zh-CN" sz="2800" i="1" dirty="0">
                <a:solidFill>
                  <a:srgbClr val="FF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800" dirty="0">
                <a:latin typeface="宋体" panose="02010600030101010101" pitchFamily="2" charset="-122"/>
              </a:rPr>
              <a:t>(</a:t>
            </a:r>
            <a:r>
              <a:rPr lang="zh-CN" altLang="en-US" sz="2800" dirty="0">
                <a:latin typeface="宋体" panose="02010600030101010101" pitchFamily="2" charset="-122"/>
              </a:rPr>
              <a:t>相当于各相负载中分别有不同数量的电灯、电视机、电冰箱等</a:t>
            </a:r>
            <a:r>
              <a:rPr lang="en-US" altLang="zh-CN" sz="2800" dirty="0">
                <a:latin typeface="宋体" panose="02010600030101010101" pitchFamily="2" charset="-122"/>
              </a:rPr>
              <a:t>)</a:t>
            </a:r>
            <a:r>
              <a:rPr lang="zh-CN" altLang="en-US" sz="2800" dirty="0">
                <a:latin typeface="宋体" panose="02010600030101010101" pitchFamily="2" charset="-122"/>
              </a:rPr>
              <a:t>。</a:t>
            </a:r>
            <a:endParaRPr lang="zh-CN" altLang="en-US" sz="2800" dirty="0"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08" grpId="0"/>
      <p:bldP spid="31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7" name="Rectangle 20"/>
          <p:cNvSpPr>
            <a:spLocks noChangeArrowheads="1"/>
          </p:cNvSpPr>
          <p:nvPr/>
        </p:nvSpPr>
        <p:spPr bwMode="auto">
          <a:xfrm>
            <a:off x="839416" y="1682081"/>
            <a:ext cx="249645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dirty="0">
                <a:solidFill>
                  <a:srgbClr val="0000FF"/>
                </a:solidFill>
                <a:latin typeface="宋体" panose="02010600030101010101" pitchFamily="2" charset="-122"/>
                <a:cs typeface="Times New Roman" panose="02020603050405020304" pitchFamily="18" charset="0"/>
              </a:rPr>
              <a:t>解题思路：</a:t>
            </a:r>
            <a:endParaRPr lang="zh-CN" altLang="en-US" sz="2800" dirty="0">
              <a:solidFill>
                <a:srgbClr val="0000FF"/>
              </a:solidFill>
              <a:latin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8" name="Rectangle 21"/>
          <p:cNvSpPr>
            <a:spLocks noChangeArrowheads="1"/>
          </p:cNvSpPr>
          <p:nvPr/>
        </p:nvSpPr>
        <p:spPr bwMode="auto">
          <a:xfrm>
            <a:off x="1176172" y="2204864"/>
            <a:ext cx="10464444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538480" indent="-53848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(1) </a:t>
            </a:r>
            <a:r>
              <a:rPr lang="zh-CN" altLang="en-US" sz="2800" dirty="0"/>
              <a:t>不对称三相电路中，电源的中性点和负载的中性点电位不等。因此中性点间不能等效成短路，也就不能转换成一相计算电路。</a:t>
            </a:r>
            <a:endParaRPr lang="zh-CN" altLang="en-US" sz="2800" dirty="0"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09" name="Rectangle 22"/>
          <p:cNvSpPr>
            <a:spLocks noChangeArrowheads="1"/>
          </p:cNvSpPr>
          <p:nvPr/>
        </p:nvSpPr>
        <p:spPr bwMode="auto">
          <a:xfrm>
            <a:off x="1178501" y="3284983"/>
            <a:ext cx="8208912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作为一般的正弦稳态电路，采用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相量法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进行分析；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0" name="Rectangle 23"/>
          <p:cNvSpPr>
            <a:spLocks noChangeArrowheads="1"/>
          </p:cNvSpPr>
          <p:nvPr/>
        </p:nvSpPr>
        <p:spPr bwMode="auto">
          <a:xfrm>
            <a:off x="1176172" y="3901508"/>
            <a:ext cx="7996502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(3) 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鉴于这种电路节点少，通常用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节点分析法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求解。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0" name="Object 31"/>
          <p:cNvGraphicFramePr>
            <a:graphicFrameLocks noChangeAspect="1"/>
          </p:cNvGraphicFramePr>
          <p:nvPr/>
        </p:nvGraphicFramePr>
        <p:xfrm>
          <a:off x="8184232" y="4509120"/>
          <a:ext cx="3887787" cy="2262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85935" name="Visio" r:id="rId1" imgW="2124710" imgH="1236345" progId="Visio.Drawing.11">
                  <p:embed/>
                </p:oleObj>
              </mc:Choice>
              <mc:Fallback>
                <p:oleObj name="Visio" r:id="rId1" imgW="2124710" imgH="1236345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84232" y="4509120"/>
                        <a:ext cx="3887787" cy="2262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1" name="Text Box 89" descr="40%"/>
          <p:cNvSpPr txBox="1">
            <a:spLocks noChangeArrowheads="1"/>
          </p:cNvSpPr>
          <p:nvPr/>
        </p:nvSpPr>
        <p:spPr bwMode="auto">
          <a:xfrm>
            <a:off x="3269513" y="6093296"/>
            <a:ext cx="3726148" cy="584775"/>
          </a:xfrm>
          <a:prstGeom prst="rect">
            <a:avLst/>
          </a:prstGeom>
          <a:pattFill prst="pct75">
            <a:fgClr>
              <a:srgbClr val="FFFF99"/>
            </a:fgClr>
            <a:bgClr>
              <a:schemeClr val="bg1"/>
            </a:bgClr>
          </a:pattFill>
          <a:ln w="38100">
            <a:solidFill>
              <a:srgbClr val="FF0000"/>
            </a:solidFill>
            <a:miter lim="800000"/>
          </a:ln>
          <a:effectLst/>
        </p:spPr>
        <p:txBody>
          <a:bodyPr wrap="square" anchor="ctr">
            <a:spAutoFit/>
          </a:bodyPr>
          <a:lstStyle>
            <a:lvl1pPr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zh-CN" altLang="en-US" sz="3200" kern="0" dirty="0">
                <a:solidFill>
                  <a:srgbClr val="FF0000"/>
                </a:solidFill>
                <a:sym typeface="Symbol" panose="05050102010706020507" pitchFamily="18" charset="2"/>
              </a:rPr>
              <a:t>每相独立计算法</a:t>
            </a:r>
            <a:endParaRPr lang="zh-CN" altLang="en-US" sz="3200" kern="0" dirty="0">
              <a:solidFill>
                <a:srgbClr val="FF0000"/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8757" y="4521191"/>
            <a:ext cx="3522161" cy="608137"/>
            <a:chOff x="683568" y="4802645"/>
            <a:chExt cx="3522161" cy="608137"/>
          </a:xfrm>
        </p:grpSpPr>
        <p:sp>
          <p:nvSpPr>
            <p:cNvPr id="35" name="Rectangle 23"/>
            <p:cNvSpPr>
              <a:spLocks noChangeArrowheads="1"/>
            </p:cNvSpPr>
            <p:nvPr/>
          </p:nvSpPr>
          <p:spPr bwMode="auto">
            <a:xfrm>
              <a:off x="683568" y="4802645"/>
              <a:ext cx="2875607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532130" indent="-532130" eaLnBrk="1" hangingPunct="1">
                <a:lnSpc>
                  <a:spcPct val="120000"/>
                </a:lnSpc>
              </a:pPr>
              <a:r>
                <a:rPr lang="en-US" altLang="zh-CN" sz="2800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(4) </a:t>
              </a:r>
              <a:r>
                <a:rPr lang="zh-CN" altLang="en-US" sz="2800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关键在于求取</a:t>
              </a:r>
              <a:endPara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6" name="Object 25"/>
            <p:cNvGraphicFramePr>
              <a:graphicFrameLocks noChangeAspect="1"/>
            </p:cNvGraphicFramePr>
            <p:nvPr/>
          </p:nvGraphicFramePr>
          <p:xfrm>
            <a:off x="3475479" y="4861507"/>
            <a:ext cx="730250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85936" name="Equation" r:id="rId3" imgW="7620000" imgH="5791200" progId="Equation.DSMT4">
                    <p:embed/>
                  </p:oleObj>
                </mc:Choice>
                <mc:Fallback>
                  <p:oleObj name="Equation" r:id="rId3" imgW="76200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75479" y="4861507"/>
                          <a:ext cx="730250" cy="549275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8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39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42" name="Picture 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" name="Picture 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" name="Picture 1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" name="Picture 1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76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7" name="Picture 1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1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1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1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2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2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2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2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2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3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3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108" grpId="0"/>
      <p:bldP spid="109" grpId="0"/>
      <p:bldP spid="110" grpId="0"/>
      <p:bldP spid="41" grpId="0" animBg="1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7" name="Rectangle 20"/>
          <p:cNvSpPr>
            <a:spLocks noChangeArrowheads="1"/>
          </p:cNvSpPr>
          <p:nvPr/>
        </p:nvSpPr>
        <p:spPr bwMode="auto">
          <a:xfrm>
            <a:off x="839416" y="1682081"/>
            <a:ext cx="235243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不接中线：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4" name="Object 13"/>
          <p:cNvGraphicFramePr>
            <a:graphicFrameLocks noChangeAspect="1"/>
          </p:cNvGraphicFramePr>
          <p:nvPr/>
        </p:nvGraphicFramePr>
        <p:xfrm>
          <a:off x="1514531" y="2902102"/>
          <a:ext cx="2389188" cy="1398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6349" name="Equation" r:id="rId1" imgW="35356800" imgH="20726400" progId="Equation.DSMT4">
                  <p:embed/>
                </p:oleObj>
              </mc:Choice>
              <mc:Fallback>
                <p:oleObj name="Equation" r:id="rId1" imgW="35356800" imgH="20726400" progId="Equation.DSMT4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14531" y="2902102"/>
                        <a:ext cx="2389188" cy="1398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6" name="Object 31"/>
          <p:cNvGraphicFramePr>
            <a:graphicFrameLocks noChangeAspect="1"/>
          </p:cNvGraphicFramePr>
          <p:nvPr/>
        </p:nvGraphicFramePr>
        <p:xfrm>
          <a:off x="8328248" y="980728"/>
          <a:ext cx="3671887" cy="2219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6350" name="Visio" r:id="rId3" imgW="2124710" imgH="1281430" progId="Visio.Drawing.11">
                  <p:embed/>
                </p:oleObj>
              </mc:Choice>
              <mc:Fallback>
                <p:oleObj name="Visio" r:id="rId3" imgW="2124710" imgH="1281430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28248" y="980728"/>
                        <a:ext cx="3671887" cy="2219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8" name="Rectangle 3"/>
          <p:cNvSpPr txBox="1">
            <a:spLocks noChangeArrowheads="1"/>
          </p:cNvSpPr>
          <p:nvPr/>
        </p:nvSpPr>
        <p:spPr>
          <a:xfrm>
            <a:off x="1172425" y="4418984"/>
            <a:ext cx="2700338" cy="598961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5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三相电源对称</a:t>
            </a:r>
            <a:endParaRPr lang="zh-CN" altLang="en-US" kern="0" dirty="0"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39" name="Object 8"/>
          <p:cNvGraphicFramePr>
            <a:graphicFrameLocks noChangeAspect="1"/>
          </p:cNvGraphicFramePr>
          <p:nvPr/>
        </p:nvGraphicFramePr>
        <p:xfrm>
          <a:off x="6126440" y="4570722"/>
          <a:ext cx="1084263" cy="4619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6351" name="Equation" r:id="rId6" imgW="13411200" imgH="5791200" progId="Equation.DSMT4">
                  <p:embed/>
                </p:oleObj>
              </mc:Choice>
              <mc:Fallback>
                <p:oleObj name="Equation" r:id="rId6" imgW="13411200" imgH="57912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26440" y="4570722"/>
                        <a:ext cx="1084263" cy="4619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" name="Rectangle 3"/>
          <p:cNvSpPr txBox="1">
            <a:spLocks noChangeArrowheads="1"/>
          </p:cNvSpPr>
          <p:nvPr/>
        </p:nvSpPr>
        <p:spPr>
          <a:xfrm>
            <a:off x="1168582" y="2200585"/>
            <a:ext cx="2526505" cy="58322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5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由节点分析法</a:t>
            </a:r>
            <a:endParaRPr lang="zh-CN" altLang="en-US" b="1" kern="0" dirty="0"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1" name="AutoShape 24"/>
          <p:cNvSpPr>
            <a:spLocks noChangeArrowheads="1"/>
          </p:cNvSpPr>
          <p:nvPr/>
        </p:nvSpPr>
        <p:spPr bwMode="auto">
          <a:xfrm>
            <a:off x="7836434" y="4643876"/>
            <a:ext cx="597877" cy="332643"/>
          </a:xfrm>
          <a:prstGeom prst="rightArrow">
            <a:avLst>
              <a:gd name="adj1" fmla="val 50000"/>
              <a:gd name="adj2" fmla="val 4493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/>
          </a:p>
        </p:txBody>
      </p:sp>
      <p:graphicFrame>
        <p:nvGraphicFramePr>
          <p:cNvPr id="42" name="Object 8"/>
          <p:cNvGraphicFramePr>
            <a:graphicFrameLocks noChangeAspect="1"/>
          </p:cNvGraphicFramePr>
          <p:nvPr/>
        </p:nvGraphicFramePr>
        <p:xfrm>
          <a:off x="3759512" y="4515550"/>
          <a:ext cx="1477963" cy="4619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6352" name="Equation" r:id="rId8" imgW="18288000" imgH="5791200" progId="Equation.DSMT4">
                  <p:embed/>
                </p:oleObj>
              </mc:Choice>
              <mc:Fallback>
                <p:oleObj name="Equation" r:id="rId8" imgW="18288000" imgH="57912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59512" y="4515550"/>
                        <a:ext cx="1477963" cy="4619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6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47" name="Picture 8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9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10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11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1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2" name="Picture 16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17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8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9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20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21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2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3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4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5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6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7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8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9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30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35" descr="Green and Black Diamon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4" name="Text Box 89" descr="40%"/>
          <p:cNvSpPr txBox="1">
            <a:spLocks noChangeArrowheads="1"/>
          </p:cNvSpPr>
          <p:nvPr/>
        </p:nvSpPr>
        <p:spPr bwMode="auto">
          <a:xfrm>
            <a:off x="3269513" y="6093296"/>
            <a:ext cx="3726148" cy="584775"/>
          </a:xfrm>
          <a:prstGeom prst="rect">
            <a:avLst/>
          </a:prstGeom>
          <a:pattFill prst="pct75">
            <a:fgClr>
              <a:srgbClr val="FFFF99"/>
            </a:fgClr>
            <a:bgClr>
              <a:schemeClr val="bg1"/>
            </a:bgClr>
          </a:pattFill>
          <a:ln w="38100">
            <a:solidFill>
              <a:srgbClr val="FF0000"/>
            </a:solidFill>
            <a:miter lim="800000"/>
          </a:ln>
          <a:effectLst/>
        </p:spPr>
        <p:txBody>
          <a:bodyPr wrap="square" anchor="ctr">
            <a:spAutoFit/>
          </a:bodyPr>
          <a:lstStyle>
            <a:lvl1pPr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zh-CN" altLang="en-US" sz="3200" kern="0" dirty="0">
                <a:solidFill>
                  <a:srgbClr val="FF0000"/>
                </a:solidFill>
                <a:sym typeface="Symbol" panose="05050102010706020507" pitchFamily="18" charset="2"/>
              </a:rPr>
              <a:t>每相独立计算法</a:t>
            </a:r>
            <a:endParaRPr lang="zh-CN" altLang="en-US" sz="3200" kern="0" dirty="0">
              <a:solidFill>
                <a:srgbClr val="FF0000"/>
              </a:solidFill>
            </a:endParaRPr>
          </a:p>
        </p:txBody>
      </p:sp>
      <p:sp>
        <p:nvSpPr>
          <p:cNvPr id="45" name="Rectangle 9"/>
          <p:cNvSpPr>
            <a:spLocks noChangeArrowheads="1"/>
          </p:cNvSpPr>
          <p:nvPr/>
        </p:nvSpPr>
        <p:spPr bwMode="auto">
          <a:xfrm>
            <a:off x="9188814" y="3745950"/>
            <a:ext cx="2488725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楷体_GB2312" pitchFamily="49" charset="-122"/>
                <a:ea typeface="宋体" panose="02010600030101010101" pitchFamily="2" charset="-122"/>
              </a:rPr>
              <a:t>负载各相电压</a:t>
            </a:r>
            <a:endParaRPr lang="zh-CN" altLang="en-US" sz="2800" dirty="0">
              <a:solidFill>
                <a:srgbClr val="00B0F0"/>
              </a:solidFill>
              <a:ea typeface="宋体" panose="02010600030101010101" pitchFamily="2" charset="-122"/>
            </a:endParaRPr>
          </a:p>
        </p:txBody>
      </p:sp>
      <p:graphicFrame>
        <p:nvGraphicFramePr>
          <p:cNvPr id="53" name="Object 11"/>
          <p:cNvGraphicFramePr>
            <a:graphicFrameLocks noChangeAspect="1"/>
          </p:cNvGraphicFramePr>
          <p:nvPr/>
        </p:nvGraphicFramePr>
        <p:xfrm>
          <a:off x="9336360" y="4353576"/>
          <a:ext cx="1970088" cy="13287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6353" name="Equation" r:id="rId11" imgW="27127200" imgH="18288000" progId="Equation.DSMT4">
                  <p:embed/>
                </p:oleObj>
              </mc:Choice>
              <mc:Fallback>
                <p:oleObj name="Equation" r:id="rId11" imgW="27127200" imgH="182880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336360" y="4353576"/>
                        <a:ext cx="1970088" cy="13287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4" name="Rectangle 3"/>
          <p:cNvSpPr txBox="1">
            <a:spLocks noChangeArrowheads="1"/>
          </p:cNvSpPr>
          <p:nvPr/>
        </p:nvSpPr>
        <p:spPr>
          <a:xfrm>
            <a:off x="1170440" y="5032684"/>
            <a:ext cx="4849019" cy="61477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5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三相负载不对称 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b="1" baseline="-2500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en-US" altLang="zh-CN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≠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b="1" baseline="-2500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lang="en-US" altLang="zh-CN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≠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Z</a:t>
            </a:r>
            <a:r>
              <a:rPr lang="en-US" altLang="zh-CN" b="1" baseline="-2500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W</a:t>
            </a:r>
            <a:endParaRPr lang="zh-CN" altLang="en-US" b="1" dirty="0">
              <a:solidFill>
                <a:schemeClr val="tx1"/>
              </a:solidFill>
            </a:endParaRPr>
          </a:p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endParaRPr lang="zh-CN" altLang="en-US" kern="0" dirty="0"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55" name="Object 25"/>
          <p:cNvGraphicFramePr>
            <a:graphicFrameLocks noChangeAspect="1"/>
          </p:cNvGraphicFramePr>
          <p:nvPr/>
        </p:nvGraphicFramePr>
        <p:xfrm>
          <a:off x="5024807" y="1041578"/>
          <a:ext cx="3236913" cy="3313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6354" name="Visio" r:id="rId13" imgW="1732280" imgH="1777365" progId="Visio.Drawing.11">
                  <p:embed/>
                </p:oleObj>
              </mc:Choice>
              <mc:Fallback>
                <p:oleObj name="Visio" r:id="rId13" imgW="1732280" imgH="177736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24807" y="1041578"/>
                        <a:ext cx="3236913" cy="3313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38" grpId="0"/>
      <p:bldP spid="44" grpId="0"/>
      <p:bldP spid="41" grpId="0" animBg="1"/>
      <p:bldP spid="84" grpId="0" animBg="1" autoUpdateAnimBg="0"/>
      <p:bldP spid="45" grpId="0"/>
      <p:bldP spid="5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0" name="Rectangle 10"/>
          <p:cNvSpPr>
            <a:spLocks noChangeArrowheads="1"/>
          </p:cNvSpPr>
          <p:nvPr/>
        </p:nvSpPr>
        <p:spPr bwMode="auto">
          <a:xfrm>
            <a:off x="1199456" y="2144665"/>
            <a:ext cx="1480498" cy="6206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(1) </a:t>
            </a:r>
            <a:r>
              <a:rPr lang="zh-CN" altLang="en-US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危害</a:t>
            </a:r>
            <a:endParaRPr lang="zh-CN" altLang="en-US" sz="2800" b="1" dirty="0">
              <a:solidFill>
                <a:srgbClr val="C00000"/>
              </a:solidFill>
              <a:ea typeface="楷体_GB2312" pitchFamily="49" charset="-122"/>
            </a:endParaRPr>
          </a:p>
        </p:txBody>
      </p:sp>
      <p:sp>
        <p:nvSpPr>
          <p:cNvPr id="41" name="Rectangle 14"/>
          <p:cNvSpPr>
            <a:spLocks noChangeArrowheads="1"/>
          </p:cNvSpPr>
          <p:nvPr/>
        </p:nvSpPr>
        <p:spPr bwMode="auto">
          <a:xfrm>
            <a:off x="3772751" y="4517846"/>
            <a:ext cx="3763409" cy="21515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中性点位移过大，势必引起负载中有的相电压过高，影响负载正常工作，甚至损坏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43" name="Object 27"/>
          <p:cNvGraphicFramePr>
            <a:graphicFrameLocks noChangeAspect="1"/>
          </p:cNvGraphicFramePr>
          <p:nvPr/>
        </p:nvGraphicFramePr>
        <p:xfrm>
          <a:off x="693245" y="4172497"/>
          <a:ext cx="2644775" cy="2808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7673" name="Visio" r:id="rId1" imgW="1732280" imgH="1841500" progId="Visio.Drawing.11">
                  <p:embed/>
                </p:oleObj>
              </mc:Choice>
              <mc:Fallback>
                <p:oleObj name="Visio" r:id="rId1" imgW="1732280" imgH="1841500" progId="Visio.Drawing.11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3245" y="4172497"/>
                        <a:ext cx="2644775" cy="28082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2" name="Object 8"/>
          <p:cNvGraphicFramePr>
            <a:graphicFrameLocks noChangeAspect="1"/>
          </p:cNvGraphicFramePr>
          <p:nvPr/>
        </p:nvGraphicFramePr>
        <p:xfrm>
          <a:off x="2688487" y="2241978"/>
          <a:ext cx="1084263" cy="4619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7674" name="Equation" r:id="rId3" imgW="13411200" imgH="5791200" progId="Equation.DSMT4">
                  <p:embed/>
                </p:oleObj>
              </mc:Choice>
              <mc:Fallback>
                <p:oleObj name="Equation" r:id="rId3" imgW="13411200" imgH="57912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88487" y="2241978"/>
                        <a:ext cx="1084263" cy="4619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" name="Rectangle 11"/>
          <p:cNvSpPr>
            <a:spLocks noChangeArrowheads="1"/>
          </p:cNvSpPr>
          <p:nvPr/>
        </p:nvSpPr>
        <p:spPr bwMode="auto">
          <a:xfrm>
            <a:off x="1676362" y="2690466"/>
            <a:ext cx="6037768" cy="16113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中性点位移：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负载中性点与电源中性点的电位不重合的现象称为</a:t>
            </a: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负载中性点位移</a:t>
            </a:r>
            <a:r>
              <a:rPr lang="zh-CN" altLang="en-US" sz="2800" b="1" dirty="0">
                <a:solidFill>
                  <a:srgbClr val="000066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lang="zh-CN" altLang="en-US" sz="2800" b="1" dirty="0">
              <a:solidFill>
                <a:srgbClr val="A5002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8" name="Rectangle 20"/>
          <p:cNvSpPr>
            <a:spLocks noChangeArrowheads="1"/>
          </p:cNvSpPr>
          <p:nvPr/>
        </p:nvSpPr>
        <p:spPr bwMode="auto">
          <a:xfrm>
            <a:off x="839416" y="1682081"/>
            <a:ext cx="235243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不接中线：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9" name="Object 25"/>
          <p:cNvGraphicFramePr>
            <a:graphicFrameLocks noChangeAspect="1"/>
          </p:cNvGraphicFramePr>
          <p:nvPr/>
        </p:nvGraphicFramePr>
        <p:xfrm>
          <a:off x="8691735" y="3466444"/>
          <a:ext cx="3236913" cy="3313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7675" name="Visio" r:id="rId5" imgW="1732280" imgH="1777365" progId="Visio.Drawing.11">
                  <p:embed/>
                </p:oleObj>
              </mc:Choice>
              <mc:Fallback>
                <p:oleObj name="Visio" r:id="rId5" imgW="1732280" imgH="177736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91735" y="3466444"/>
                        <a:ext cx="3236913" cy="3313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" name="Object 31"/>
          <p:cNvGraphicFramePr>
            <a:graphicFrameLocks noChangeAspect="1"/>
          </p:cNvGraphicFramePr>
          <p:nvPr/>
        </p:nvGraphicFramePr>
        <p:xfrm>
          <a:off x="8328248" y="980728"/>
          <a:ext cx="3671887" cy="2219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7676" name="Visio" r:id="rId7" imgW="2124710" imgH="1281430" progId="Visio.Drawing.11">
                  <p:embed/>
                </p:oleObj>
              </mc:Choice>
              <mc:Fallback>
                <p:oleObj name="Visio" r:id="rId7" imgW="2124710" imgH="1281430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28248" y="980728"/>
                        <a:ext cx="3671887" cy="2219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9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50" name="Picture 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1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5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6" name="Picture 1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1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7" name="Rectangle 20"/>
          <p:cNvSpPr>
            <a:spLocks noChangeArrowheads="1"/>
          </p:cNvSpPr>
          <p:nvPr/>
        </p:nvSpPr>
        <p:spPr bwMode="auto">
          <a:xfrm>
            <a:off x="839416" y="1682081"/>
            <a:ext cx="235243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接上中线：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4" name="Rectangle 3"/>
          <p:cNvSpPr txBox="1">
            <a:spLocks noChangeArrowheads="1"/>
          </p:cNvSpPr>
          <p:nvPr/>
        </p:nvSpPr>
        <p:spPr>
          <a:xfrm>
            <a:off x="1173111" y="2149177"/>
            <a:ext cx="4211854" cy="58322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中线阻抗可忽略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</a:t>
            </a:r>
            <a:r>
              <a:rPr lang="en-US" altLang="zh-CN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en-US" altLang="zh-CN" b="1" baseline="-250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=0)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b="1" kern="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1" name="Rectangle 4"/>
          <p:cNvSpPr>
            <a:spLocks noChangeArrowheads="1"/>
          </p:cNvSpPr>
          <p:nvPr/>
        </p:nvSpPr>
        <p:spPr bwMode="auto">
          <a:xfrm>
            <a:off x="1703512" y="2785426"/>
            <a:ext cx="24479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与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同电位</a:t>
            </a:r>
            <a:endParaRPr lang="en-US" altLang="zh-CN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43" name="Object 14"/>
          <p:cNvGraphicFramePr>
            <a:graphicFrameLocks noChangeAspect="1"/>
          </p:cNvGraphicFramePr>
          <p:nvPr/>
        </p:nvGraphicFramePr>
        <p:xfrm>
          <a:off x="1787654" y="3795321"/>
          <a:ext cx="982662" cy="419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89181" name="Equation" r:id="rId2" imgW="13411200" imgH="5791200" progId="Equation.DSMT4">
                  <p:embed/>
                </p:oleObj>
              </mc:Choice>
              <mc:Fallback>
                <p:oleObj name="Equation" r:id="rId2" imgW="13411200" imgH="5791200" progId="Equation.DSMT4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87654" y="3795321"/>
                        <a:ext cx="982662" cy="419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" name="Rectangle 16"/>
          <p:cNvSpPr>
            <a:spLocks noChangeArrowheads="1"/>
          </p:cNvSpPr>
          <p:nvPr/>
        </p:nvSpPr>
        <p:spPr bwMode="auto">
          <a:xfrm>
            <a:off x="1703512" y="4900594"/>
            <a:ext cx="9959620" cy="11455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负载的相电压与对应电源各相电压相等（端线阻抗可忽略），若电源三相对称，则</a:t>
            </a:r>
            <a:r>
              <a:rPr lang="zh-CN" altLang="en-US" sz="2800" b="1" dirty="0">
                <a:solidFill>
                  <a:srgbClr val="FF00FF"/>
                </a:solidFill>
                <a:ea typeface="宋体" panose="02010600030101010101" pitchFamily="2" charset="-122"/>
              </a:rPr>
              <a:t>负载相电压也对称</a:t>
            </a:r>
            <a:r>
              <a:rPr lang="zh-CN" altLang="en-US" sz="2800" b="1" dirty="0">
                <a:ea typeface="宋体" panose="02010600030101010101" pitchFamily="2" charset="-122"/>
              </a:rPr>
              <a:t>（负载相电流不对称）</a:t>
            </a:r>
            <a:endParaRPr lang="en-US" altLang="zh-CN" sz="2800" b="1" dirty="0">
              <a:ea typeface="宋体" panose="02010600030101010101" pitchFamily="2" charset="-122"/>
            </a:endParaRPr>
          </a:p>
        </p:txBody>
      </p:sp>
      <p:sp>
        <p:nvSpPr>
          <p:cNvPr id="46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8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49" name="Picture 8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9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10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1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9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5" name="Picture 16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7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8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9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0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1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2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3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4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5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6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7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8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9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30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5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88" name="Object 32"/>
          <p:cNvGraphicFramePr>
            <a:graphicFrameLocks noChangeAspect="1"/>
          </p:cNvGraphicFramePr>
          <p:nvPr/>
        </p:nvGraphicFramePr>
        <p:xfrm>
          <a:off x="8471643" y="1005780"/>
          <a:ext cx="3529013" cy="2135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89182" name="Visio" r:id="rId5" imgW="2124710" imgH="1281430" progId="Visio.Drawing.11">
                  <p:embed/>
                </p:oleObj>
              </mc:Choice>
              <mc:Fallback>
                <p:oleObj name="Visio" r:id="rId5" imgW="2124710" imgH="1281430" progId="Visio.Drawing.11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71643" y="1005780"/>
                        <a:ext cx="3529013" cy="2135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89" name="组合 88"/>
          <p:cNvGrpSpPr/>
          <p:nvPr/>
        </p:nvGrpSpPr>
        <p:grpSpPr>
          <a:xfrm>
            <a:off x="9665610" y="2552614"/>
            <a:ext cx="909935" cy="577912"/>
            <a:chOff x="5512904" y="2686641"/>
            <a:chExt cx="2088870" cy="577912"/>
          </a:xfrm>
        </p:grpSpPr>
        <p:sp>
          <p:nvSpPr>
            <p:cNvPr id="97" name="矩形 96"/>
            <p:cNvSpPr/>
            <p:nvPr/>
          </p:nvSpPr>
          <p:spPr bwMode="auto">
            <a:xfrm>
              <a:off x="5662555" y="2686641"/>
              <a:ext cx="1800200" cy="577912"/>
            </a:xfrm>
            <a:prstGeom prst="rect">
              <a:avLst/>
            </a:prstGeom>
            <a:solidFill>
              <a:schemeClr val="bg1"/>
            </a:solidFill>
            <a:ln w="285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cxnSp>
          <p:nvCxnSpPr>
            <p:cNvPr id="98" name="直接连接符 97"/>
            <p:cNvCxnSpPr/>
            <p:nvPr/>
          </p:nvCxnSpPr>
          <p:spPr bwMode="auto">
            <a:xfrm>
              <a:off x="5512904" y="3048311"/>
              <a:ext cx="2088870" cy="0"/>
            </a:xfrm>
            <a:prstGeom prst="line">
              <a:avLst/>
            </a:prstGeom>
            <a:solidFill>
              <a:srgbClr val="DDDDDD"/>
            </a:solidFill>
            <a:ln w="2857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99" name="Text Box 89" descr="40%"/>
          <p:cNvSpPr txBox="1">
            <a:spLocks noChangeArrowheads="1"/>
          </p:cNvSpPr>
          <p:nvPr/>
        </p:nvSpPr>
        <p:spPr bwMode="auto">
          <a:xfrm>
            <a:off x="3269513" y="6093296"/>
            <a:ext cx="3726148" cy="584775"/>
          </a:xfrm>
          <a:prstGeom prst="rect">
            <a:avLst/>
          </a:prstGeom>
          <a:pattFill prst="pct75">
            <a:fgClr>
              <a:srgbClr val="FFFF99"/>
            </a:fgClr>
            <a:bgClr>
              <a:schemeClr val="bg1"/>
            </a:bgClr>
          </a:pattFill>
          <a:ln w="38100">
            <a:solidFill>
              <a:srgbClr val="FF0000"/>
            </a:solidFill>
            <a:miter lim="800000"/>
          </a:ln>
          <a:effectLst/>
        </p:spPr>
        <p:txBody>
          <a:bodyPr wrap="square" anchor="ctr">
            <a:spAutoFit/>
          </a:bodyPr>
          <a:lstStyle>
            <a:lvl1pPr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zh-CN" altLang="en-US" sz="3200" kern="0" dirty="0">
                <a:solidFill>
                  <a:srgbClr val="FF0000"/>
                </a:solidFill>
                <a:sym typeface="Symbol" panose="05050102010706020507" pitchFamily="18" charset="2"/>
              </a:rPr>
              <a:t>每相独立计算法</a:t>
            </a:r>
            <a:endParaRPr lang="zh-CN" altLang="en-US" sz="3200" kern="0" dirty="0">
              <a:solidFill>
                <a:srgbClr val="FF0000"/>
              </a:solidFill>
            </a:endParaRPr>
          </a:p>
        </p:txBody>
      </p:sp>
      <p:sp>
        <p:nvSpPr>
          <p:cNvPr id="39" name="AutoShape 24"/>
          <p:cNvSpPr>
            <a:spLocks noChangeArrowheads="1"/>
          </p:cNvSpPr>
          <p:nvPr/>
        </p:nvSpPr>
        <p:spPr bwMode="auto">
          <a:xfrm>
            <a:off x="3409891" y="3841040"/>
            <a:ext cx="597877" cy="332643"/>
          </a:xfrm>
          <a:prstGeom prst="rightArrow">
            <a:avLst>
              <a:gd name="adj1" fmla="val 50000"/>
              <a:gd name="adj2" fmla="val 4493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/>
          </a:p>
        </p:txBody>
      </p:sp>
      <p:sp>
        <p:nvSpPr>
          <p:cNvPr id="40" name="Rectangle 9"/>
          <p:cNvSpPr>
            <a:spLocks noChangeArrowheads="1"/>
          </p:cNvSpPr>
          <p:nvPr/>
        </p:nvSpPr>
        <p:spPr bwMode="auto">
          <a:xfrm>
            <a:off x="4675989" y="2943114"/>
            <a:ext cx="2562126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楷体_GB2312" pitchFamily="49" charset="-122"/>
                <a:ea typeface="宋体" panose="02010600030101010101" pitchFamily="2" charset="-122"/>
              </a:rPr>
              <a:t>负载各相电压</a:t>
            </a:r>
            <a:endParaRPr lang="zh-CN" altLang="en-US" sz="2800" dirty="0">
              <a:solidFill>
                <a:srgbClr val="00B0F0"/>
              </a:solidFill>
              <a:ea typeface="宋体" panose="02010600030101010101" pitchFamily="2" charset="-122"/>
            </a:endParaRPr>
          </a:p>
        </p:txBody>
      </p:sp>
      <p:graphicFrame>
        <p:nvGraphicFramePr>
          <p:cNvPr id="42" name="Object 11"/>
          <p:cNvGraphicFramePr>
            <a:graphicFrameLocks noChangeAspect="1"/>
          </p:cNvGraphicFramePr>
          <p:nvPr/>
        </p:nvGraphicFramePr>
        <p:xfrm>
          <a:off x="4779119" y="3551123"/>
          <a:ext cx="2613025" cy="1328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89183" name="Equation" r:id="rId7" imgW="35966400" imgH="18288000" progId="Equation.DSMT4">
                  <p:embed/>
                </p:oleObj>
              </mc:Choice>
              <mc:Fallback>
                <p:oleObj name="Equation" r:id="rId7" imgW="35966400" imgH="182880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79119" y="3551123"/>
                        <a:ext cx="2613025" cy="1328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9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44" grpId="0"/>
      <p:bldP spid="41" grpId="0"/>
      <p:bldP spid="45" grpId="0"/>
      <p:bldP spid="99" grpId="0" animBg="1" autoUpdateAnimBg="0"/>
      <p:bldP spid="39" grpId="0" animBg="1"/>
      <p:bldP spid="40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4" name="Rectangle 3"/>
          <p:cNvSpPr txBox="1">
            <a:spLocks noChangeArrowheads="1"/>
          </p:cNvSpPr>
          <p:nvPr/>
        </p:nvSpPr>
        <p:spPr>
          <a:xfrm>
            <a:off x="1164066" y="2200585"/>
            <a:ext cx="4211854" cy="58322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中线阻抗 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</a:t>
            </a:r>
            <a:r>
              <a:rPr lang="en-US" altLang="zh-CN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en-US" altLang="zh-CN" b="1" baseline="-250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≠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0)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b="1" kern="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6" name="Object 16"/>
          <p:cNvGraphicFramePr>
            <a:graphicFrameLocks noChangeAspect="1"/>
          </p:cNvGraphicFramePr>
          <p:nvPr/>
        </p:nvGraphicFramePr>
        <p:xfrm>
          <a:off x="1705826" y="4934149"/>
          <a:ext cx="911225" cy="390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3023" name="Equation" r:id="rId2" imgW="13411200" imgH="5791200" progId="Equation.DSMT4">
                  <p:embed/>
                </p:oleObj>
              </mc:Choice>
              <mc:Fallback>
                <p:oleObj name="Equation" r:id="rId2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5826" y="4934149"/>
                        <a:ext cx="911225" cy="390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8" name="Object 5"/>
          <p:cNvGraphicFramePr>
            <a:graphicFrameLocks noChangeAspect="1"/>
          </p:cNvGraphicFramePr>
          <p:nvPr/>
        </p:nvGraphicFramePr>
        <p:xfrm>
          <a:off x="1703512" y="2784475"/>
          <a:ext cx="2651125" cy="1258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3024" name="Equation" r:id="rId4" imgW="43586400" imgH="20726400" progId="Equation.DSMT4">
                  <p:embed/>
                </p:oleObj>
              </mc:Choice>
              <mc:Fallback>
                <p:oleObj name="Equation" r:id="rId4" imgW="435864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3512" y="2784475"/>
                        <a:ext cx="2651125" cy="1258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Rectangle 9"/>
          <p:cNvSpPr>
            <a:spLocks noChangeArrowheads="1"/>
          </p:cNvSpPr>
          <p:nvPr/>
        </p:nvSpPr>
        <p:spPr bwMode="auto">
          <a:xfrm>
            <a:off x="4542492" y="4191736"/>
            <a:ext cx="2908300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楷体_GB2312" pitchFamily="49" charset="-122"/>
                <a:ea typeface="宋体" panose="02010600030101010101" pitchFamily="2" charset="-122"/>
              </a:rPr>
              <a:t>负载各相电压</a:t>
            </a:r>
            <a:endParaRPr lang="zh-CN" altLang="en-US" sz="2800" dirty="0">
              <a:solidFill>
                <a:srgbClr val="00B0F0"/>
              </a:solidFill>
              <a:ea typeface="宋体" panose="02010600030101010101" pitchFamily="2" charset="-122"/>
            </a:endParaRPr>
          </a:p>
        </p:txBody>
      </p:sp>
      <p:graphicFrame>
        <p:nvGraphicFramePr>
          <p:cNvPr id="47" name="Object 11"/>
          <p:cNvGraphicFramePr>
            <a:graphicFrameLocks noChangeAspect="1"/>
          </p:cNvGraphicFramePr>
          <p:nvPr/>
        </p:nvGraphicFramePr>
        <p:xfrm>
          <a:off x="4665251" y="4783690"/>
          <a:ext cx="1970088" cy="13287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3025" name="Equation" r:id="rId6" imgW="27127200" imgH="18288000" progId="Equation.DSMT4">
                  <p:embed/>
                </p:oleObj>
              </mc:Choice>
              <mc:Fallback>
                <p:oleObj name="Equation" r:id="rId6" imgW="27127200" imgH="182880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65251" y="4783690"/>
                        <a:ext cx="1970088" cy="13287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9" name="Text Box 89" descr="40%"/>
          <p:cNvSpPr txBox="1">
            <a:spLocks noChangeArrowheads="1"/>
          </p:cNvSpPr>
          <p:nvPr/>
        </p:nvSpPr>
        <p:spPr bwMode="auto">
          <a:xfrm>
            <a:off x="2455111" y="6159464"/>
            <a:ext cx="3726148" cy="584775"/>
          </a:xfrm>
          <a:prstGeom prst="rect">
            <a:avLst/>
          </a:prstGeom>
          <a:pattFill prst="pct75">
            <a:fgClr>
              <a:srgbClr val="FFFF99"/>
            </a:fgClr>
            <a:bgClr>
              <a:schemeClr val="bg1"/>
            </a:bgClr>
          </a:pattFill>
          <a:ln w="38100">
            <a:solidFill>
              <a:srgbClr val="FF0000"/>
            </a:solidFill>
            <a:miter lim="800000"/>
          </a:ln>
          <a:effectLst/>
        </p:spPr>
        <p:txBody>
          <a:bodyPr wrap="square" anchor="ctr">
            <a:spAutoFit/>
          </a:bodyPr>
          <a:lstStyle>
            <a:lvl1pPr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zh-CN" altLang="en-US" sz="3200" kern="0" dirty="0">
                <a:solidFill>
                  <a:srgbClr val="FF0000"/>
                </a:solidFill>
                <a:sym typeface="Symbol" panose="05050102010706020507" pitchFamily="18" charset="2"/>
              </a:rPr>
              <a:t>每相独立计算法</a:t>
            </a:r>
            <a:endParaRPr lang="zh-CN" altLang="en-US" sz="3200" kern="0" dirty="0">
              <a:solidFill>
                <a:srgbClr val="FF0000"/>
              </a:solidFill>
            </a:endParaRPr>
          </a:p>
        </p:txBody>
      </p:sp>
      <p:sp>
        <p:nvSpPr>
          <p:cNvPr id="43" name="Rectangle 20"/>
          <p:cNvSpPr>
            <a:spLocks noChangeArrowheads="1"/>
          </p:cNvSpPr>
          <p:nvPr/>
        </p:nvSpPr>
        <p:spPr bwMode="auto">
          <a:xfrm>
            <a:off x="839416" y="1682081"/>
            <a:ext cx="235243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接上中线：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6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50" name="Picture 8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9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0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11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5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6" name="Picture 16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7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8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19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0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1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2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3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4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5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6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7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8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9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0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" descr="Green and Black Diamon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89" name="Object 32"/>
          <p:cNvGraphicFramePr>
            <a:graphicFrameLocks noChangeAspect="1"/>
          </p:cNvGraphicFramePr>
          <p:nvPr/>
        </p:nvGraphicFramePr>
        <p:xfrm>
          <a:off x="8471643" y="1005780"/>
          <a:ext cx="3529013" cy="2135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3026" name="Visio" r:id="rId9" imgW="2124710" imgH="1281430" progId="Visio.Drawing.11">
                  <p:embed/>
                </p:oleObj>
              </mc:Choice>
              <mc:Fallback>
                <p:oleObj name="Visio" r:id="rId9" imgW="2124710" imgH="1281430" progId="Visio.Drawing.11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71643" y="1005780"/>
                        <a:ext cx="3529013" cy="2135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0" name="AutoShape 24"/>
          <p:cNvSpPr>
            <a:spLocks noChangeArrowheads="1"/>
          </p:cNvSpPr>
          <p:nvPr/>
        </p:nvSpPr>
        <p:spPr bwMode="auto">
          <a:xfrm>
            <a:off x="3215680" y="4944718"/>
            <a:ext cx="597877" cy="332643"/>
          </a:xfrm>
          <a:prstGeom prst="rightArrow">
            <a:avLst>
              <a:gd name="adj1" fmla="val 50000"/>
              <a:gd name="adj2" fmla="val 4493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/>
          </a:p>
        </p:txBody>
      </p:sp>
      <p:graphicFrame>
        <p:nvGraphicFramePr>
          <p:cNvPr id="53" name="Object 25"/>
          <p:cNvGraphicFramePr>
            <a:graphicFrameLocks noChangeAspect="1"/>
          </p:cNvGraphicFramePr>
          <p:nvPr/>
        </p:nvGraphicFramePr>
        <p:xfrm>
          <a:off x="8691735" y="3466444"/>
          <a:ext cx="3236913" cy="3313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3027" name="Visio" r:id="rId11" imgW="1732280" imgH="1777365" progId="Visio.Drawing.11">
                  <p:embed/>
                </p:oleObj>
              </mc:Choice>
              <mc:Fallback>
                <p:oleObj name="Visio" r:id="rId11" imgW="1732280" imgH="1777365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91735" y="3466444"/>
                        <a:ext cx="3236913" cy="3313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39" grpId="0"/>
      <p:bldP spid="49" grpId="0" animBg="1" autoUpdateAnimBg="0"/>
      <p:bldP spid="40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4" name="Rectangle 3"/>
          <p:cNvSpPr txBox="1">
            <a:spLocks noChangeArrowheads="1"/>
          </p:cNvSpPr>
          <p:nvPr/>
        </p:nvSpPr>
        <p:spPr>
          <a:xfrm>
            <a:off x="1164066" y="2200585"/>
            <a:ext cx="4211854" cy="58322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中线阻抗 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</a:t>
            </a:r>
            <a:r>
              <a:rPr lang="en-US" altLang="zh-CN" b="1" i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lang="en-US" altLang="zh-CN" b="1" baseline="-2500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≠</a:t>
            </a:r>
            <a:r>
              <a:rPr lang="en-US" altLang="zh-CN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0)</a:t>
            </a:r>
            <a:r>
              <a:rPr lang="zh-CN" altLang="en-US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b="1" kern="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6" name="Object 16"/>
          <p:cNvGraphicFramePr>
            <a:graphicFrameLocks noChangeAspect="1"/>
          </p:cNvGraphicFramePr>
          <p:nvPr/>
        </p:nvGraphicFramePr>
        <p:xfrm>
          <a:off x="4826124" y="3241676"/>
          <a:ext cx="911225" cy="390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9930" name="Equation" r:id="rId2" imgW="13411200" imgH="5791200" progId="Equation.DSMT4">
                  <p:embed/>
                </p:oleObj>
              </mc:Choice>
              <mc:Fallback>
                <p:oleObj name="Equation" r:id="rId2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26124" y="3241676"/>
                        <a:ext cx="911225" cy="390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8" name="Object 5"/>
          <p:cNvGraphicFramePr>
            <a:graphicFrameLocks noChangeAspect="1"/>
          </p:cNvGraphicFramePr>
          <p:nvPr/>
        </p:nvGraphicFramePr>
        <p:xfrm>
          <a:off x="1703512" y="2784475"/>
          <a:ext cx="2651125" cy="1258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9931" name="Equation" r:id="rId4" imgW="43586400" imgH="20726400" progId="Equation.DSMT4">
                  <p:embed/>
                </p:oleObj>
              </mc:Choice>
              <mc:Fallback>
                <p:oleObj name="Equation" r:id="rId4" imgW="435864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3512" y="2784475"/>
                        <a:ext cx="2651125" cy="1258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" name="Rectangle 20"/>
          <p:cNvSpPr>
            <a:spLocks noChangeArrowheads="1"/>
          </p:cNvSpPr>
          <p:nvPr/>
        </p:nvSpPr>
        <p:spPr bwMode="auto">
          <a:xfrm>
            <a:off x="839416" y="1682081"/>
            <a:ext cx="235243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接上中线：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" name="Rectangle 4"/>
          <p:cNvSpPr>
            <a:spLocks noChangeArrowheads="1"/>
          </p:cNvSpPr>
          <p:nvPr/>
        </p:nvSpPr>
        <p:spPr bwMode="auto">
          <a:xfrm>
            <a:off x="993038" y="980728"/>
            <a:ext cx="3789363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9.2.3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不对称三相电路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6" name="Group 7"/>
          <p:cNvGrpSpPr/>
          <p:nvPr/>
        </p:nvGrpSpPr>
        <p:grpSpPr bwMode="auto">
          <a:xfrm>
            <a:off x="915250" y="1483990"/>
            <a:ext cx="3867150" cy="171450"/>
            <a:chOff x="288" y="576"/>
            <a:chExt cx="2436" cy="108"/>
          </a:xfrm>
        </p:grpSpPr>
        <p:pic>
          <p:nvPicPr>
            <p:cNvPr id="50" name="Picture 8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9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0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11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5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6" name="Picture 16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7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8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19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0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1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2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3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4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5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6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7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8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9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0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" descr="Green and Black Diamon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89" name="Object 32"/>
          <p:cNvGraphicFramePr>
            <a:graphicFrameLocks noChangeAspect="1"/>
          </p:cNvGraphicFramePr>
          <p:nvPr/>
        </p:nvGraphicFramePr>
        <p:xfrm>
          <a:off x="8471643" y="1005780"/>
          <a:ext cx="3529013" cy="2135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79932" name="Visio" r:id="rId7" imgW="2124710" imgH="1281430" progId="Visio.Drawing.11">
                  <p:embed/>
                </p:oleObj>
              </mc:Choice>
              <mc:Fallback>
                <p:oleObj name="Visio" r:id="rId7" imgW="2124710" imgH="1281430" progId="Visio.Drawing.11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71643" y="1005780"/>
                        <a:ext cx="3529013" cy="2135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0" name="Rectangle 14"/>
          <p:cNvSpPr>
            <a:spLocks noChangeArrowheads="1"/>
          </p:cNvSpPr>
          <p:nvPr/>
        </p:nvSpPr>
        <p:spPr bwMode="auto">
          <a:xfrm>
            <a:off x="6117840" y="3140968"/>
            <a:ext cx="6109978" cy="6493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引起中性点位移：负载相电压不对称</a:t>
            </a:r>
            <a:endParaRPr lang="en-US" altLang="zh-CN" sz="2800" b="1" dirty="0">
              <a:ea typeface="宋体" panose="02010600030101010101" pitchFamily="2" charset="-122"/>
            </a:endParaRPr>
          </a:p>
        </p:txBody>
      </p:sp>
      <p:sp>
        <p:nvSpPr>
          <p:cNvPr id="53" name="Rectangle 15"/>
          <p:cNvSpPr>
            <a:spLocks noChangeArrowheads="1"/>
          </p:cNvSpPr>
          <p:nvPr/>
        </p:nvSpPr>
        <p:spPr bwMode="auto">
          <a:xfrm>
            <a:off x="1788041" y="4076303"/>
            <a:ext cx="604837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ea typeface="宋体" panose="02010600030101010101" pitchFamily="2" charset="-122"/>
              </a:rPr>
              <a:t>尽量减小中性点位移的措施：</a:t>
            </a:r>
            <a:endParaRPr lang="en-US" altLang="zh-CN" sz="2800" b="1" dirty="0">
              <a:solidFill>
                <a:srgbClr val="00B0F0"/>
              </a:solidFill>
              <a:ea typeface="宋体" panose="02010600030101010101" pitchFamily="2" charset="-122"/>
            </a:endParaRPr>
          </a:p>
        </p:txBody>
      </p:sp>
      <p:sp>
        <p:nvSpPr>
          <p:cNvPr id="54" name="Rectangle 18"/>
          <p:cNvSpPr>
            <a:spLocks noChangeArrowheads="1"/>
          </p:cNvSpPr>
          <p:nvPr/>
        </p:nvSpPr>
        <p:spPr bwMode="auto">
          <a:xfrm>
            <a:off x="1817641" y="4653136"/>
            <a:ext cx="9822975" cy="209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538480" indent="-53848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①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尽量使三相电路中的负载对称运行，如一二三层楼的电灯分别接到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、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、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W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三相上；</a:t>
            </a:r>
            <a:endParaRPr lang="en-US" altLang="zh-CN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538480" indent="-53848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②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尽量采用机械强度高，导电性能好，横截面积大的导线作中线（铜线比铝线好）。</a:t>
            </a:r>
            <a:endParaRPr lang="en-US" altLang="zh-CN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5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4822897" y="3284984"/>
            <a:ext cx="7393783" cy="3389721"/>
            <a:chOff x="1253057" y="3414304"/>
            <a:chExt cx="7393783" cy="3389721"/>
          </a:xfrm>
        </p:grpSpPr>
        <p:sp>
          <p:nvSpPr>
            <p:cNvPr id="20493" name="Rectangle 4"/>
            <p:cNvSpPr>
              <a:spLocks noChangeArrowheads="1"/>
            </p:cNvSpPr>
            <p:nvPr/>
          </p:nvSpPr>
          <p:spPr bwMode="auto">
            <a:xfrm>
              <a:off x="2269853" y="4856490"/>
              <a:ext cx="3365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dirty="0"/>
                <a:t>N</a:t>
              </a:r>
              <a:endParaRPr lang="en-US" altLang="zh-CN" sz="2800" b="1" dirty="0"/>
            </a:p>
          </p:txBody>
        </p:sp>
        <p:sp>
          <p:nvSpPr>
            <p:cNvPr id="20494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495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496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497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498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20499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20561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62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63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64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65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20500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20556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57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58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59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60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20501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02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03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04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05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06" name="Text Box 27"/>
            <p:cNvSpPr txBox="1">
              <a:spLocks noChangeArrowheads="1"/>
            </p:cNvSpPr>
            <p:nvPr/>
          </p:nvSpPr>
          <p:spPr bwMode="auto">
            <a:xfrm>
              <a:off x="1735833" y="5866723"/>
              <a:ext cx="3898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20507" name="Text Box 28"/>
            <p:cNvSpPr txBox="1">
              <a:spLocks noChangeArrowheads="1"/>
            </p:cNvSpPr>
            <p:nvPr/>
          </p:nvSpPr>
          <p:spPr bwMode="auto">
            <a:xfrm>
              <a:off x="3844629" y="5716673"/>
              <a:ext cx="3898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20508" name="Text Box 29"/>
            <p:cNvSpPr txBox="1">
              <a:spLocks noChangeArrowheads="1"/>
            </p:cNvSpPr>
            <p:nvPr/>
          </p:nvSpPr>
          <p:spPr bwMode="auto">
            <a:xfrm>
              <a:off x="3030265" y="3883025"/>
              <a:ext cx="3898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rgbClr val="FF3300"/>
                  </a:solidFill>
                </a:rPr>
                <a:t>+</a:t>
              </a:r>
              <a:endParaRPr lang="en-US" altLang="zh-CN" sz="1800" b="1">
                <a:solidFill>
                  <a:srgbClr val="FF3300"/>
                </a:solidFill>
              </a:endParaRPr>
            </a:p>
          </p:txBody>
        </p:sp>
        <p:sp>
          <p:nvSpPr>
            <p:cNvPr id="20509" name="Text Box 30"/>
            <p:cNvSpPr txBox="1">
              <a:spLocks noChangeArrowheads="1"/>
            </p:cNvSpPr>
            <p:nvPr/>
          </p:nvSpPr>
          <p:spPr bwMode="auto">
            <a:xfrm>
              <a:off x="3024129" y="5046133"/>
              <a:ext cx="36420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20510" name="Text Box 31"/>
            <p:cNvSpPr txBox="1">
              <a:spLocks noChangeArrowheads="1"/>
            </p:cNvSpPr>
            <p:nvPr/>
          </p:nvSpPr>
          <p:spPr bwMode="auto">
            <a:xfrm>
              <a:off x="2505916" y="5142558"/>
              <a:ext cx="36420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rgbClr val="FF3300"/>
                  </a:solidFill>
                </a:rPr>
                <a:t>–</a:t>
              </a:r>
              <a:endParaRPr lang="en-US" altLang="zh-CN" sz="1800" b="1">
                <a:solidFill>
                  <a:srgbClr val="FF3300"/>
                </a:solidFill>
              </a:endParaRPr>
            </a:p>
          </p:txBody>
        </p:sp>
        <p:sp>
          <p:nvSpPr>
            <p:cNvPr id="20511" name="Text Box 32"/>
            <p:cNvSpPr txBox="1">
              <a:spLocks noChangeArrowheads="1"/>
            </p:cNvSpPr>
            <p:nvPr/>
          </p:nvSpPr>
          <p:spPr bwMode="auto">
            <a:xfrm>
              <a:off x="3030265" y="4760913"/>
              <a:ext cx="36420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rgbClr val="FF3300"/>
                  </a:solidFill>
                </a:rPr>
                <a:t>–</a:t>
              </a:r>
              <a:endParaRPr lang="en-US" altLang="zh-CN" sz="1800" b="1">
                <a:solidFill>
                  <a:srgbClr val="FF3300"/>
                </a:solidFill>
              </a:endParaRPr>
            </a:p>
          </p:txBody>
        </p:sp>
        <p:sp>
          <p:nvSpPr>
            <p:cNvPr id="20550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51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55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13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20514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38" name="Equation" r:id="rId1" imgW="154305" imgH="199390" progId="Equation.3">
                    <p:embed/>
                  </p:oleObj>
                </mc:Choice>
                <mc:Fallback>
                  <p:oleObj name="Equation" r:id="rId1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0518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519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20520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20521" name="Group 48"/>
            <p:cNvGrpSpPr/>
            <p:nvPr/>
          </p:nvGrpSpPr>
          <p:grpSpPr bwMode="auto">
            <a:xfrm>
              <a:off x="6157690" y="3960813"/>
              <a:ext cx="2489150" cy="2246313"/>
              <a:chOff x="3711" y="2112"/>
              <a:chExt cx="1617" cy="1458"/>
            </a:xfrm>
          </p:grpSpPr>
          <p:sp>
            <p:nvSpPr>
              <p:cNvPr id="20525" name="Rectangle 49"/>
              <p:cNvSpPr>
                <a:spLocks noChangeArrowheads="1"/>
              </p:cNvSpPr>
              <p:nvPr/>
            </p:nvSpPr>
            <p:spPr bwMode="auto">
              <a:xfrm>
                <a:off x="4528" y="2663"/>
                <a:ext cx="420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>
                  <a:solidFill>
                    <a:srgbClr val="0000CC"/>
                  </a:solidFill>
                </a:endParaRPr>
              </a:p>
            </p:txBody>
          </p:sp>
          <p:sp>
            <p:nvSpPr>
              <p:cNvPr id="20526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27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20528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20548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0549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20529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30" name="Rectangle 56"/>
              <p:cNvSpPr>
                <a:spLocks noChangeArrowheads="1"/>
              </p:cNvSpPr>
              <p:nvPr/>
            </p:nvSpPr>
            <p:spPr bwMode="auto">
              <a:xfrm>
                <a:off x="4625" y="2362"/>
                <a:ext cx="388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0531" name="Rectangle 57"/>
              <p:cNvSpPr>
                <a:spLocks noChangeArrowheads="1"/>
              </p:cNvSpPr>
              <p:nvPr/>
            </p:nvSpPr>
            <p:spPr bwMode="auto">
              <a:xfrm>
                <a:off x="4905" y="2865"/>
                <a:ext cx="423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20532" name="Rectangle 58"/>
              <p:cNvSpPr>
                <a:spLocks noChangeArrowheads="1"/>
              </p:cNvSpPr>
              <p:nvPr/>
            </p:nvSpPr>
            <p:spPr bwMode="auto">
              <a:xfrm>
                <a:off x="3711" y="2950"/>
                <a:ext cx="465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20533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20545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20546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0547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20534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535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20536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20542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20543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0544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20537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20539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20540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0541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20538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20522" name="Text Box 74"/>
            <p:cNvSpPr txBox="1">
              <a:spLocks noChangeArrowheads="1"/>
            </p:cNvSpPr>
            <p:nvPr/>
          </p:nvSpPr>
          <p:spPr bwMode="auto">
            <a:xfrm>
              <a:off x="2252538" y="3746400"/>
              <a:ext cx="44435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20523" name="Text Box 75"/>
            <p:cNvSpPr txBox="1">
              <a:spLocks noChangeArrowheads="1"/>
            </p:cNvSpPr>
            <p:nvPr/>
          </p:nvSpPr>
          <p:spPr bwMode="auto">
            <a:xfrm>
              <a:off x="1253057" y="5726378"/>
              <a:ext cx="54373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20524" name="Text Box 76"/>
            <p:cNvSpPr txBox="1">
              <a:spLocks noChangeArrowheads="1"/>
            </p:cNvSpPr>
            <p:nvPr/>
          </p:nvSpPr>
          <p:spPr bwMode="auto">
            <a:xfrm>
              <a:off x="3242344" y="5917013"/>
              <a:ext cx="44435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88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39" name="Equation" r:id="rId3" imgW="4572000" imgH="5791200" progId="Equation.DSMT4">
                    <p:embed/>
                  </p:oleObj>
                </mc:Choice>
                <mc:Fallback>
                  <p:oleObj name="Equation" r:id="rId3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9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40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0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41" name="Equation" r:id="rId7" imgW="5181600" imgH="5791200" progId="Equation.DSMT4">
                    <p:embed/>
                  </p:oleObj>
                </mc:Choice>
                <mc:Fallback>
                  <p:oleObj name="Equation" r:id="rId7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1" name="Object 28"/>
            <p:cNvGraphicFramePr>
              <a:graphicFrameLocks noChangeAspect="1"/>
            </p:cNvGraphicFramePr>
            <p:nvPr/>
          </p:nvGraphicFramePr>
          <p:xfrm>
            <a:off x="2977327" y="4337209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42" name="Equation" r:id="rId9" imgW="5486400" imgH="5791200" progId="Equation.DSMT4">
                    <p:embed/>
                  </p:oleObj>
                </mc:Choice>
                <mc:Fallback>
                  <p:oleObj name="Equation" r:id="rId9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77327" y="4337209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2" name="Object 28"/>
            <p:cNvGraphicFramePr>
              <a:graphicFrameLocks noChangeAspect="1"/>
            </p:cNvGraphicFramePr>
            <p:nvPr/>
          </p:nvGraphicFramePr>
          <p:xfrm>
            <a:off x="3546295" y="5344421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43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46295" y="5344421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3" name="Object 28"/>
            <p:cNvGraphicFramePr>
              <a:graphicFrameLocks noChangeAspect="1"/>
            </p:cNvGraphicFramePr>
            <p:nvPr/>
          </p:nvGraphicFramePr>
          <p:xfrm>
            <a:off x="2227062" y="5510857"/>
            <a:ext cx="6270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44" name="Equation" r:id="rId13" imgW="6096000" imgH="5791200" progId="Equation.DSMT4">
                    <p:embed/>
                  </p:oleObj>
                </mc:Choice>
                <mc:Fallback>
                  <p:oleObj name="Equation" r:id="rId13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27062" y="5510857"/>
                          <a:ext cx="6270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479376" y="776377"/>
            <a:ext cx="11089232" cy="3268587"/>
            <a:chOff x="479376" y="776377"/>
            <a:chExt cx="11089232" cy="3268587"/>
          </a:xfrm>
        </p:grpSpPr>
        <p:sp>
          <p:nvSpPr>
            <p:cNvPr id="20491" name="Text Box 81"/>
            <p:cNvSpPr txBox="1">
              <a:spLocks noChangeArrowheads="1"/>
            </p:cNvSpPr>
            <p:nvPr/>
          </p:nvSpPr>
          <p:spPr bwMode="auto">
            <a:xfrm>
              <a:off x="479376" y="776377"/>
              <a:ext cx="11089232" cy="3268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6" name="Object 9"/>
            <p:cNvGraphicFramePr>
              <a:graphicFrameLocks noChangeAspect="1"/>
            </p:cNvGraphicFramePr>
            <p:nvPr/>
          </p:nvGraphicFramePr>
          <p:xfrm>
            <a:off x="1467984" y="1394545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945" name="Equation" r:id="rId15" imgW="47853600" imgH="6096000" progId="Equation.DSMT4">
                    <p:embed/>
                  </p:oleObj>
                </mc:Choice>
                <mc:Fallback>
                  <p:oleObj name="Equation" r:id="rId15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7984" y="1394545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1611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44994" y="3500477"/>
            <a:ext cx="3959342" cy="549275"/>
            <a:chOff x="830585" y="3754706"/>
            <a:chExt cx="3959342" cy="549275"/>
          </a:xfrm>
        </p:grpSpPr>
        <p:sp>
          <p:nvSpPr>
            <p:cNvPr id="21612" name="Text Box 11"/>
            <p:cNvSpPr txBox="1">
              <a:spLocks noChangeArrowheads="1"/>
            </p:cNvSpPr>
            <p:nvPr/>
          </p:nvSpPr>
          <p:spPr bwMode="auto">
            <a:xfrm>
              <a:off x="830585" y="3772443"/>
              <a:ext cx="1627188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 b="1" dirty="0"/>
                <a:t>线电压：</a:t>
              </a:r>
              <a:endParaRPr lang="zh-CN" altLang="en-US" sz="2800" b="1" dirty="0"/>
            </a:p>
          </p:txBody>
        </p:sp>
        <p:graphicFrame>
          <p:nvGraphicFramePr>
            <p:cNvPr id="119" name="Object 25"/>
            <p:cNvGraphicFramePr>
              <a:graphicFrameLocks noChangeAspect="1"/>
            </p:cNvGraphicFramePr>
            <p:nvPr/>
          </p:nvGraphicFramePr>
          <p:xfrm>
            <a:off x="2162614" y="3754706"/>
            <a:ext cx="2627313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0" name="Equation" r:id="rId1" imgW="27432000" imgH="5791200" progId="Equation.DSMT4">
                    <p:embed/>
                  </p:oleObj>
                </mc:Choice>
                <mc:Fallback>
                  <p:oleObj name="Equation" r:id="rId1" imgW="274320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62614" y="3754706"/>
                          <a:ext cx="2627313" cy="5492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22" name="组合 121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123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24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5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6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8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29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90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1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2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3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4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30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85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86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87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88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89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31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32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33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34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35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36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37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38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39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40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41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42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43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44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45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46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1" name="Equation" r:id="rId3" imgW="154305" imgH="199390" progId="Equation.3">
                    <p:embed/>
                  </p:oleObj>
                </mc:Choice>
                <mc:Fallback>
                  <p:oleObj name="Equation" r:id="rId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7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48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49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50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60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61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2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63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83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84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64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66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67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68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80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81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82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69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71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77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78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79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72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74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75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76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73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51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52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53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54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2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5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3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6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4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7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5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8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6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9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7" name="Equation" r:id="rId15" imgW="6096000" imgH="5791200" progId="Equation.DSMT4">
                    <p:embed/>
                  </p:oleObj>
                </mc:Choice>
                <mc:Fallback>
                  <p:oleObj name="Equation" r:id="rId15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" name="组合 3"/>
          <p:cNvGrpSpPr/>
          <p:nvPr/>
        </p:nvGrpSpPr>
        <p:grpSpPr>
          <a:xfrm>
            <a:off x="1092251" y="4653136"/>
            <a:ext cx="3709976" cy="549275"/>
            <a:chOff x="797595" y="4764398"/>
            <a:chExt cx="3709976" cy="549275"/>
          </a:xfrm>
        </p:grpSpPr>
        <p:graphicFrame>
          <p:nvGraphicFramePr>
            <p:cNvPr id="120" name="Object 25"/>
            <p:cNvGraphicFramePr>
              <a:graphicFrameLocks noChangeAspect="1"/>
            </p:cNvGraphicFramePr>
            <p:nvPr/>
          </p:nvGraphicFramePr>
          <p:xfrm>
            <a:off x="2231096" y="4764398"/>
            <a:ext cx="2276475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8" name="Equation" r:id="rId17" imgW="23774400" imgH="5791200" progId="Equation.DSMT4">
                    <p:embed/>
                  </p:oleObj>
                </mc:Choice>
                <mc:Fallback>
                  <p:oleObj name="Equation" r:id="rId17" imgW="237744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31096" y="4764398"/>
                          <a:ext cx="2276475" cy="5492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9" name="Text Box 11"/>
            <p:cNvSpPr txBox="1">
              <a:spLocks noChangeArrowheads="1"/>
            </p:cNvSpPr>
            <p:nvPr/>
          </p:nvSpPr>
          <p:spPr bwMode="auto">
            <a:xfrm>
              <a:off x="797595" y="4780245"/>
              <a:ext cx="1627188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 b="1" dirty="0"/>
                <a:t>相电压：</a:t>
              </a:r>
              <a:endParaRPr lang="zh-CN" altLang="en-US" sz="2800" b="1" dirty="0"/>
            </a:p>
          </p:txBody>
        </p:sp>
      </p:grpSp>
      <p:sp>
        <p:nvSpPr>
          <p:cNvPr id="110" name="Text Box 11"/>
          <p:cNvSpPr txBox="1">
            <a:spLocks noChangeArrowheads="1"/>
          </p:cNvSpPr>
          <p:nvPr/>
        </p:nvSpPr>
        <p:spPr bwMode="auto">
          <a:xfrm>
            <a:off x="1088925" y="4064747"/>
            <a:ext cx="307007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/>
              <a:t>由于电源星形联结</a:t>
            </a:r>
            <a:endParaRPr lang="zh-CN" altLang="en-US" sz="2800" b="1" dirty="0"/>
          </a:p>
        </p:txBody>
      </p:sp>
      <p:sp>
        <p:nvSpPr>
          <p:cNvPr id="195" name="Text Box 11"/>
          <p:cNvSpPr txBox="1">
            <a:spLocks noChangeArrowheads="1"/>
          </p:cNvSpPr>
          <p:nvPr/>
        </p:nvSpPr>
        <p:spPr bwMode="auto">
          <a:xfrm>
            <a:off x="1127448" y="5229200"/>
            <a:ext cx="307007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/>
              <a:t>由于电源电压对称</a:t>
            </a:r>
            <a:endParaRPr lang="zh-CN" altLang="en-US" sz="2800" b="1" dirty="0"/>
          </a:p>
        </p:txBody>
      </p:sp>
      <p:grpSp>
        <p:nvGrpSpPr>
          <p:cNvPr id="7" name="组合 6"/>
          <p:cNvGrpSpPr/>
          <p:nvPr/>
        </p:nvGrpSpPr>
        <p:grpSpPr>
          <a:xfrm>
            <a:off x="1091758" y="5782216"/>
            <a:ext cx="5724322" cy="1065590"/>
            <a:chOff x="490395" y="5691625"/>
            <a:chExt cx="5724322" cy="1065590"/>
          </a:xfrm>
        </p:grpSpPr>
        <p:graphicFrame>
          <p:nvGraphicFramePr>
            <p:cNvPr id="121" name="Object 25"/>
            <p:cNvGraphicFramePr>
              <a:graphicFrameLocks noChangeAspect="1"/>
            </p:cNvGraphicFramePr>
            <p:nvPr/>
          </p:nvGraphicFramePr>
          <p:xfrm>
            <a:off x="3207992" y="6207940"/>
            <a:ext cx="3006725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59" name="Equation" r:id="rId19" imgW="31394400" imgH="5791200" progId="Equation.DSMT4">
                    <p:embed/>
                  </p:oleObj>
                </mc:Choice>
                <mc:Fallback>
                  <p:oleObj name="Equation" r:id="rId19" imgW="313944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07992" y="6207940"/>
                          <a:ext cx="3006725" cy="5492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7" name="Object 25"/>
            <p:cNvGraphicFramePr>
              <a:graphicFrameLocks noChangeAspect="1"/>
            </p:cNvGraphicFramePr>
            <p:nvPr/>
          </p:nvGraphicFramePr>
          <p:xfrm>
            <a:off x="3235258" y="5691625"/>
            <a:ext cx="2947988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60" name="Equation" r:id="rId21" imgW="30784800" imgH="5791200" progId="Equation.DSMT4">
                    <p:embed/>
                  </p:oleObj>
                </mc:Choice>
                <mc:Fallback>
                  <p:oleObj name="Equation" r:id="rId21" imgW="307848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35258" y="5691625"/>
                          <a:ext cx="2947988" cy="5492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98" name="Text Box 11"/>
            <p:cNvSpPr txBox="1">
              <a:spLocks noChangeArrowheads="1"/>
            </p:cNvSpPr>
            <p:nvPr/>
          </p:nvSpPr>
          <p:spPr bwMode="auto">
            <a:xfrm>
              <a:off x="490395" y="5692784"/>
              <a:ext cx="2709395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 b="1" dirty="0"/>
                <a:t>其余两相电压：</a:t>
              </a:r>
              <a:endParaRPr lang="zh-CN" altLang="en-US" sz="2800" b="1" dirty="0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2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3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9061" name="Equation" r:id="rId23" imgW="47853600" imgH="6096000" progId="Equation.DSMT4">
                    <p:embed/>
                  </p:oleObj>
                </mc:Choice>
                <mc:Fallback>
                  <p:oleObj name="Equation" r:id="rId23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11" grpId="0"/>
      <p:bldP spid="110" grpId="0"/>
      <p:bldP spid="195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9" name="Text Box 11"/>
          <p:cNvSpPr txBox="1">
            <a:spLocks noChangeArrowheads="1"/>
          </p:cNvSpPr>
          <p:nvPr/>
        </p:nvSpPr>
        <p:spPr bwMode="auto">
          <a:xfrm>
            <a:off x="934625" y="3447491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(1)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三相负载对称</a:t>
            </a:r>
            <a:endParaRPr lang="zh-CN" altLang="en-US" sz="2800" b="1" dirty="0">
              <a:solidFill>
                <a:srgbClr val="C00000"/>
              </a:solidFill>
            </a:endParaRPr>
          </a:p>
        </p:txBody>
      </p:sp>
      <p:sp>
        <p:nvSpPr>
          <p:cNvPr id="99" name="Rectangle 16"/>
          <p:cNvSpPr>
            <a:spLocks noChangeArrowheads="1"/>
          </p:cNvSpPr>
          <p:nvPr/>
        </p:nvSpPr>
        <p:spPr bwMode="auto">
          <a:xfrm>
            <a:off x="1599343" y="4563616"/>
            <a:ext cx="12668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 dirty="0"/>
              <a:t>线电流</a:t>
            </a:r>
            <a:endParaRPr lang="zh-CN" altLang="en-US" sz="2800" b="1" dirty="0"/>
          </a:p>
        </p:txBody>
      </p:sp>
      <p:graphicFrame>
        <p:nvGraphicFramePr>
          <p:cNvPr id="114" name="Object 25"/>
          <p:cNvGraphicFramePr>
            <a:graphicFrameLocks noChangeAspect="1"/>
          </p:cNvGraphicFramePr>
          <p:nvPr/>
        </p:nvGraphicFramePr>
        <p:xfrm>
          <a:off x="1675342" y="5085489"/>
          <a:ext cx="4318000" cy="1039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0351" name="Equation" r:id="rId1" imgW="45110400" imgH="10972800" progId="Equation.DSMT4">
                  <p:embed/>
                </p:oleObj>
              </mc:Choice>
              <mc:Fallback>
                <p:oleObj name="Equation" r:id="rId1" imgW="451104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5342" y="5085489"/>
                        <a:ext cx="4318000" cy="10398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6" name="Text Box 11"/>
          <p:cNvSpPr txBox="1">
            <a:spLocks noChangeArrowheads="1"/>
          </p:cNvSpPr>
          <p:nvPr/>
        </p:nvSpPr>
        <p:spPr bwMode="auto">
          <a:xfrm>
            <a:off x="2384236" y="4030832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一相计算法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graphicFrame>
        <p:nvGraphicFramePr>
          <p:cNvPr id="87" name="Object 16"/>
          <p:cNvGraphicFramePr>
            <a:graphicFrameLocks noChangeAspect="1"/>
          </p:cNvGraphicFramePr>
          <p:nvPr/>
        </p:nvGraphicFramePr>
        <p:xfrm>
          <a:off x="1651073" y="4050222"/>
          <a:ext cx="1233260" cy="5285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0352" name="Equation" r:id="rId3" imgW="13411200" imgH="5791200" progId="Equation.DSMT4">
                  <p:embed/>
                </p:oleObj>
              </mc:Choice>
              <mc:Fallback>
                <p:oleObj name="Equation" r:id="rId3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73" y="4050222"/>
                        <a:ext cx="1233260" cy="52854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88" name="Text Box 179"/>
          <p:cNvSpPr txBox="1">
            <a:spLocks noChangeArrowheads="1"/>
          </p:cNvSpPr>
          <p:nvPr/>
        </p:nvSpPr>
        <p:spPr bwMode="auto">
          <a:xfrm>
            <a:off x="1919536" y="6203978"/>
            <a:ext cx="8152106" cy="560923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一相计算法，适用于中性线无阻抗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3" name="Equation" r:id="rId5" imgW="47853600" imgH="6096000" progId="Equation.DSMT4">
                    <p:embed/>
                  </p:oleObj>
                </mc:Choice>
                <mc:Fallback>
                  <p:oleObj name="Equation" r:id="rId5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96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7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4" name="Equation" r:id="rId8" imgW="154305" imgH="199390" progId="Equation.3">
                    <p:embed/>
                  </p:oleObj>
                </mc:Choice>
                <mc:Fallback>
                  <p:oleObj name="Equation" r:id="rId8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5" name="Equation" r:id="rId10" imgW="4572000" imgH="5791200" progId="Equation.DSMT4">
                    <p:embed/>
                  </p:oleObj>
                </mc:Choice>
                <mc:Fallback>
                  <p:oleObj name="Equation" r:id="rId10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6" name="Equation" r:id="rId12" imgW="4572000" imgH="5791200" progId="Equation.DSMT4">
                    <p:embed/>
                  </p:oleObj>
                </mc:Choice>
                <mc:Fallback>
                  <p:oleObj name="Equation" r:id="rId12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7" name="Equation" r:id="rId14" imgW="5181600" imgH="5791200" progId="Equation.DSMT4">
                    <p:embed/>
                  </p:oleObj>
                </mc:Choice>
                <mc:Fallback>
                  <p:oleObj name="Equation" r:id="rId14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8" name="Equation" r:id="rId16" imgW="5486400" imgH="5791200" progId="Equation.DSMT4">
                    <p:embed/>
                  </p:oleObj>
                </mc:Choice>
                <mc:Fallback>
                  <p:oleObj name="Equation" r:id="rId16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59" name="Equation" r:id="rId18" imgW="5486400" imgH="5791200" progId="Equation.DSMT4">
                    <p:embed/>
                  </p:oleObj>
                </mc:Choice>
                <mc:Fallback>
                  <p:oleObj name="Equation" r:id="rId18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0360" name="Equation" r:id="rId20" imgW="6096000" imgH="5791200" progId="Equation.DSMT4">
                    <p:embed/>
                  </p:oleObj>
                </mc:Choice>
                <mc:Fallback>
                  <p:oleObj name="Equation" r:id="rId20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" grpId="0"/>
      <p:bldP spid="99" grpId="0"/>
      <p:bldP spid="86" grpId="0"/>
      <p:bldP spid="88" grpId="0" animBg="1" autoUpdateAnimBg="0"/>
      <p:bldP spid="96" grpId="0" animBg="1" autoUpdateAnimBg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9" name="Text Box 11"/>
          <p:cNvSpPr txBox="1">
            <a:spLocks noChangeArrowheads="1"/>
          </p:cNvSpPr>
          <p:nvPr/>
        </p:nvSpPr>
        <p:spPr bwMode="auto">
          <a:xfrm>
            <a:off x="934625" y="3447491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(1)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三相负载对称</a:t>
            </a:r>
            <a:endParaRPr lang="zh-CN" altLang="en-US" sz="2800" b="1" dirty="0">
              <a:solidFill>
                <a:srgbClr val="C00000"/>
              </a:solidFill>
            </a:endParaRPr>
          </a:p>
        </p:txBody>
      </p:sp>
      <p:sp>
        <p:nvSpPr>
          <p:cNvPr id="99" name="Rectangle 16"/>
          <p:cNvSpPr>
            <a:spLocks noChangeArrowheads="1"/>
          </p:cNvSpPr>
          <p:nvPr/>
        </p:nvSpPr>
        <p:spPr bwMode="auto">
          <a:xfrm>
            <a:off x="1599343" y="4563616"/>
            <a:ext cx="12668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 dirty="0"/>
              <a:t>线电流</a:t>
            </a:r>
            <a:endParaRPr lang="zh-CN" altLang="en-US" sz="2800" b="1" dirty="0"/>
          </a:p>
        </p:txBody>
      </p:sp>
      <p:graphicFrame>
        <p:nvGraphicFramePr>
          <p:cNvPr id="114" name="Object 25"/>
          <p:cNvGraphicFramePr>
            <a:graphicFrameLocks noChangeAspect="1"/>
          </p:cNvGraphicFramePr>
          <p:nvPr/>
        </p:nvGraphicFramePr>
        <p:xfrm>
          <a:off x="1664513" y="5125491"/>
          <a:ext cx="4318000" cy="1039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1590" name="Equation" r:id="rId1" imgW="45110400" imgH="10972800" progId="Equation.DSMT4">
                  <p:embed/>
                </p:oleObj>
              </mc:Choice>
              <mc:Fallback>
                <p:oleObj name="Equation" r:id="rId1" imgW="451104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64513" y="5125491"/>
                        <a:ext cx="4318000" cy="10398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6" name="Text Box 11"/>
          <p:cNvSpPr txBox="1">
            <a:spLocks noChangeArrowheads="1"/>
          </p:cNvSpPr>
          <p:nvPr/>
        </p:nvSpPr>
        <p:spPr bwMode="auto">
          <a:xfrm>
            <a:off x="2384236" y="4030832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一相计算法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graphicFrame>
        <p:nvGraphicFramePr>
          <p:cNvPr id="87" name="Object 16"/>
          <p:cNvGraphicFramePr>
            <a:graphicFrameLocks noChangeAspect="1"/>
          </p:cNvGraphicFramePr>
          <p:nvPr/>
        </p:nvGraphicFramePr>
        <p:xfrm>
          <a:off x="1651073" y="4050222"/>
          <a:ext cx="1233260" cy="5285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1591" name="Equation" r:id="rId3" imgW="13411200" imgH="5791200" progId="Equation.DSMT4">
                  <p:embed/>
                </p:oleObj>
              </mc:Choice>
              <mc:Fallback>
                <p:oleObj name="Equation" r:id="rId3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73" y="4050222"/>
                        <a:ext cx="1233260" cy="52854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2" name="Equation" r:id="rId5" imgW="47853600" imgH="6096000" progId="Equation.DSMT4">
                    <p:embed/>
                  </p:oleObj>
                </mc:Choice>
                <mc:Fallback>
                  <p:oleObj name="Equation" r:id="rId5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3" name="Equation" r:id="rId7" imgW="154305" imgH="199390" progId="Equation.3">
                    <p:embed/>
                  </p:oleObj>
                </mc:Choice>
                <mc:Fallback>
                  <p:oleObj name="Equation" r:id="rId7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4" name="Equation" r:id="rId9" imgW="4572000" imgH="5791200" progId="Equation.DSMT4">
                    <p:embed/>
                  </p:oleObj>
                </mc:Choice>
                <mc:Fallback>
                  <p:oleObj name="Equation" r:id="rId9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5" name="Equation" r:id="rId11" imgW="4572000" imgH="5791200" progId="Equation.DSMT4">
                    <p:embed/>
                  </p:oleObj>
                </mc:Choice>
                <mc:Fallback>
                  <p:oleObj name="Equation" r:id="rId11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6" name="Equation" r:id="rId13" imgW="5181600" imgH="5791200" progId="Equation.DSMT4">
                    <p:embed/>
                  </p:oleObj>
                </mc:Choice>
                <mc:Fallback>
                  <p:oleObj name="Equation" r:id="rId13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7" name="Equation" r:id="rId15" imgW="5486400" imgH="5791200" progId="Equation.DSMT4">
                    <p:embed/>
                  </p:oleObj>
                </mc:Choice>
                <mc:Fallback>
                  <p:oleObj name="Equation" r:id="rId15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8" name="Equation" r:id="rId17" imgW="5486400" imgH="5791200" progId="Equation.DSMT4">
                    <p:embed/>
                  </p:oleObj>
                </mc:Choice>
                <mc:Fallback>
                  <p:oleObj name="Equation" r:id="rId17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1599" name="Equation" r:id="rId19" imgW="6096000" imgH="5791200" progId="Equation.DSMT4">
                    <p:embed/>
                  </p:oleObj>
                </mc:Choice>
                <mc:Fallback>
                  <p:oleObj name="Equation" r:id="rId19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9" name="Text Box 3"/>
          <p:cNvSpPr txBox="1">
            <a:spLocks noChangeArrowheads="1"/>
          </p:cNvSpPr>
          <p:nvPr/>
        </p:nvSpPr>
        <p:spPr bwMode="auto">
          <a:xfrm>
            <a:off x="1631504" y="6222295"/>
            <a:ext cx="181848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三相对称</a:t>
            </a:r>
            <a:endParaRPr lang="zh-CN" altLang="en-US" sz="2800" b="1" dirty="0"/>
          </a:p>
        </p:txBody>
      </p:sp>
      <p:graphicFrame>
        <p:nvGraphicFramePr>
          <p:cNvPr id="90" name="Object 25"/>
          <p:cNvGraphicFramePr>
            <a:graphicFrameLocks noChangeAspect="1"/>
          </p:cNvGraphicFramePr>
          <p:nvPr/>
        </p:nvGraphicFramePr>
        <p:xfrm>
          <a:off x="3526717" y="6261100"/>
          <a:ext cx="2538413" cy="547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1600" name="Equation" r:id="rId21" imgW="26517600" imgH="5791200" progId="Equation.DSMT4">
                  <p:embed/>
                </p:oleObj>
              </mc:Choice>
              <mc:Fallback>
                <p:oleObj name="Equation" r:id="rId21" imgW="265176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26717" y="6261100"/>
                        <a:ext cx="2538413" cy="5476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1" name="Object 25"/>
          <p:cNvGraphicFramePr>
            <a:graphicFrameLocks noChangeAspect="1"/>
          </p:cNvGraphicFramePr>
          <p:nvPr/>
        </p:nvGraphicFramePr>
        <p:xfrm>
          <a:off x="7022391" y="6232525"/>
          <a:ext cx="2597150" cy="547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1601" name="Equation" r:id="rId23" imgW="27127200" imgH="5791200" progId="Equation.DSMT4">
                  <p:embed/>
                </p:oleObj>
              </mc:Choice>
              <mc:Fallback>
                <p:oleObj name="Equation" r:id="rId23" imgW="271272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22391" y="6232525"/>
                        <a:ext cx="2597150" cy="5476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9" name="Text Box 11"/>
          <p:cNvSpPr txBox="1">
            <a:spLocks noChangeArrowheads="1"/>
          </p:cNvSpPr>
          <p:nvPr/>
        </p:nvSpPr>
        <p:spPr bwMode="auto">
          <a:xfrm>
            <a:off x="934625" y="3447491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(1)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三相负载对称</a:t>
            </a:r>
            <a:endParaRPr lang="zh-CN" altLang="en-US" sz="2800" b="1" dirty="0">
              <a:solidFill>
                <a:srgbClr val="C00000"/>
              </a:solidFill>
            </a:endParaRPr>
          </a:p>
        </p:txBody>
      </p:sp>
      <p:sp>
        <p:nvSpPr>
          <p:cNvPr id="86" name="Text Box 11"/>
          <p:cNvSpPr txBox="1">
            <a:spLocks noChangeArrowheads="1"/>
          </p:cNvSpPr>
          <p:nvPr/>
        </p:nvSpPr>
        <p:spPr bwMode="auto">
          <a:xfrm>
            <a:off x="2384236" y="4030832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一相计算法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graphicFrame>
        <p:nvGraphicFramePr>
          <p:cNvPr id="87" name="Object 16"/>
          <p:cNvGraphicFramePr>
            <a:graphicFrameLocks noChangeAspect="1"/>
          </p:cNvGraphicFramePr>
          <p:nvPr/>
        </p:nvGraphicFramePr>
        <p:xfrm>
          <a:off x="1651073" y="4050222"/>
          <a:ext cx="1233260" cy="5285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2521" name="Equation" r:id="rId1" imgW="13411200" imgH="5791200" progId="Equation.DSMT4">
                  <p:embed/>
                </p:oleObj>
              </mc:Choice>
              <mc:Fallback>
                <p:oleObj name="Equation" r:id="rId1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73" y="4050222"/>
                        <a:ext cx="1233260" cy="52854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2" name="Equation" r:id="rId3" imgW="47853600" imgH="6096000" progId="Equation.DSMT4">
                    <p:embed/>
                  </p:oleObj>
                </mc:Choice>
                <mc:Fallback>
                  <p:oleObj name="Equation" r:id="rId3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3" name="Equation" r:id="rId5" imgW="154305" imgH="199390" progId="Equation.3">
                    <p:embed/>
                  </p:oleObj>
                </mc:Choice>
                <mc:Fallback>
                  <p:oleObj name="Equation" r:id="rId5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4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5" name="Equation" r:id="rId9" imgW="4572000" imgH="5791200" progId="Equation.DSMT4">
                    <p:embed/>
                  </p:oleObj>
                </mc:Choice>
                <mc:Fallback>
                  <p:oleObj name="Equation" r:id="rId9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6" name="Equation" r:id="rId11" imgW="5181600" imgH="5791200" progId="Equation.DSMT4">
                    <p:embed/>
                  </p:oleObj>
                </mc:Choice>
                <mc:Fallback>
                  <p:oleObj name="Equation" r:id="rId11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7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8" name="Equation" r:id="rId15" imgW="5486400" imgH="5791200" progId="Equation.DSMT4">
                    <p:embed/>
                  </p:oleObj>
                </mc:Choice>
                <mc:Fallback>
                  <p:oleObj name="Equation" r:id="rId15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2529" name="Equation" r:id="rId17" imgW="6096000" imgH="5791200" progId="Equation.DSMT4">
                    <p:embed/>
                  </p:oleObj>
                </mc:Choice>
                <mc:Fallback>
                  <p:oleObj name="Equation" r:id="rId17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74" name="Text Box 179"/>
          <p:cNvSpPr txBox="1">
            <a:spLocks noChangeArrowheads="1"/>
          </p:cNvSpPr>
          <p:nvPr/>
        </p:nvSpPr>
        <p:spPr bwMode="auto">
          <a:xfrm>
            <a:off x="1919536" y="6203978"/>
            <a:ext cx="8087496" cy="560923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一相计算法，由对称性得其余两相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175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9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sp>
        <p:nvSpPr>
          <p:cNvPr id="89" name="Text Box 3"/>
          <p:cNvSpPr txBox="1">
            <a:spLocks noChangeArrowheads="1"/>
          </p:cNvSpPr>
          <p:nvPr/>
        </p:nvSpPr>
        <p:spPr bwMode="auto">
          <a:xfrm>
            <a:off x="1548938" y="4682320"/>
            <a:ext cx="181848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三相对称</a:t>
            </a:r>
            <a:endParaRPr lang="zh-CN" altLang="en-US" sz="2800" b="1" dirty="0"/>
          </a:p>
        </p:txBody>
      </p:sp>
      <p:graphicFrame>
        <p:nvGraphicFramePr>
          <p:cNvPr id="90" name="Object 25"/>
          <p:cNvGraphicFramePr>
            <a:graphicFrameLocks noChangeAspect="1"/>
          </p:cNvGraphicFramePr>
          <p:nvPr/>
        </p:nvGraphicFramePr>
        <p:xfrm>
          <a:off x="3444151" y="4721125"/>
          <a:ext cx="2538413" cy="547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2530" name="Equation" r:id="rId20" imgW="26517600" imgH="5791200" progId="Equation.DSMT4">
                  <p:embed/>
                </p:oleObj>
              </mc:Choice>
              <mc:Fallback>
                <p:oleObj name="Equation" r:id="rId20" imgW="265176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44151" y="4721125"/>
                        <a:ext cx="2538413" cy="5476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1" name="Object 25"/>
          <p:cNvGraphicFramePr>
            <a:graphicFrameLocks noChangeAspect="1"/>
          </p:cNvGraphicFramePr>
          <p:nvPr/>
        </p:nvGraphicFramePr>
        <p:xfrm>
          <a:off x="3367420" y="5429793"/>
          <a:ext cx="2597150" cy="547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2531" name="Equation" r:id="rId22" imgW="27127200" imgH="5791200" progId="Equation.DSMT4">
                  <p:embed/>
                </p:oleObj>
              </mc:Choice>
              <mc:Fallback>
                <p:oleObj name="Equation" r:id="rId22" imgW="271272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67420" y="5429793"/>
                        <a:ext cx="2597150" cy="5476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 autoUpdateAnimBg="0"/>
      <p:bldP spid="175" grpId="0" animBg="1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9" name="Text Box 11"/>
          <p:cNvSpPr txBox="1">
            <a:spLocks noChangeArrowheads="1"/>
          </p:cNvSpPr>
          <p:nvPr/>
        </p:nvSpPr>
        <p:spPr bwMode="auto">
          <a:xfrm>
            <a:off x="934625" y="3447491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(1)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三相负载对称</a:t>
            </a:r>
            <a:endParaRPr lang="zh-CN" altLang="en-US" sz="2800" b="1" dirty="0">
              <a:solidFill>
                <a:srgbClr val="C00000"/>
              </a:solidFill>
            </a:endParaRPr>
          </a:p>
        </p:txBody>
      </p:sp>
      <p:sp>
        <p:nvSpPr>
          <p:cNvPr id="86" name="Text Box 11"/>
          <p:cNvSpPr txBox="1">
            <a:spLocks noChangeArrowheads="1"/>
          </p:cNvSpPr>
          <p:nvPr/>
        </p:nvSpPr>
        <p:spPr bwMode="auto">
          <a:xfrm>
            <a:off x="2384236" y="4030832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一相计算法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graphicFrame>
        <p:nvGraphicFramePr>
          <p:cNvPr id="87" name="Object 16"/>
          <p:cNvGraphicFramePr>
            <a:graphicFrameLocks noChangeAspect="1"/>
          </p:cNvGraphicFramePr>
          <p:nvPr/>
        </p:nvGraphicFramePr>
        <p:xfrm>
          <a:off x="1651073" y="4050222"/>
          <a:ext cx="1233260" cy="5285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3622" name="Equation" r:id="rId1" imgW="13411200" imgH="5791200" progId="Equation.DSMT4">
                  <p:embed/>
                </p:oleObj>
              </mc:Choice>
              <mc:Fallback>
                <p:oleObj name="Equation" r:id="rId1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73" y="4050222"/>
                        <a:ext cx="1233260" cy="52854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23" name="Equation" r:id="rId3" imgW="47853600" imgH="6096000" progId="Equation.DSMT4">
                    <p:embed/>
                  </p:oleObj>
                </mc:Choice>
                <mc:Fallback>
                  <p:oleObj name="Equation" r:id="rId3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88" name="Text Box 7"/>
          <p:cNvSpPr txBox="1">
            <a:spLocks noChangeArrowheads="1"/>
          </p:cNvSpPr>
          <p:nvPr/>
        </p:nvSpPr>
        <p:spPr bwMode="auto">
          <a:xfrm>
            <a:off x="1544441" y="4605568"/>
            <a:ext cx="204311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99"/>
                </a:solidFill>
              </a:rPr>
              <a:t>中性线电流</a:t>
            </a:r>
            <a:endParaRPr lang="zh-CN" altLang="en-US" sz="2800" b="1" dirty="0">
              <a:solidFill>
                <a:srgbClr val="000099"/>
              </a:solidFill>
            </a:endParaRPr>
          </a:p>
        </p:txBody>
      </p:sp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1670413" y="5136187"/>
          <a:ext cx="2976562" cy="547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3624" name="Equation" r:id="rId5" imgW="31089600" imgH="5791200" progId="Equation.DSMT4">
                  <p:embed/>
                </p:oleObj>
              </mc:Choice>
              <mc:Fallback>
                <p:oleObj name="Equation" r:id="rId5" imgW="310896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0413" y="5136187"/>
                        <a:ext cx="2976562" cy="5476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5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7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sp>
        <p:nvSpPr>
          <p:cNvPr id="89" name="Text Box 179"/>
          <p:cNvSpPr txBox="1">
            <a:spLocks noChangeArrowheads="1"/>
          </p:cNvSpPr>
          <p:nvPr/>
        </p:nvSpPr>
        <p:spPr bwMode="auto">
          <a:xfrm>
            <a:off x="1919536" y="6203978"/>
            <a:ext cx="8496944" cy="560923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一相计算法，也适用于中性线有阻抗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graphicFrame>
        <p:nvGraphicFramePr>
          <p:cNvPr id="90" name="Object 25"/>
          <p:cNvGraphicFramePr>
            <a:graphicFrameLocks noChangeAspect="1"/>
          </p:cNvGraphicFramePr>
          <p:nvPr/>
        </p:nvGraphicFramePr>
        <p:xfrm>
          <a:off x="3997711" y="5661248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3625" name="Equation" r:id="rId8" imgW="16154400" imgH="5791200" progId="Equation.DSMT4">
                  <p:embed/>
                </p:oleObj>
              </mc:Choice>
              <mc:Fallback>
                <p:oleObj name="Equation" r:id="rId8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97711" y="5661248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1" name="Text Box 7"/>
          <p:cNvSpPr txBox="1">
            <a:spLocks noChangeArrowheads="1"/>
          </p:cNvSpPr>
          <p:nvPr/>
        </p:nvSpPr>
        <p:spPr bwMode="auto">
          <a:xfrm>
            <a:off x="1199456" y="5665919"/>
            <a:ext cx="305590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FF0000"/>
                </a:solidFill>
              </a:rPr>
              <a:t>中性线有阻抗</a:t>
            </a:r>
            <a:endParaRPr lang="zh-CN" altLang="en-US" sz="2800" b="1" dirty="0">
              <a:solidFill>
                <a:srgbClr val="FF0000"/>
              </a:solidFill>
            </a:endParaRPr>
          </a:p>
        </p:txBody>
      </p:sp>
      <p:sp>
        <p:nvSpPr>
          <p:cNvPr id="316" name="Line 22"/>
          <p:cNvSpPr>
            <a:spLocks noChangeShapeType="1"/>
          </p:cNvSpPr>
          <p:nvPr/>
        </p:nvSpPr>
        <p:spPr bwMode="auto">
          <a:xfrm flipV="1">
            <a:off x="8226172" y="4823155"/>
            <a:ext cx="1188904" cy="3611"/>
          </a:xfrm>
          <a:prstGeom prst="line">
            <a:avLst/>
          </a:prstGeom>
          <a:noFill/>
          <a:ln w="38100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>
              <a:ln>
                <a:solidFill>
                  <a:schemeClr val="tx1"/>
                </a:solidFill>
                <a:prstDash val="dashDot"/>
              </a:ln>
            </a:endParaRPr>
          </a:p>
        </p:txBody>
      </p:sp>
      <p:graphicFrame>
        <p:nvGraphicFramePr>
          <p:cNvPr id="317" name="Object 41"/>
          <p:cNvGraphicFramePr>
            <a:graphicFrameLocks noChangeAspect="1"/>
          </p:cNvGraphicFramePr>
          <p:nvPr/>
        </p:nvGraphicFramePr>
        <p:xfrm>
          <a:off x="9492511" y="4196992"/>
          <a:ext cx="268966" cy="423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3626" name="Equation" r:id="rId10" imgW="154305" imgH="199390" progId="Equation.3">
                  <p:embed/>
                </p:oleObj>
              </mc:Choice>
              <mc:Fallback>
                <p:oleObj name="Equation" r:id="rId10" imgW="154305" imgH="199390" progId="Equation.3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492511" y="4196992"/>
                        <a:ext cx="268966" cy="4238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8" name="Rectangle 56"/>
          <p:cNvSpPr>
            <a:spLocks noChangeArrowheads="1"/>
          </p:cNvSpPr>
          <p:nvPr/>
        </p:nvSpPr>
        <p:spPr bwMode="auto">
          <a:xfrm>
            <a:off x="9891355" y="4357284"/>
            <a:ext cx="519724" cy="4616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b="1" i="1" dirty="0"/>
              <a:t>Z</a:t>
            </a:r>
            <a:r>
              <a:rPr lang="en-US" altLang="zh-CN" b="1" baseline="-25000" dirty="0"/>
              <a:t>N</a:t>
            </a:r>
            <a:endParaRPr lang="en-US" altLang="zh-CN" b="1" dirty="0"/>
          </a:p>
        </p:txBody>
      </p:sp>
      <p:sp>
        <p:nvSpPr>
          <p:cNvPr id="319" name="Rectangle 28"/>
          <p:cNvSpPr>
            <a:spLocks noChangeArrowheads="1"/>
          </p:cNvSpPr>
          <p:nvPr/>
        </p:nvSpPr>
        <p:spPr bwMode="auto">
          <a:xfrm rot="16200000">
            <a:off x="9523136" y="4618718"/>
            <a:ext cx="179388" cy="369888"/>
          </a:xfrm>
          <a:prstGeom prst="rect">
            <a:avLst/>
          </a:prstGeom>
          <a:noFill/>
          <a:ln w="57150">
            <a:solidFill>
              <a:srgbClr val="FF00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en-US" altLang="zh-CN" b="1"/>
          </a:p>
        </p:txBody>
      </p:sp>
      <p:sp>
        <p:nvSpPr>
          <p:cNvPr id="320" name="Line 22"/>
          <p:cNvSpPr>
            <a:spLocks noChangeShapeType="1"/>
          </p:cNvSpPr>
          <p:nvPr/>
        </p:nvSpPr>
        <p:spPr bwMode="auto">
          <a:xfrm flipV="1">
            <a:off x="9810584" y="4816757"/>
            <a:ext cx="1322192" cy="6397"/>
          </a:xfrm>
          <a:prstGeom prst="line">
            <a:avLst/>
          </a:prstGeom>
          <a:noFill/>
          <a:ln w="38100">
            <a:solidFill>
              <a:schemeClr val="tx1"/>
            </a:solidFill>
            <a:prstDash val="solid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>
              <a:ln>
                <a:solidFill>
                  <a:schemeClr val="tx1"/>
                </a:solidFill>
                <a:prstDash val="dashDot"/>
              </a:ln>
            </a:endParaRPr>
          </a:p>
        </p:txBody>
      </p:sp>
      <p:grpSp>
        <p:nvGrpSpPr>
          <p:cNvPr id="321" name="组合 320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322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323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4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5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6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7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328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38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329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38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330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1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2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3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4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4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4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4" name="Line 40"/>
            <p:cNvSpPr>
              <a:spLocks noChangeShapeType="1"/>
            </p:cNvSpPr>
            <p:nvPr/>
          </p:nvSpPr>
          <p:spPr bwMode="auto">
            <a:xfrm flipH="1" flipV="1">
              <a:off x="4657962" y="4938417"/>
              <a:ext cx="665162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34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34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35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36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6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36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38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8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36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6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36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36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36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37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38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8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36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6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37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37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37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7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37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37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37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7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37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35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35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35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35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27" name="Equation" r:id="rId12" imgW="4572000" imgH="5791200" progId="Equation.DSMT4">
                    <p:embed/>
                  </p:oleObj>
                </mc:Choice>
                <mc:Fallback>
                  <p:oleObj name="Equation" r:id="rId12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28" name="Equation" r:id="rId14" imgW="4572000" imgH="5791200" progId="Equation.DSMT4">
                    <p:embed/>
                  </p:oleObj>
                </mc:Choice>
                <mc:Fallback>
                  <p:oleObj name="Equation" r:id="rId14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29" name="Equation" r:id="rId16" imgW="5181600" imgH="5791200" progId="Equation.DSMT4">
                    <p:embed/>
                  </p:oleObj>
                </mc:Choice>
                <mc:Fallback>
                  <p:oleObj name="Equation" r:id="rId16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30" name="Equation" r:id="rId18" imgW="5486400" imgH="5791200" progId="Equation.DSMT4">
                    <p:embed/>
                  </p:oleObj>
                </mc:Choice>
                <mc:Fallback>
                  <p:oleObj name="Equation" r:id="rId18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31" name="Equation" r:id="rId20" imgW="5486400" imgH="5791200" progId="Equation.DSMT4">
                    <p:embed/>
                  </p:oleObj>
                </mc:Choice>
                <mc:Fallback>
                  <p:oleObj name="Equation" r:id="rId20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3632" name="Equation" r:id="rId22" imgW="6096000" imgH="5791200" progId="Equation.DSMT4">
                    <p:embed/>
                  </p:oleObj>
                </mc:Choice>
                <mc:Fallback>
                  <p:oleObj name="Equation" r:id="rId22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175" grpId="0" animBg="1" autoUpdateAnimBg="0"/>
      <p:bldP spid="89" grpId="0" animBg="1" autoUpdateAnimBg="0"/>
      <p:bldP spid="9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9" name="Text Box 11"/>
          <p:cNvSpPr txBox="1">
            <a:spLocks noChangeArrowheads="1"/>
          </p:cNvSpPr>
          <p:nvPr/>
        </p:nvSpPr>
        <p:spPr bwMode="auto">
          <a:xfrm>
            <a:off x="934625" y="3447491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(1)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三相负载对称</a:t>
            </a:r>
            <a:endParaRPr lang="zh-CN" altLang="en-US" sz="2800" b="1" dirty="0">
              <a:solidFill>
                <a:srgbClr val="C00000"/>
              </a:solidFill>
            </a:endParaRPr>
          </a:p>
        </p:txBody>
      </p:sp>
      <p:sp>
        <p:nvSpPr>
          <p:cNvPr id="86" name="Text Box 11"/>
          <p:cNvSpPr txBox="1">
            <a:spLocks noChangeArrowheads="1"/>
          </p:cNvSpPr>
          <p:nvPr/>
        </p:nvSpPr>
        <p:spPr bwMode="auto">
          <a:xfrm>
            <a:off x="2384236" y="4030832"/>
            <a:ext cx="315591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一相计算法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graphicFrame>
        <p:nvGraphicFramePr>
          <p:cNvPr id="87" name="Object 16"/>
          <p:cNvGraphicFramePr>
            <a:graphicFrameLocks noChangeAspect="1"/>
          </p:cNvGraphicFramePr>
          <p:nvPr/>
        </p:nvGraphicFramePr>
        <p:xfrm>
          <a:off x="1651073" y="4050222"/>
          <a:ext cx="1233260" cy="5285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4580" name="Equation" r:id="rId1" imgW="13411200" imgH="5791200" progId="Equation.DSMT4">
                  <p:embed/>
                </p:oleObj>
              </mc:Choice>
              <mc:Fallback>
                <p:oleObj name="Equation" r:id="rId1" imgW="13411200" imgH="57912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73" y="4050222"/>
                        <a:ext cx="1233260" cy="52854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1" name="Equation" r:id="rId3" imgW="47853600" imgH="6096000" progId="Equation.DSMT4">
                    <p:embed/>
                  </p:oleObj>
                </mc:Choice>
                <mc:Fallback>
                  <p:oleObj name="Equation" r:id="rId3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88" name="Text Box 7"/>
          <p:cNvSpPr txBox="1">
            <a:spLocks noChangeArrowheads="1"/>
          </p:cNvSpPr>
          <p:nvPr/>
        </p:nvSpPr>
        <p:spPr bwMode="auto">
          <a:xfrm>
            <a:off x="1544441" y="4605568"/>
            <a:ext cx="204311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99"/>
                </a:solidFill>
              </a:rPr>
              <a:t>中性线电流</a:t>
            </a:r>
            <a:endParaRPr lang="zh-CN" altLang="en-US" sz="2800" b="1" dirty="0">
              <a:solidFill>
                <a:srgbClr val="000099"/>
              </a:solidFill>
            </a:endParaRPr>
          </a:p>
        </p:txBody>
      </p:sp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1670413" y="5136187"/>
          <a:ext cx="2976562" cy="547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4582" name="Equation" r:id="rId5" imgW="31089600" imgH="5791200" progId="Equation.DSMT4">
                  <p:embed/>
                </p:oleObj>
              </mc:Choice>
              <mc:Fallback>
                <p:oleObj name="Equation" r:id="rId5" imgW="310896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0413" y="5136187"/>
                        <a:ext cx="2976562" cy="5476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5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7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grpSp>
        <p:nvGrpSpPr>
          <p:cNvPr id="321" name="组合 320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322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323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4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5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6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27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328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38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9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329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38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8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331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2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3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4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3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3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4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34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34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34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34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35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36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6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36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38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8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36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6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36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36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36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37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38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8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36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36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37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37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37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7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37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37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37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37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37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35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35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35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35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3" name="Equation" r:id="rId8" imgW="4572000" imgH="5791200" progId="Equation.DSMT4">
                    <p:embed/>
                  </p:oleObj>
                </mc:Choice>
                <mc:Fallback>
                  <p:oleObj name="Equation" r:id="rId8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4" name="Equation" r:id="rId10" imgW="4572000" imgH="5791200" progId="Equation.DSMT4">
                    <p:embed/>
                  </p:oleObj>
                </mc:Choice>
                <mc:Fallback>
                  <p:oleObj name="Equation" r:id="rId10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5" name="Equation" r:id="rId12" imgW="5181600" imgH="5791200" progId="Equation.DSMT4">
                    <p:embed/>
                  </p:oleObj>
                </mc:Choice>
                <mc:Fallback>
                  <p:oleObj name="Equation" r:id="rId12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6" name="Equation" r:id="rId14" imgW="5486400" imgH="5791200" progId="Equation.DSMT4">
                    <p:embed/>
                  </p:oleObj>
                </mc:Choice>
                <mc:Fallback>
                  <p:oleObj name="Equation" r:id="rId14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7" name="Equation" r:id="rId16" imgW="5486400" imgH="5791200" progId="Equation.DSMT4">
                    <p:embed/>
                  </p:oleObj>
                </mc:Choice>
                <mc:Fallback>
                  <p:oleObj name="Equation" r:id="rId16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4588" name="Equation" r:id="rId18" imgW="6096000" imgH="5791200" progId="Equation.DSMT4">
                    <p:embed/>
                  </p:oleObj>
                </mc:Choice>
                <mc:Fallback>
                  <p:oleObj name="Equation" r:id="rId18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7" name="Text Box 179"/>
          <p:cNvSpPr txBox="1">
            <a:spLocks noChangeArrowheads="1"/>
          </p:cNvSpPr>
          <p:nvPr/>
        </p:nvSpPr>
        <p:spPr bwMode="auto">
          <a:xfrm>
            <a:off x="1919536" y="6203978"/>
            <a:ext cx="8201338" cy="560923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一相计算法，也适用于三相三线制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graphicFrame>
        <p:nvGraphicFramePr>
          <p:cNvPr id="98" name="Object 25"/>
          <p:cNvGraphicFramePr>
            <a:graphicFrameLocks noChangeAspect="1"/>
          </p:cNvGraphicFramePr>
          <p:nvPr/>
        </p:nvGraphicFramePr>
        <p:xfrm>
          <a:off x="3973711" y="5651656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4589" name="Equation" r:id="rId20" imgW="16154400" imgH="5791200" progId="Equation.DSMT4">
                  <p:embed/>
                </p:oleObj>
              </mc:Choice>
              <mc:Fallback>
                <p:oleObj name="Equation" r:id="rId20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73711" y="5651656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9" name="Text Box 7"/>
          <p:cNvSpPr txBox="1">
            <a:spLocks noChangeArrowheads="1"/>
          </p:cNvSpPr>
          <p:nvPr/>
        </p:nvSpPr>
        <p:spPr bwMode="auto">
          <a:xfrm>
            <a:off x="1559497" y="5658835"/>
            <a:ext cx="201622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FF0000"/>
                </a:solidFill>
              </a:rPr>
              <a:t>三相三线制</a:t>
            </a:r>
            <a:endParaRPr lang="zh-CN" altLang="en-US" sz="28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" grpId="0" animBg="1" autoUpdateAnimBg="0"/>
      <p:bldP spid="97" grpId="0" animBg="1" autoUpdateAnimBg="0"/>
      <p:bldP spid="99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3" name="Equation" r:id="rId1" imgW="47853600" imgH="6096000" progId="Equation.DSMT4">
                    <p:embed/>
                  </p:oleObj>
                </mc:Choice>
                <mc:Fallback>
                  <p:oleObj name="Equation" r:id="rId1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4" name="Equation" r:id="rId3" imgW="154305" imgH="199390" progId="Equation.3">
                    <p:embed/>
                  </p:oleObj>
                </mc:Choice>
                <mc:Fallback>
                  <p:oleObj name="Equation" r:id="rId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5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6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7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8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79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5480" name="Equation" r:id="rId15" imgW="6096000" imgH="5791200" progId="Equation.DSMT4">
                    <p:embed/>
                  </p:oleObj>
                </mc:Choice>
                <mc:Fallback>
                  <p:oleObj name="Equation" r:id="rId15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8" name="Text Box 11"/>
          <p:cNvSpPr txBox="1">
            <a:spLocks noChangeArrowheads="1"/>
          </p:cNvSpPr>
          <p:nvPr/>
        </p:nvSpPr>
        <p:spPr bwMode="auto">
          <a:xfrm>
            <a:off x="1130351" y="3476744"/>
            <a:ext cx="3410263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(2)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  </a:t>
            </a:r>
            <a:endParaRPr lang="en-US" altLang="zh-CN" sz="2800" b="1" dirty="0">
              <a:solidFill>
                <a:srgbClr val="C00000"/>
              </a:solidFill>
            </a:endParaRPr>
          </a:p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      </a:t>
            </a:r>
            <a:r>
              <a:rPr lang="zh-CN" altLang="en-US" sz="2800" b="1" dirty="0">
                <a:solidFill>
                  <a:srgbClr val="00B050"/>
                </a:solidFill>
              </a:rPr>
              <a:t>中性线无阻抗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2063552" y="4566576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5481" name="Equation" r:id="rId17" imgW="16154400" imgH="5791200" progId="Equation.DSMT4">
                  <p:embed/>
                </p:oleObj>
              </mc:Choice>
              <mc:Fallback>
                <p:oleObj name="Equation" r:id="rId17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63552" y="4566576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" name="Text Box 11"/>
          <p:cNvSpPr txBox="1">
            <a:spLocks noChangeArrowheads="1"/>
          </p:cNvSpPr>
          <p:nvPr/>
        </p:nvSpPr>
        <p:spPr bwMode="auto">
          <a:xfrm>
            <a:off x="1695377" y="5144496"/>
            <a:ext cx="2845237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174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34" name="Equation" r:id="rId1" imgW="47853600" imgH="6096000" progId="Equation.DSMT4">
                    <p:embed/>
                  </p:oleObj>
                </mc:Choice>
                <mc:Fallback>
                  <p:oleObj name="Equation" r:id="rId1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35" name="Equation" r:id="rId3" imgW="154305" imgH="199390" progId="Equation.3">
                    <p:embed/>
                  </p:oleObj>
                </mc:Choice>
                <mc:Fallback>
                  <p:oleObj name="Equation" r:id="rId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36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37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38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39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40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6741" name="Equation" r:id="rId15" imgW="6096000" imgH="5791200" progId="Equation.DSMT4">
                    <p:embed/>
                  </p:oleObj>
                </mc:Choice>
                <mc:Fallback>
                  <p:oleObj name="Equation" r:id="rId15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8" name="Text Box 11"/>
          <p:cNvSpPr txBox="1">
            <a:spLocks noChangeArrowheads="1"/>
          </p:cNvSpPr>
          <p:nvPr/>
        </p:nvSpPr>
        <p:spPr bwMode="auto">
          <a:xfrm>
            <a:off x="1130351" y="3476744"/>
            <a:ext cx="3410263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(2)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  </a:t>
            </a:r>
            <a:endParaRPr lang="en-US" altLang="zh-CN" sz="2800" b="1" dirty="0">
              <a:solidFill>
                <a:srgbClr val="C00000"/>
              </a:solidFill>
            </a:endParaRPr>
          </a:p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      </a:t>
            </a:r>
            <a:r>
              <a:rPr lang="zh-CN" altLang="en-US" sz="2800" b="1" dirty="0">
                <a:solidFill>
                  <a:srgbClr val="00B050"/>
                </a:solidFill>
              </a:rPr>
              <a:t>中性线无阻抗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4196810" y="4065650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6742" name="Equation" r:id="rId17" imgW="16154400" imgH="5791200" progId="Equation.DSMT4">
                  <p:embed/>
                </p:oleObj>
              </mc:Choice>
              <mc:Fallback>
                <p:oleObj name="Equation" r:id="rId17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96810" y="4065650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" name="Text Box 11"/>
          <p:cNvSpPr txBox="1">
            <a:spLocks noChangeArrowheads="1"/>
          </p:cNvSpPr>
          <p:nvPr/>
        </p:nvSpPr>
        <p:spPr bwMode="auto">
          <a:xfrm>
            <a:off x="1679700" y="4503242"/>
            <a:ext cx="2845237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83" name="Text Box 7"/>
          <p:cNvSpPr txBox="1">
            <a:spLocks noChangeArrowheads="1"/>
          </p:cNvSpPr>
          <p:nvPr/>
        </p:nvSpPr>
        <p:spPr bwMode="auto">
          <a:xfrm>
            <a:off x="1679699" y="4973414"/>
            <a:ext cx="146257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线电流</a:t>
            </a:r>
            <a:endParaRPr lang="zh-CN" altLang="en-US" sz="2800" b="1" dirty="0"/>
          </a:p>
        </p:txBody>
      </p:sp>
      <p:graphicFrame>
        <p:nvGraphicFramePr>
          <p:cNvPr id="84" name="Object 25"/>
          <p:cNvGraphicFramePr>
            <a:graphicFrameLocks noChangeAspect="1"/>
          </p:cNvGraphicFramePr>
          <p:nvPr/>
        </p:nvGraphicFramePr>
        <p:xfrm>
          <a:off x="2140732" y="5324016"/>
          <a:ext cx="3489881" cy="8403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6743" name="Equation" r:id="rId19" imgW="45110400" imgH="10972800" progId="Equation.DSMT4">
                  <p:embed/>
                </p:oleObj>
              </mc:Choice>
              <mc:Fallback>
                <p:oleObj name="Equation" r:id="rId19" imgW="451104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40732" y="5324016"/>
                        <a:ext cx="3489881" cy="840394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5" name="Object 25"/>
          <p:cNvGraphicFramePr>
            <a:graphicFrameLocks noChangeAspect="1"/>
          </p:cNvGraphicFramePr>
          <p:nvPr/>
        </p:nvGraphicFramePr>
        <p:xfrm>
          <a:off x="2140732" y="6110363"/>
          <a:ext cx="4292600" cy="796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6744" name="Equation" r:id="rId21" imgW="58521600" imgH="10972800" progId="Equation.DSMT4">
                  <p:embed/>
                </p:oleObj>
              </mc:Choice>
              <mc:Fallback>
                <p:oleObj name="Equation" r:id="rId21" imgW="585216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40732" y="6110363"/>
                        <a:ext cx="4292600" cy="796925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6" name="Object 25"/>
          <p:cNvGraphicFramePr>
            <a:graphicFrameLocks noChangeAspect="1"/>
          </p:cNvGraphicFramePr>
          <p:nvPr/>
        </p:nvGraphicFramePr>
        <p:xfrm>
          <a:off x="6888075" y="6074202"/>
          <a:ext cx="4473545" cy="8140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6745" name="Equation" r:id="rId23" imgW="59740800" imgH="10972800" progId="Equation.DSMT4">
                  <p:embed/>
                </p:oleObj>
              </mc:Choice>
              <mc:Fallback>
                <p:oleObj name="Equation" r:id="rId23" imgW="597408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88075" y="6074202"/>
                        <a:ext cx="4473545" cy="814074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2" name="Equation" r:id="rId1" imgW="47853600" imgH="6096000" progId="Equation.DSMT4">
                    <p:embed/>
                  </p:oleObj>
                </mc:Choice>
                <mc:Fallback>
                  <p:oleObj name="Equation" r:id="rId1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3" name="Equation" r:id="rId3" imgW="154305" imgH="199390" progId="Equation.3">
                    <p:embed/>
                  </p:oleObj>
                </mc:Choice>
                <mc:Fallback>
                  <p:oleObj name="Equation" r:id="rId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4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5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6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7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8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7599" name="Equation" r:id="rId15" imgW="6096000" imgH="5791200" progId="Equation.DSMT4">
                    <p:embed/>
                  </p:oleObj>
                </mc:Choice>
                <mc:Fallback>
                  <p:oleObj name="Equation" r:id="rId15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8" name="Text Box 11"/>
          <p:cNvSpPr txBox="1">
            <a:spLocks noChangeArrowheads="1"/>
          </p:cNvSpPr>
          <p:nvPr/>
        </p:nvSpPr>
        <p:spPr bwMode="auto">
          <a:xfrm>
            <a:off x="1130351" y="3476744"/>
            <a:ext cx="3410263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(2)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  </a:t>
            </a:r>
            <a:endParaRPr lang="en-US" altLang="zh-CN" sz="2800" b="1" dirty="0">
              <a:solidFill>
                <a:srgbClr val="C00000"/>
              </a:solidFill>
            </a:endParaRPr>
          </a:p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      </a:t>
            </a:r>
            <a:r>
              <a:rPr lang="zh-CN" altLang="en-US" sz="2800" b="1" dirty="0">
                <a:solidFill>
                  <a:srgbClr val="00B050"/>
                </a:solidFill>
              </a:rPr>
              <a:t>中性线无阻抗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4196810" y="4065650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7600" name="Equation" r:id="rId17" imgW="16154400" imgH="5791200" progId="Equation.DSMT4">
                  <p:embed/>
                </p:oleObj>
              </mc:Choice>
              <mc:Fallback>
                <p:oleObj name="Equation" r:id="rId17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96810" y="4065650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" name="Text Box 11"/>
          <p:cNvSpPr txBox="1">
            <a:spLocks noChangeArrowheads="1"/>
          </p:cNvSpPr>
          <p:nvPr/>
        </p:nvSpPr>
        <p:spPr bwMode="auto">
          <a:xfrm>
            <a:off x="1679700" y="4503242"/>
            <a:ext cx="2845237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87" name="Text Box 7"/>
          <p:cNvSpPr txBox="1">
            <a:spLocks noChangeArrowheads="1"/>
          </p:cNvSpPr>
          <p:nvPr/>
        </p:nvSpPr>
        <p:spPr bwMode="auto">
          <a:xfrm>
            <a:off x="1665722" y="5046801"/>
            <a:ext cx="204311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中性线电流</a:t>
            </a:r>
            <a:endParaRPr lang="zh-CN" altLang="en-US" sz="2800" b="1" dirty="0"/>
          </a:p>
        </p:txBody>
      </p:sp>
      <p:graphicFrame>
        <p:nvGraphicFramePr>
          <p:cNvPr id="89" name="Object 25"/>
          <p:cNvGraphicFramePr>
            <a:graphicFrameLocks noChangeAspect="1"/>
          </p:cNvGraphicFramePr>
          <p:nvPr/>
        </p:nvGraphicFramePr>
        <p:xfrm>
          <a:off x="1735093" y="5745756"/>
          <a:ext cx="7296150" cy="1063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7601" name="Equation" r:id="rId19" imgW="76200000" imgH="11277600" progId="Equation.DSMT4">
                  <p:embed/>
                </p:oleObj>
              </mc:Choice>
              <mc:Fallback>
                <p:oleObj name="Equation" r:id="rId19" imgW="76200000" imgH="112776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35093" y="5745756"/>
                        <a:ext cx="7296150" cy="10636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92" name="组合 91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93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94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2" name="Equation" r:id="rId1" imgW="47853600" imgH="6096000" progId="Equation.DSMT4">
                    <p:embed/>
                  </p:oleObj>
                </mc:Choice>
                <mc:Fallback>
                  <p:oleObj name="Equation" r:id="rId1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5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97" name="组合 96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98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0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1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2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3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4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05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169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0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1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2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73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06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164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5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6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7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68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07" name="Line 22"/>
            <p:cNvSpPr>
              <a:spLocks noChangeShapeType="1"/>
            </p:cNvSpPr>
            <p:nvPr/>
          </p:nvSpPr>
          <p:spPr bwMode="auto">
            <a:xfrm flipV="1">
              <a:off x="2701653" y="5229225"/>
              <a:ext cx="4762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0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1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3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6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7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8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2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3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4" name="Line 40"/>
            <p:cNvSpPr>
              <a:spLocks noChangeShapeType="1"/>
            </p:cNvSpPr>
            <p:nvPr/>
          </p:nvSpPr>
          <p:spPr bwMode="auto">
            <a:xfrm flipH="1" flipV="1">
              <a:off x="5162278" y="5060950"/>
              <a:ext cx="665163" cy="95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25" name="Object 41"/>
            <p:cNvGraphicFramePr>
              <a:graphicFrameLocks noChangeAspect="1"/>
            </p:cNvGraphicFramePr>
            <p:nvPr/>
          </p:nvGraphicFramePr>
          <p:xfrm>
            <a:off x="5390878" y="4511675"/>
            <a:ext cx="436563" cy="558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3" name="Equation" r:id="rId3" imgW="154305" imgH="199390" progId="Equation.3">
                    <p:embed/>
                  </p:oleObj>
                </mc:Choice>
                <mc:Fallback>
                  <p:oleObj name="Equation" r:id="rId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90878" y="4511675"/>
                          <a:ext cx="436563" cy="558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6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27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128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129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139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0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1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42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162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3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3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147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15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6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6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48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49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50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156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7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8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51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153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154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155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52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130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131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132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133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4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4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5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5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6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7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7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8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8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8579" name="Equation" r:id="rId15" imgW="6096000" imgH="5791200" progId="Equation.DSMT4">
                    <p:embed/>
                  </p:oleObj>
                </mc:Choice>
                <mc:Fallback>
                  <p:oleObj name="Equation" r:id="rId15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8" name="Text Box 11"/>
          <p:cNvSpPr txBox="1">
            <a:spLocks noChangeArrowheads="1"/>
          </p:cNvSpPr>
          <p:nvPr/>
        </p:nvSpPr>
        <p:spPr bwMode="auto">
          <a:xfrm>
            <a:off x="1130351" y="3476744"/>
            <a:ext cx="3410263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(2)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  </a:t>
            </a:r>
            <a:endParaRPr lang="en-US" altLang="zh-CN" sz="2800" b="1" dirty="0">
              <a:solidFill>
                <a:srgbClr val="C00000"/>
              </a:solidFill>
            </a:endParaRPr>
          </a:p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      </a:t>
            </a:r>
            <a:r>
              <a:rPr lang="zh-CN" altLang="en-US" sz="2800" b="1" dirty="0">
                <a:solidFill>
                  <a:srgbClr val="00B050"/>
                </a:solidFill>
              </a:rPr>
              <a:t>中性线无阻抗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2062369" y="4593390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8580" name="Equation" r:id="rId17" imgW="16154400" imgH="5791200" progId="Equation.DSMT4">
                  <p:embed/>
                </p:oleObj>
              </mc:Choice>
              <mc:Fallback>
                <p:oleObj name="Equation" r:id="rId17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62369" y="4593390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" name="Text Box 11"/>
          <p:cNvSpPr txBox="1">
            <a:spLocks noChangeArrowheads="1"/>
          </p:cNvSpPr>
          <p:nvPr/>
        </p:nvSpPr>
        <p:spPr bwMode="auto">
          <a:xfrm>
            <a:off x="1680770" y="5142665"/>
            <a:ext cx="2845237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85" name="Text Box 179"/>
          <p:cNvSpPr txBox="1">
            <a:spLocks noChangeArrowheads="1"/>
          </p:cNvSpPr>
          <p:nvPr/>
        </p:nvSpPr>
        <p:spPr bwMode="auto">
          <a:xfrm>
            <a:off x="1919536" y="6203978"/>
            <a:ext cx="8129330" cy="559897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三相负载不对称，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中性线无阻抗，每相独立计算法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86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9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 autoUpdateAnimBg="0"/>
      <p:bldP spid="86" grpId="0" animBg="1" autoUpdateAnimBg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Object 5"/>
          <p:cNvGraphicFramePr>
            <a:graphicFrameLocks noChangeAspect="1"/>
          </p:cNvGraphicFramePr>
          <p:nvPr/>
        </p:nvGraphicFramePr>
        <p:xfrm>
          <a:off x="3273157" y="5570972"/>
          <a:ext cx="5708650" cy="1258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1126" name="Equation" r:id="rId1" imgW="93878400" imgH="20726400" progId="Equation.DSMT4">
                  <p:embed/>
                </p:oleObj>
              </mc:Choice>
              <mc:Fallback>
                <p:oleObj name="Equation" r:id="rId1" imgW="938784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73157" y="5570972"/>
                        <a:ext cx="5708650" cy="1258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05853" y="3450104"/>
            <a:ext cx="4966811" cy="2571184"/>
            <a:chOff x="7105853" y="3450104"/>
            <a:chExt cx="4966811" cy="2571184"/>
          </a:xfrm>
        </p:grpSpPr>
        <p:grpSp>
          <p:nvGrpSpPr>
            <p:cNvPr id="103" name="组合 102"/>
            <p:cNvGrpSpPr/>
            <p:nvPr/>
          </p:nvGrpSpPr>
          <p:grpSpPr>
            <a:xfrm>
              <a:off x="7105853" y="3450104"/>
              <a:ext cx="4966811" cy="2571184"/>
              <a:chOff x="920715" y="3414304"/>
              <a:chExt cx="8061707" cy="3389721"/>
            </a:xfrm>
          </p:grpSpPr>
          <p:sp>
            <p:nvSpPr>
              <p:cNvPr id="113" name="Line 22"/>
              <p:cNvSpPr>
                <a:spLocks noChangeShapeType="1"/>
              </p:cNvSpPr>
              <p:nvPr/>
            </p:nvSpPr>
            <p:spPr bwMode="auto">
              <a:xfrm flipV="1">
                <a:off x="2701653" y="5229225"/>
                <a:ext cx="4762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4" name="Rectangle 4"/>
              <p:cNvSpPr>
                <a:spLocks noChangeArrowheads="1"/>
              </p:cNvSpPr>
              <p:nvPr/>
            </p:nvSpPr>
            <p:spPr bwMode="auto">
              <a:xfrm>
                <a:off x="2196432" y="4773207"/>
                <a:ext cx="409973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/>
                  <a:t>N</a:t>
                </a:r>
                <a:endParaRPr lang="en-US" altLang="zh-CN" sz="2800" b="1"/>
              </a:p>
            </p:txBody>
          </p:sp>
          <p:sp>
            <p:nvSpPr>
              <p:cNvPr id="105" name="Freeform 5"/>
              <p:cNvSpPr/>
              <p:nvPr/>
            </p:nvSpPr>
            <p:spPr bwMode="auto">
              <a:xfrm>
                <a:off x="2703240" y="4479925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6" name="Freeform 6"/>
              <p:cNvSpPr/>
              <p:nvPr/>
            </p:nvSpPr>
            <p:spPr bwMode="auto">
              <a:xfrm>
                <a:off x="2703240" y="4678363"/>
                <a:ext cx="109538" cy="201613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2 h 198"/>
                  <a:gd name="T6" fmla="*/ 0 w 140"/>
                  <a:gd name="T7" fmla="*/ 127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7" name="Line 7"/>
              <p:cNvSpPr>
                <a:spLocks noChangeShapeType="1"/>
              </p:cNvSpPr>
              <p:nvPr/>
            </p:nvSpPr>
            <p:spPr bwMode="auto">
              <a:xfrm>
                <a:off x="2712765" y="4870450"/>
                <a:ext cx="0" cy="3778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8" name="Line 8"/>
              <p:cNvSpPr>
                <a:spLocks noChangeShapeType="1"/>
              </p:cNvSpPr>
              <p:nvPr/>
            </p:nvSpPr>
            <p:spPr bwMode="auto">
              <a:xfrm>
                <a:off x="2712765" y="3960813"/>
                <a:ext cx="0" cy="360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9" name="Freeform 9"/>
              <p:cNvSpPr/>
              <p:nvPr/>
            </p:nvSpPr>
            <p:spPr bwMode="auto">
              <a:xfrm>
                <a:off x="2703240" y="4291013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10" name="Group 10"/>
              <p:cNvGrpSpPr/>
              <p:nvPr/>
            </p:nvGrpSpPr>
            <p:grpSpPr bwMode="auto">
              <a:xfrm rot="582578">
                <a:off x="2661965" y="5435600"/>
                <a:ext cx="1135063" cy="447675"/>
                <a:chOff x="1268" y="2993"/>
                <a:chExt cx="738" cy="291"/>
              </a:xfrm>
            </p:grpSpPr>
            <p:sp>
              <p:nvSpPr>
                <p:cNvPr id="244" name="Freeform 11"/>
                <p:cNvSpPr/>
                <p:nvPr/>
              </p:nvSpPr>
              <p:spPr bwMode="auto">
                <a:xfrm rot="-3659485">
                  <a:off x="1617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5" name="Freeform 12"/>
                <p:cNvSpPr/>
                <p:nvPr/>
              </p:nvSpPr>
              <p:spPr bwMode="auto">
                <a:xfrm rot="-3659485">
                  <a:off x="1726" y="3113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6" name="Line 13"/>
                <p:cNvSpPr>
                  <a:spLocks noChangeShapeType="1"/>
                </p:cNvSpPr>
                <p:nvPr/>
              </p:nvSpPr>
              <p:spPr bwMode="auto">
                <a:xfrm rot="-3659485">
                  <a:off x="1889" y="3166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7" name="Line 14"/>
                <p:cNvSpPr>
                  <a:spLocks noChangeShapeType="1"/>
                </p:cNvSpPr>
                <p:nvPr/>
              </p:nvSpPr>
              <p:spPr bwMode="auto">
                <a:xfrm rot="-3659485">
                  <a:off x="1386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8" name="Freeform 15"/>
                <p:cNvSpPr/>
                <p:nvPr/>
              </p:nvSpPr>
              <p:spPr bwMode="auto">
                <a:xfrm rot="-3659485">
                  <a:off x="1514" y="2990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11" name="Group 16"/>
              <p:cNvGrpSpPr/>
              <p:nvPr/>
            </p:nvGrpSpPr>
            <p:grpSpPr bwMode="auto">
              <a:xfrm rot="20941958">
                <a:off x="1626915" y="5403850"/>
                <a:ext cx="1154113" cy="439738"/>
                <a:chOff x="548" y="2993"/>
                <a:chExt cx="750" cy="285"/>
              </a:xfrm>
            </p:grpSpPr>
            <p:sp>
              <p:nvSpPr>
                <p:cNvPr id="239" name="Freeform 17"/>
                <p:cNvSpPr/>
                <p:nvPr/>
              </p:nvSpPr>
              <p:spPr bwMode="auto">
                <a:xfrm rot="3659485" flipH="1">
                  <a:off x="875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0" name="Freeform 18"/>
                <p:cNvSpPr/>
                <p:nvPr/>
              </p:nvSpPr>
              <p:spPr bwMode="auto">
                <a:xfrm rot="3659485" flipH="1">
                  <a:off x="767" y="3113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1" name="Line 19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666" y="3160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2" name="Line 20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1181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3" name="Freeform 21"/>
                <p:cNvSpPr/>
                <p:nvPr/>
              </p:nvSpPr>
              <p:spPr bwMode="auto">
                <a:xfrm rot="3659485" flipH="1">
                  <a:off x="979" y="2990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14" name="Line 23"/>
              <p:cNvSpPr>
                <a:spLocks noChangeShapeType="1"/>
              </p:cNvSpPr>
              <p:nvPr/>
            </p:nvSpPr>
            <p:spPr bwMode="auto">
              <a:xfrm>
                <a:off x="2696890" y="3960813"/>
                <a:ext cx="47672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5" name="Line 24"/>
              <p:cNvSpPr>
                <a:spLocks noChangeShapeType="1"/>
              </p:cNvSpPr>
              <p:nvPr/>
            </p:nvSpPr>
            <p:spPr bwMode="auto">
              <a:xfrm>
                <a:off x="6408465" y="5957888"/>
                <a:ext cx="0" cy="8128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6" name="Line 25"/>
              <p:cNvSpPr>
                <a:spLocks noChangeShapeType="1"/>
              </p:cNvSpPr>
              <p:nvPr/>
            </p:nvSpPr>
            <p:spPr bwMode="auto">
              <a:xfrm flipH="1">
                <a:off x="1701528" y="6030913"/>
                <a:ext cx="0" cy="7397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7" name="Line 26"/>
              <p:cNvSpPr>
                <a:spLocks noChangeShapeType="1"/>
              </p:cNvSpPr>
              <p:nvPr/>
            </p:nvSpPr>
            <p:spPr bwMode="auto">
              <a:xfrm>
                <a:off x="1701528" y="6770688"/>
                <a:ext cx="47291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8" name="Text Box 27"/>
              <p:cNvSpPr txBox="1">
                <a:spLocks noChangeArrowheads="1"/>
              </p:cNvSpPr>
              <p:nvPr/>
            </p:nvSpPr>
            <p:spPr bwMode="auto">
              <a:xfrm>
                <a:off x="1695891" y="5790191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19" name="Text Box 28"/>
              <p:cNvSpPr txBox="1">
                <a:spLocks noChangeArrowheads="1"/>
              </p:cNvSpPr>
              <p:nvPr/>
            </p:nvSpPr>
            <p:spPr bwMode="auto">
              <a:xfrm>
                <a:off x="3684337" y="5660740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0" name="Text Box 29"/>
              <p:cNvSpPr txBox="1">
                <a:spLocks noChangeArrowheads="1"/>
              </p:cNvSpPr>
              <p:nvPr/>
            </p:nvSpPr>
            <p:spPr bwMode="auto">
              <a:xfrm>
                <a:off x="2884386" y="3898476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1" name="Text Box 30"/>
              <p:cNvSpPr txBox="1">
                <a:spLocks noChangeArrowheads="1"/>
              </p:cNvSpPr>
              <p:nvPr/>
            </p:nvSpPr>
            <p:spPr bwMode="auto">
              <a:xfrm>
                <a:off x="3136245" y="4973450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2" name="Text Box 31"/>
              <p:cNvSpPr txBox="1">
                <a:spLocks noChangeArrowheads="1"/>
              </p:cNvSpPr>
              <p:nvPr/>
            </p:nvSpPr>
            <p:spPr bwMode="auto">
              <a:xfrm>
                <a:off x="2400813" y="5140376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5" name="Text Box 32"/>
              <p:cNvSpPr txBox="1">
                <a:spLocks noChangeArrowheads="1"/>
              </p:cNvSpPr>
              <p:nvPr/>
            </p:nvSpPr>
            <p:spPr bwMode="auto">
              <a:xfrm>
                <a:off x="2899680" y="4730404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6" name="Line 34"/>
              <p:cNvSpPr>
                <a:spLocks noChangeShapeType="1"/>
              </p:cNvSpPr>
              <p:nvPr/>
            </p:nvSpPr>
            <p:spPr bwMode="auto">
              <a:xfrm>
                <a:off x="5543352" y="6598586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7" name="Line 35"/>
              <p:cNvSpPr>
                <a:spLocks noChangeShapeType="1"/>
              </p:cNvSpPr>
              <p:nvPr/>
            </p:nvSpPr>
            <p:spPr bwMode="auto">
              <a:xfrm>
                <a:off x="5543352" y="5995057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8" name="Line 39"/>
              <p:cNvSpPr>
                <a:spLocks noChangeShapeType="1"/>
              </p:cNvSpPr>
              <p:nvPr/>
            </p:nvSpPr>
            <p:spPr bwMode="auto">
              <a:xfrm>
                <a:off x="5538737" y="3796489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1" name="Line 45"/>
              <p:cNvSpPr>
                <a:spLocks noChangeShapeType="1"/>
              </p:cNvSpPr>
              <p:nvPr/>
            </p:nvSpPr>
            <p:spPr bwMode="auto">
              <a:xfrm>
                <a:off x="3695428" y="6167438"/>
                <a:ext cx="4729163" cy="11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2" name="Line 46"/>
              <p:cNvSpPr>
                <a:spLocks noChangeShapeType="1"/>
              </p:cNvSpPr>
              <p:nvPr/>
            </p:nvSpPr>
            <p:spPr bwMode="auto">
              <a:xfrm>
                <a:off x="3695428" y="6030913"/>
                <a:ext cx="0" cy="1476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2800"/>
              </a:p>
            </p:txBody>
          </p:sp>
          <p:sp>
            <p:nvSpPr>
              <p:cNvPr id="203" name="Oval 47"/>
              <p:cNvSpPr>
                <a:spLocks noChangeArrowheads="1"/>
              </p:cNvSpPr>
              <p:nvPr/>
            </p:nvSpPr>
            <p:spPr bwMode="auto">
              <a:xfrm>
                <a:off x="2661965" y="5218113"/>
                <a:ext cx="73025" cy="74613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  <p:grpSp>
            <p:nvGrpSpPr>
              <p:cNvPr id="204" name="Group 48"/>
              <p:cNvGrpSpPr/>
              <p:nvPr/>
            </p:nvGrpSpPr>
            <p:grpSpPr bwMode="auto">
              <a:xfrm>
                <a:off x="5794401" y="3960813"/>
                <a:ext cx="3188021" cy="2246313"/>
                <a:chOff x="3475" y="2112"/>
                <a:chExt cx="2071" cy="1458"/>
              </a:xfrm>
            </p:grpSpPr>
            <p:sp>
              <p:nvSpPr>
                <p:cNvPr id="214" name="Rectangle 49"/>
                <p:cNvSpPr>
                  <a:spLocks noChangeArrowheads="1"/>
                </p:cNvSpPr>
                <p:nvPr/>
              </p:nvSpPr>
              <p:spPr bwMode="auto">
                <a:xfrm>
                  <a:off x="4528" y="2608"/>
                  <a:ext cx="62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dirty="0">
                      <a:solidFill>
                        <a:srgbClr val="0000CC"/>
                      </a:solidFill>
                    </a:rPr>
                    <a:t>N</a:t>
                  </a:r>
                  <a:r>
                    <a:rPr lang="en-US" altLang="zh-CN" sz="2800" b="1" dirty="0">
                      <a:solidFill>
                        <a:srgbClr val="0000CC"/>
                      </a:solidFill>
                      <a:sym typeface="Symbol" panose="05050102010706020507" pitchFamily="18" charset="2"/>
                    </a:rPr>
                    <a:t></a:t>
                  </a:r>
                  <a:endParaRPr lang="en-US" altLang="zh-CN" sz="2800" b="1" dirty="0">
                    <a:solidFill>
                      <a:srgbClr val="0000CC"/>
                    </a:solidFill>
                  </a:endParaRPr>
                </a:p>
              </p:txBody>
            </p:sp>
            <p:sp>
              <p:nvSpPr>
                <p:cNvPr id="215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2650"/>
                  <a:ext cx="0" cy="27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6" name="Line 51"/>
                <p:cNvSpPr>
                  <a:spLocks noChangeShapeType="1"/>
                </p:cNvSpPr>
                <p:nvPr/>
              </p:nvSpPr>
              <p:spPr bwMode="auto">
                <a:xfrm flipH="1" flipV="1">
                  <a:off x="4558" y="2112"/>
                  <a:ext cx="2" cy="3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17" name="Group 52"/>
                <p:cNvGrpSpPr/>
                <p:nvPr/>
              </p:nvGrpSpPr>
              <p:grpSpPr bwMode="auto">
                <a:xfrm rot="-372678">
                  <a:off x="3819" y="3038"/>
                  <a:ext cx="789" cy="274"/>
                  <a:chOff x="3813" y="2988"/>
                  <a:chExt cx="789" cy="274"/>
                </a:xfrm>
              </p:grpSpPr>
              <p:sp>
                <p:nvSpPr>
                  <p:cNvPr id="237" name="Line 53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4422" y="2821"/>
                    <a:ext cx="13" cy="34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8" name="Line 5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986" y="3089"/>
                    <a:ext cx="0" cy="3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18" name="Line 55"/>
                <p:cNvSpPr>
                  <a:spLocks noChangeShapeType="1"/>
                </p:cNvSpPr>
                <p:nvPr/>
              </p:nvSpPr>
              <p:spPr bwMode="auto">
                <a:xfrm>
                  <a:off x="5184" y="3408"/>
                  <a:ext cx="0" cy="16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9" name="Rectangle 56"/>
                <p:cNvSpPr>
                  <a:spLocks noChangeArrowheads="1"/>
                </p:cNvSpPr>
                <p:nvPr/>
              </p:nvSpPr>
              <p:spPr bwMode="auto">
                <a:xfrm>
                  <a:off x="3920" y="2131"/>
                  <a:ext cx="629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U</a:t>
                  </a:r>
                  <a:endParaRPr lang="en-US" altLang="zh-CN" sz="2800" b="1" dirty="0"/>
                </a:p>
              </p:txBody>
            </p:sp>
            <p:sp>
              <p:nvSpPr>
                <p:cNvPr id="220" name="Rectangle 57"/>
                <p:cNvSpPr>
                  <a:spLocks noChangeArrowheads="1"/>
                </p:cNvSpPr>
                <p:nvPr/>
              </p:nvSpPr>
              <p:spPr bwMode="auto">
                <a:xfrm>
                  <a:off x="4851" y="2852"/>
                  <a:ext cx="695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V</a:t>
                  </a:r>
                  <a:endParaRPr lang="en-US" altLang="zh-CN" sz="2800" b="1" dirty="0"/>
                </a:p>
              </p:txBody>
            </p:sp>
            <p:sp>
              <p:nvSpPr>
                <p:cNvPr id="221" name="Rectangle 58"/>
                <p:cNvSpPr>
                  <a:spLocks noChangeArrowheads="1"/>
                </p:cNvSpPr>
                <p:nvPr/>
              </p:nvSpPr>
              <p:spPr bwMode="auto">
                <a:xfrm>
                  <a:off x="3475" y="2895"/>
                  <a:ext cx="70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W</a:t>
                  </a:r>
                  <a:endParaRPr lang="en-US" altLang="zh-CN" sz="2800" b="1" dirty="0"/>
                </a:p>
              </p:txBody>
            </p:sp>
            <p:grpSp>
              <p:nvGrpSpPr>
                <p:cNvPr id="222" name="Group 59"/>
                <p:cNvGrpSpPr/>
                <p:nvPr/>
              </p:nvGrpSpPr>
              <p:grpSpPr bwMode="auto">
                <a:xfrm>
                  <a:off x="4459" y="2443"/>
                  <a:ext cx="199" cy="202"/>
                  <a:chOff x="4896" y="2537"/>
                  <a:chExt cx="192" cy="187"/>
                </a:xfrm>
              </p:grpSpPr>
              <p:sp>
                <p:nvSpPr>
                  <p:cNvPr id="234" name="Oval 6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6" name="Line 6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3" name="Line 63"/>
                <p:cNvSpPr>
                  <a:spLocks noChangeShapeType="1"/>
                </p:cNvSpPr>
                <p:nvPr/>
              </p:nvSpPr>
              <p:spPr bwMode="auto">
                <a:xfrm rot="7703719">
                  <a:off x="4679" y="2866"/>
                  <a:ext cx="1" cy="29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24" name="Line 64"/>
                <p:cNvSpPr>
                  <a:spLocks noChangeShapeType="1"/>
                </p:cNvSpPr>
                <p:nvPr/>
              </p:nvSpPr>
              <p:spPr bwMode="auto">
                <a:xfrm rot="7703719" flipV="1">
                  <a:off x="5053" y="3157"/>
                  <a:ext cx="0" cy="31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25" name="Group 65"/>
                <p:cNvGrpSpPr/>
                <p:nvPr/>
              </p:nvGrpSpPr>
              <p:grpSpPr bwMode="auto">
                <a:xfrm>
                  <a:off x="4752" y="3057"/>
                  <a:ext cx="199" cy="202"/>
                  <a:chOff x="4896" y="2537"/>
                  <a:chExt cx="192" cy="187"/>
                </a:xfrm>
              </p:grpSpPr>
              <p:sp>
                <p:nvSpPr>
                  <p:cNvPr id="231" name="Oval 66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2" name="Line 67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3" name="Line 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grpSp>
              <p:nvGrpSpPr>
                <p:cNvPr id="226" name="Group 69"/>
                <p:cNvGrpSpPr/>
                <p:nvPr/>
              </p:nvGrpSpPr>
              <p:grpSpPr bwMode="auto">
                <a:xfrm>
                  <a:off x="4128" y="3072"/>
                  <a:ext cx="199" cy="202"/>
                  <a:chOff x="4896" y="2537"/>
                  <a:chExt cx="192" cy="187"/>
                </a:xfrm>
              </p:grpSpPr>
              <p:sp>
                <p:nvSpPr>
                  <p:cNvPr id="228" name="Oval 7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29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0" name="Line 7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7" name="Oval 73"/>
                <p:cNvSpPr>
                  <a:spLocks noChangeArrowheads="1"/>
                </p:cNvSpPr>
                <p:nvPr/>
              </p:nvSpPr>
              <p:spPr bwMode="auto">
                <a:xfrm>
                  <a:off x="4534" y="2906"/>
                  <a:ext cx="48" cy="4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</p:grpSp>
          <p:sp>
            <p:nvSpPr>
              <p:cNvPr id="205" name="Text Box 74"/>
              <p:cNvSpPr txBox="1">
                <a:spLocks noChangeArrowheads="1"/>
              </p:cNvSpPr>
              <p:nvPr/>
            </p:nvSpPr>
            <p:spPr bwMode="auto">
              <a:xfrm>
                <a:off x="2055077" y="365221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06" name="Text Box 75"/>
              <p:cNvSpPr txBox="1">
                <a:spLocks noChangeArrowheads="1"/>
              </p:cNvSpPr>
              <p:nvPr/>
            </p:nvSpPr>
            <p:spPr bwMode="auto">
              <a:xfrm>
                <a:off x="920715" y="5713731"/>
                <a:ext cx="882551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W</a:t>
                </a:r>
                <a:endParaRPr lang="en-US" altLang="zh-CN" sz="2800" b="1" dirty="0"/>
              </a:p>
            </p:txBody>
          </p:sp>
          <p:sp>
            <p:nvSpPr>
              <p:cNvPr id="207" name="Text Box 76"/>
              <p:cNvSpPr txBox="1">
                <a:spLocks noChangeArrowheads="1"/>
              </p:cNvSpPr>
              <p:nvPr/>
            </p:nvSpPr>
            <p:spPr bwMode="auto">
              <a:xfrm>
                <a:off x="3055676" y="589912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V</a:t>
                </a:r>
                <a:endParaRPr lang="en-US" altLang="zh-CN" sz="2800" b="1" dirty="0"/>
              </a:p>
            </p:txBody>
          </p:sp>
          <p:graphicFrame>
            <p:nvGraphicFramePr>
              <p:cNvPr id="208" name="Object 28"/>
              <p:cNvGraphicFramePr>
                <a:graphicFrameLocks noChangeAspect="1"/>
              </p:cNvGraphicFramePr>
              <p:nvPr/>
            </p:nvGraphicFramePr>
            <p:xfrm>
              <a:off x="5131128" y="3414304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61127" name="Equation" r:id="rId3" imgW="4572000" imgH="5791200" progId="Equation.DSMT4">
                      <p:embed/>
                    </p:oleObj>
                  </mc:Choice>
                  <mc:Fallback>
                    <p:oleObj name="Equation" r:id="rId3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31128" y="3414304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09" name="Object 28"/>
              <p:cNvGraphicFramePr>
                <a:graphicFrameLocks noChangeAspect="1"/>
              </p:cNvGraphicFramePr>
              <p:nvPr/>
            </p:nvGraphicFramePr>
            <p:xfrm>
              <a:off x="5120155" y="5621338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61128" name="Equation" r:id="rId5" imgW="4572000" imgH="5791200" progId="Equation.DSMT4">
                      <p:embed/>
                    </p:oleObj>
                  </mc:Choice>
                  <mc:Fallback>
                    <p:oleObj name="Equation" r:id="rId5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20155" y="5621338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0" name="Object 28"/>
              <p:cNvGraphicFramePr>
                <a:graphicFrameLocks noChangeAspect="1"/>
              </p:cNvGraphicFramePr>
              <p:nvPr/>
            </p:nvGraphicFramePr>
            <p:xfrm>
              <a:off x="5113338" y="6218238"/>
              <a:ext cx="53181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61129" name="Equation" r:id="rId7" imgW="5181600" imgH="5791200" progId="Equation.DSMT4">
                      <p:embed/>
                    </p:oleObj>
                  </mc:Choice>
                  <mc:Fallback>
                    <p:oleObj name="Equation" r:id="rId7" imgW="51816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13338" y="6218238"/>
                            <a:ext cx="53181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1" name="Object 28"/>
              <p:cNvGraphicFramePr>
                <a:graphicFrameLocks noChangeAspect="1"/>
              </p:cNvGraphicFramePr>
              <p:nvPr/>
            </p:nvGraphicFramePr>
            <p:xfrm>
              <a:off x="2935839" y="4425783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61130" name="Equation" r:id="rId9" imgW="5486400" imgH="5791200" progId="Equation.DSMT4">
                      <p:embed/>
                    </p:oleObj>
                  </mc:Choice>
                  <mc:Fallback>
                    <p:oleObj name="Equation" r:id="rId9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35839" y="4425783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2" name="Object 28"/>
              <p:cNvGraphicFramePr>
                <a:graphicFrameLocks noChangeAspect="1"/>
              </p:cNvGraphicFramePr>
              <p:nvPr/>
            </p:nvGraphicFramePr>
            <p:xfrm>
              <a:off x="3622064" y="5319716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61131" name="Equation" r:id="rId11" imgW="5486400" imgH="5791200" progId="Equation.DSMT4">
                      <p:embed/>
                    </p:oleObj>
                  </mc:Choice>
                  <mc:Fallback>
                    <p:oleObj name="Equation" r:id="rId11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622064" y="5319716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3" name="Object 28"/>
              <p:cNvGraphicFramePr>
                <a:graphicFrameLocks noChangeAspect="1"/>
              </p:cNvGraphicFramePr>
              <p:nvPr/>
            </p:nvGraphicFramePr>
            <p:xfrm>
              <a:off x="2219012" y="5567870"/>
              <a:ext cx="627061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61132" name="Equation" r:id="rId13" imgW="6096000" imgH="5791200" progId="Equation.DSMT4">
                      <p:embed/>
                    </p:oleObj>
                  </mc:Choice>
                  <mc:Fallback>
                    <p:oleObj name="Equation" r:id="rId13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219012" y="5567870"/>
                            <a:ext cx="627061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45" name="Line 40"/>
            <p:cNvSpPr>
              <a:spLocks noChangeShapeType="1"/>
            </p:cNvSpPr>
            <p:nvPr/>
          </p:nvSpPr>
          <p:spPr bwMode="auto">
            <a:xfrm flipH="1" flipV="1">
              <a:off x="9417516" y="4618067"/>
              <a:ext cx="409806" cy="72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46" name="Object 41"/>
            <p:cNvGraphicFramePr>
              <a:graphicFrameLocks noChangeAspect="1"/>
            </p:cNvGraphicFramePr>
            <p:nvPr/>
          </p:nvGraphicFramePr>
          <p:xfrm>
            <a:off x="9500775" y="4196789"/>
            <a:ext cx="268966" cy="423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1133" name="Equation" r:id="rId15" imgW="154305" imgH="199390" progId="Equation.3">
                    <p:embed/>
                  </p:oleObj>
                </mc:Choice>
                <mc:Fallback>
                  <p:oleObj name="Equation" r:id="rId15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500775" y="4196789"/>
                          <a:ext cx="268966" cy="423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6" name="Rectangle 56"/>
            <p:cNvSpPr>
              <a:spLocks noChangeArrowheads="1"/>
            </p:cNvSpPr>
            <p:nvPr/>
          </p:nvSpPr>
          <p:spPr bwMode="auto">
            <a:xfrm>
              <a:off x="9788915" y="4293537"/>
              <a:ext cx="577576" cy="523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Z</a:t>
              </a:r>
              <a:r>
                <a:rPr lang="en-US" altLang="zh-CN" sz="2800" b="1" baseline="-25000" dirty="0"/>
                <a:t>N</a:t>
              </a:r>
              <a:endParaRPr lang="en-US" altLang="zh-CN" sz="2800" b="1" dirty="0"/>
            </a:p>
          </p:txBody>
        </p:sp>
        <p:sp>
          <p:nvSpPr>
            <p:cNvPr id="84" name="Rectangle 28"/>
            <p:cNvSpPr>
              <a:spLocks noChangeArrowheads="1"/>
            </p:cNvSpPr>
            <p:nvPr/>
          </p:nvSpPr>
          <p:spPr bwMode="auto">
            <a:xfrm rot="16200000">
              <a:off x="9500049" y="4618718"/>
              <a:ext cx="179388" cy="36988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sz="2800" b="1"/>
            </a:p>
          </p:txBody>
        </p:sp>
      </p:grpSp>
      <p:sp>
        <p:nvSpPr>
          <p:cNvPr id="90" name="Text Box 7"/>
          <p:cNvSpPr txBox="1">
            <a:spLocks noChangeArrowheads="1"/>
          </p:cNvSpPr>
          <p:nvPr/>
        </p:nvSpPr>
        <p:spPr bwMode="auto">
          <a:xfrm>
            <a:off x="1582985" y="5081329"/>
            <a:ext cx="263670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由节点分析法</a:t>
            </a:r>
            <a:endParaRPr lang="zh-CN" altLang="en-US" sz="2800" b="1" dirty="0"/>
          </a:p>
        </p:txBody>
      </p:sp>
      <p:sp>
        <p:nvSpPr>
          <p:cNvPr id="91" name="Text Box 7"/>
          <p:cNvSpPr txBox="1">
            <a:spLocks noChangeArrowheads="1"/>
          </p:cNvSpPr>
          <p:nvPr/>
        </p:nvSpPr>
        <p:spPr bwMode="auto">
          <a:xfrm>
            <a:off x="1564068" y="5888701"/>
            <a:ext cx="167319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节点电压</a:t>
            </a:r>
            <a:endParaRPr lang="zh-CN" altLang="en-US" sz="2800" b="1" dirty="0"/>
          </a:p>
        </p:txBody>
      </p:sp>
      <p:sp>
        <p:nvSpPr>
          <p:cNvPr id="92" name="Text Box 11"/>
          <p:cNvSpPr txBox="1">
            <a:spLocks noChangeArrowheads="1"/>
          </p:cNvSpPr>
          <p:nvPr/>
        </p:nvSpPr>
        <p:spPr bwMode="auto">
          <a:xfrm>
            <a:off x="1590316" y="4555086"/>
            <a:ext cx="281303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93" name="Text Box 11"/>
          <p:cNvSpPr txBox="1">
            <a:spLocks noChangeArrowheads="1"/>
          </p:cNvSpPr>
          <p:nvPr/>
        </p:nvSpPr>
        <p:spPr bwMode="auto">
          <a:xfrm>
            <a:off x="1132641" y="3486104"/>
            <a:ext cx="341026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(3)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7" name="Object 25"/>
          <p:cNvGraphicFramePr>
            <a:graphicFrameLocks noChangeAspect="1"/>
          </p:cNvGraphicFramePr>
          <p:nvPr/>
        </p:nvGraphicFramePr>
        <p:xfrm>
          <a:off x="4319795" y="4126008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1134" name="Equation" r:id="rId17" imgW="16154400" imgH="5791200" progId="Equation.DSMT4">
                  <p:embed/>
                </p:oleObj>
              </mc:Choice>
              <mc:Fallback>
                <p:oleObj name="Equation" r:id="rId17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19795" y="4126008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8" name="Text Box 11"/>
          <p:cNvSpPr txBox="1">
            <a:spLocks noChangeArrowheads="1"/>
          </p:cNvSpPr>
          <p:nvPr/>
        </p:nvSpPr>
        <p:spPr bwMode="auto">
          <a:xfrm>
            <a:off x="1599723" y="4045513"/>
            <a:ext cx="234600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50"/>
                </a:solidFill>
              </a:rPr>
              <a:t>中性线有阻抗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pSp>
        <p:nvGrpSpPr>
          <p:cNvPr id="99" name="组合 98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100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101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1135" name="Equation" r:id="rId19" imgW="47853600" imgH="6096000" progId="Equation.DSMT4">
                    <p:embed/>
                  </p:oleObj>
                </mc:Choice>
                <mc:Fallback>
                  <p:oleObj name="Equation" r:id="rId19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3" grpId="0"/>
      <p:bldP spid="98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05853" y="3450104"/>
            <a:ext cx="4966811" cy="2571184"/>
            <a:chOff x="7105853" y="3450104"/>
            <a:chExt cx="4966811" cy="2571184"/>
          </a:xfrm>
        </p:grpSpPr>
        <p:grpSp>
          <p:nvGrpSpPr>
            <p:cNvPr id="103" name="组合 102"/>
            <p:cNvGrpSpPr/>
            <p:nvPr/>
          </p:nvGrpSpPr>
          <p:grpSpPr>
            <a:xfrm>
              <a:off x="7105853" y="3450104"/>
              <a:ext cx="4966811" cy="2571184"/>
              <a:chOff x="920715" y="3414304"/>
              <a:chExt cx="8061707" cy="3389721"/>
            </a:xfrm>
          </p:grpSpPr>
          <p:sp>
            <p:nvSpPr>
              <p:cNvPr id="113" name="Line 22"/>
              <p:cNvSpPr>
                <a:spLocks noChangeShapeType="1"/>
              </p:cNvSpPr>
              <p:nvPr/>
            </p:nvSpPr>
            <p:spPr bwMode="auto">
              <a:xfrm flipV="1">
                <a:off x="2701653" y="5229225"/>
                <a:ext cx="4762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4" name="Rectangle 4"/>
              <p:cNvSpPr>
                <a:spLocks noChangeArrowheads="1"/>
              </p:cNvSpPr>
              <p:nvPr/>
            </p:nvSpPr>
            <p:spPr bwMode="auto">
              <a:xfrm>
                <a:off x="2196432" y="4773207"/>
                <a:ext cx="409973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/>
                  <a:t>N</a:t>
                </a:r>
                <a:endParaRPr lang="en-US" altLang="zh-CN" sz="2800" b="1"/>
              </a:p>
            </p:txBody>
          </p:sp>
          <p:sp>
            <p:nvSpPr>
              <p:cNvPr id="105" name="Freeform 5"/>
              <p:cNvSpPr/>
              <p:nvPr/>
            </p:nvSpPr>
            <p:spPr bwMode="auto">
              <a:xfrm>
                <a:off x="2703240" y="4479925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6" name="Freeform 6"/>
              <p:cNvSpPr/>
              <p:nvPr/>
            </p:nvSpPr>
            <p:spPr bwMode="auto">
              <a:xfrm>
                <a:off x="2703240" y="4678363"/>
                <a:ext cx="109538" cy="201613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2 h 198"/>
                  <a:gd name="T6" fmla="*/ 0 w 140"/>
                  <a:gd name="T7" fmla="*/ 127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7" name="Line 7"/>
              <p:cNvSpPr>
                <a:spLocks noChangeShapeType="1"/>
              </p:cNvSpPr>
              <p:nvPr/>
            </p:nvSpPr>
            <p:spPr bwMode="auto">
              <a:xfrm>
                <a:off x="2712765" y="4870450"/>
                <a:ext cx="0" cy="3778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8" name="Line 8"/>
              <p:cNvSpPr>
                <a:spLocks noChangeShapeType="1"/>
              </p:cNvSpPr>
              <p:nvPr/>
            </p:nvSpPr>
            <p:spPr bwMode="auto">
              <a:xfrm>
                <a:off x="2712765" y="3960813"/>
                <a:ext cx="0" cy="360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9" name="Freeform 9"/>
              <p:cNvSpPr/>
              <p:nvPr/>
            </p:nvSpPr>
            <p:spPr bwMode="auto">
              <a:xfrm>
                <a:off x="2703240" y="4291013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10" name="Group 10"/>
              <p:cNvGrpSpPr/>
              <p:nvPr/>
            </p:nvGrpSpPr>
            <p:grpSpPr bwMode="auto">
              <a:xfrm rot="582578">
                <a:off x="2661965" y="5435600"/>
                <a:ext cx="1135063" cy="447675"/>
                <a:chOff x="1268" y="2993"/>
                <a:chExt cx="738" cy="291"/>
              </a:xfrm>
            </p:grpSpPr>
            <p:sp>
              <p:nvSpPr>
                <p:cNvPr id="244" name="Freeform 11"/>
                <p:cNvSpPr/>
                <p:nvPr/>
              </p:nvSpPr>
              <p:spPr bwMode="auto">
                <a:xfrm rot="-3659485">
                  <a:off x="1617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5" name="Freeform 12"/>
                <p:cNvSpPr/>
                <p:nvPr/>
              </p:nvSpPr>
              <p:spPr bwMode="auto">
                <a:xfrm rot="-3659485">
                  <a:off x="1726" y="3113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6" name="Line 13"/>
                <p:cNvSpPr>
                  <a:spLocks noChangeShapeType="1"/>
                </p:cNvSpPr>
                <p:nvPr/>
              </p:nvSpPr>
              <p:spPr bwMode="auto">
                <a:xfrm rot="-3659485">
                  <a:off x="1889" y="3166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7" name="Line 14"/>
                <p:cNvSpPr>
                  <a:spLocks noChangeShapeType="1"/>
                </p:cNvSpPr>
                <p:nvPr/>
              </p:nvSpPr>
              <p:spPr bwMode="auto">
                <a:xfrm rot="-3659485">
                  <a:off x="1386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8" name="Freeform 15"/>
                <p:cNvSpPr/>
                <p:nvPr/>
              </p:nvSpPr>
              <p:spPr bwMode="auto">
                <a:xfrm rot="-3659485">
                  <a:off x="1514" y="2990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11" name="Group 16"/>
              <p:cNvGrpSpPr/>
              <p:nvPr/>
            </p:nvGrpSpPr>
            <p:grpSpPr bwMode="auto">
              <a:xfrm rot="20941958">
                <a:off x="1626915" y="5403850"/>
                <a:ext cx="1154113" cy="439738"/>
                <a:chOff x="548" y="2993"/>
                <a:chExt cx="750" cy="285"/>
              </a:xfrm>
            </p:grpSpPr>
            <p:sp>
              <p:nvSpPr>
                <p:cNvPr id="239" name="Freeform 17"/>
                <p:cNvSpPr/>
                <p:nvPr/>
              </p:nvSpPr>
              <p:spPr bwMode="auto">
                <a:xfrm rot="3659485" flipH="1">
                  <a:off x="875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0" name="Freeform 18"/>
                <p:cNvSpPr/>
                <p:nvPr/>
              </p:nvSpPr>
              <p:spPr bwMode="auto">
                <a:xfrm rot="3659485" flipH="1">
                  <a:off x="767" y="3113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1" name="Line 19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666" y="3160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2" name="Line 20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1181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3" name="Freeform 21"/>
                <p:cNvSpPr/>
                <p:nvPr/>
              </p:nvSpPr>
              <p:spPr bwMode="auto">
                <a:xfrm rot="3659485" flipH="1">
                  <a:off x="979" y="2990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14" name="Line 23"/>
              <p:cNvSpPr>
                <a:spLocks noChangeShapeType="1"/>
              </p:cNvSpPr>
              <p:nvPr/>
            </p:nvSpPr>
            <p:spPr bwMode="auto">
              <a:xfrm>
                <a:off x="2696890" y="3960813"/>
                <a:ext cx="47672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5" name="Line 24"/>
              <p:cNvSpPr>
                <a:spLocks noChangeShapeType="1"/>
              </p:cNvSpPr>
              <p:nvPr/>
            </p:nvSpPr>
            <p:spPr bwMode="auto">
              <a:xfrm>
                <a:off x="6408465" y="5957888"/>
                <a:ext cx="0" cy="8128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6" name="Line 25"/>
              <p:cNvSpPr>
                <a:spLocks noChangeShapeType="1"/>
              </p:cNvSpPr>
              <p:nvPr/>
            </p:nvSpPr>
            <p:spPr bwMode="auto">
              <a:xfrm flipH="1">
                <a:off x="1701528" y="6030913"/>
                <a:ext cx="0" cy="7397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7" name="Line 26"/>
              <p:cNvSpPr>
                <a:spLocks noChangeShapeType="1"/>
              </p:cNvSpPr>
              <p:nvPr/>
            </p:nvSpPr>
            <p:spPr bwMode="auto">
              <a:xfrm>
                <a:off x="1701528" y="6770688"/>
                <a:ext cx="47291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8" name="Text Box 27"/>
              <p:cNvSpPr txBox="1">
                <a:spLocks noChangeArrowheads="1"/>
              </p:cNvSpPr>
              <p:nvPr/>
            </p:nvSpPr>
            <p:spPr bwMode="auto">
              <a:xfrm>
                <a:off x="1695891" y="5790191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19" name="Text Box 28"/>
              <p:cNvSpPr txBox="1">
                <a:spLocks noChangeArrowheads="1"/>
              </p:cNvSpPr>
              <p:nvPr/>
            </p:nvSpPr>
            <p:spPr bwMode="auto">
              <a:xfrm>
                <a:off x="3684337" y="5660740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0" name="Text Box 29"/>
              <p:cNvSpPr txBox="1">
                <a:spLocks noChangeArrowheads="1"/>
              </p:cNvSpPr>
              <p:nvPr/>
            </p:nvSpPr>
            <p:spPr bwMode="auto">
              <a:xfrm>
                <a:off x="2884386" y="3898476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1" name="Text Box 30"/>
              <p:cNvSpPr txBox="1">
                <a:spLocks noChangeArrowheads="1"/>
              </p:cNvSpPr>
              <p:nvPr/>
            </p:nvSpPr>
            <p:spPr bwMode="auto">
              <a:xfrm>
                <a:off x="3136245" y="4973450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2" name="Text Box 31"/>
              <p:cNvSpPr txBox="1">
                <a:spLocks noChangeArrowheads="1"/>
              </p:cNvSpPr>
              <p:nvPr/>
            </p:nvSpPr>
            <p:spPr bwMode="auto">
              <a:xfrm>
                <a:off x="2400813" y="5140376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5" name="Text Box 32"/>
              <p:cNvSpPr txBox="1">
                <a:spLocks noChangeArrowheads="1"/>
              </p:cNvSpPr>
              <p:nvPr/>
            </p:nvSpPr>
            <p:spPr bwMode="auto">
              <a:xfrm>
                <a:off x="2899680" y="4730404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6" name="Line 34"/>
              <p:cNvSpPr>
                <a:spLocks noChangeShapeType="1"/>
              </p:cNvSpPr>
              <p:nvPr/>
            </p:nvSpPr>
            <p:spPr bwMode="auto">
              <a:xfrm>
                <a:off x="5543352" y="6598586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7" name="Line 35"/>
              <p:cNvSpPr>
                <a:spLocks noChangeShapeType="1"/>
              </p:cNvSpPr>
              <p:nvPr/>
            </p:nvSpPr>
            <p:spPr bwMode="auto">
              <a:xfrm>
                <a:off x="5543352" y="5995057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8" name="Line 39"/>
              <p:cNvSpPr>
                <a:spLocks noChangeShapeType="1"/>
              </p:cNvSpPr>
              <p:nvPr/>
            </p:nvSpPr>
            <p:spPr bwMode="auto">
              <a:xfrm>
                <a:off x="5538737" y="3796489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1" name="Line 45"/>
              <p:cNvSpPr>
                <a:spLocks noChangeShapeType="1"/>
              </p:cNvSpPr>
              <p:nvPr/>
            </p:nvSpPr>
            <p:spPr bwMode="auto">
              <a:xfrm>
                <a:off x="3695428" y="6167438"/>
                <a:ext cx="4729163" cy="11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2" name="Line 46"/>
              <p:cNvSpPr>
                <a:spLocks noChangeShapeType="1"/>
              </p:cNvSpPr>
              <p:nvPr/>
            </p:nvSpPr>
            <p:spPr bwMode="auto">
              <a:xfrm>
                <a:off x="3695428" y="6030913"/>
                <a:ext cx="0" cy="1476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2800"/>
              </a:p>
            </p:txBody>
          </p:sp>
          <p:sp>
            <p:nvSpPr>
              <p:cNvPr id="203" name="Oval 47"/>
              <p:cNvSpPr>
                <a:spLocks noChangeArrowheads="1"/>
              </p:cNvSpPr>
              <p:nvPr/>
            </p:nvSpPr>
            <p:spPr bwMode="auto">
              <a:xfrm>
                <a:off x="2661965" y="5218113"/>
                <a:ext cx="73025" cy="74613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  <p:grpSp>
            <p:nvGrpSpPr>
              <p:cNvPr id="204" name="Group 48"/>
              <p:cNvGrpSpPr/>
              <p:nvPr/>
            </p:nvGrpSpPr>
            <p:grpSpPr bwMode="auto">
              <a:xfrm>
                <a:off x="5794401" y="3960813"/>
                <a:ext cx="3188021" cy="2246313"/>
                <a:chOff x="3475" y="2112"/>
                <a:chExt cx="2071" cy="1458"/>
              </a:xfrm>
            </p:grpSpPr>
            <p:sp>
              <p:nvSpPr>
                <p:cNvPr id="214" name="Rectangle 49"/>
                <p:cNvSpPr>
                  <a:spLocks noChangeArrowheads="1"/>
                </p:cNvSpPr>
                <p:nvPr/>
              </p:nvSpPr>
              <p:spPr bwMode="auto">
                <a:xfrm>
                  <a:off x="4528" y="2608"/>
                  <a:ext cx="62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dirty="0">
                      <a:solidFill>
                        <a:srgbClr val="0000CC"/>
                      </a:solidFill>
                    </a:rPr>
                    <a:t>N</a:t>
                  </a:r>
                  <a:r>
                    <a:rPr lang="en-US" altLang="zh-CN" sz="2800" b="1" dirty="0">
                      <a:solidFill>
                        <a:srgbClr val="0000CC"/>
                      </a:solidFill>
                      <a:sym typeface="Symbol" panose="05050102010706020507" pitchFamily="18" charset="2"/>
                    </a:rPr>
                    <a:t></a:t>
                  </a:r>
                  <a:endParaRPr lang="en-US" altLang="zh-CN" sz="2800" b="1" dirty="0">
                    <a:solidFill>
                      <a:srgbClr val="0000CC"/>
                    </a:solidFill>
                  </a:endParaRPr>
                </a:p>
              </p:txBody>
            </p:sp>
            <p:sp>
              <p:nvSpPr>
                <p:cNvPr id="215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2650"/>
                  <a:ext cx="0" cy="27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6" name="Line 51"/>
                <p:cNvSpPr>
                  <a:spLocks noChangeShapeType="1"/>
                </p:cNvSpPr>
                <p:nvPr/>
              </p:nvSpPr>
              <p:spPr bwMode="auto">
                <a:xfrm flipH="1" flipV="1">
                  <a:off x="4558" y="2112"/>
                  <a:ext cx="2" cy="3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17" name="Group 52"/>
                <p:cNvGrpSpPr/>
                <p:nvPr/>
              </p:nvGrpSpPr>
              <p:grpSpPr bwMode="auto">
                <a:xfrm rot="-372678">
                  <a:off x="3819" y="3038"/>
                  <a:ext cx="789" cy="274"/>
                  <a:chOff x="3813" y="2988"/>
                  <a:chExt cx="789" cy="274"/>
                </a:xfrm>
              </p:grpSpPr>
              <p:sp>
                <p:nvSpPr>
                  <p:cNvPr id="237" name="Line 53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4422" y="2821"/>
                    <a:ext cx="13" cy="34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8" name="Line 5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986" y="3089"/>
                    <a:ext cx="0" cy="3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18" name="Line 55"/>
                <p:cNvSpPr>
                  <a:spLocks noChangeShapeType="1"/>
                </p:cNvSpPr>
                <p:nvPr/>
              </p:nvSpPr>
              <p:spPr bwMode="auto">
                <a:xfrm>
                  <a:off x="5184" y="3408"/>
                  <a:ext cx="0" cy="16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9" name="Rectangle 56"/>
                <p:cNvSpPr>
                  <a:spLocks noChangeArrowheads="1"/>
                </p:cNvSpPr>
                <p:nvPr/>
              </p:nvSpPr>
              <p:spPr bwMode="auto">
                <a:xfrm>
                  <a:off x="3920" y="2131"/>
                  <a:ext cx="629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U</a:t>
                  </a:r>
                  <a:endParaRPr lang="en-US" altLang="zh-CN" sz="2800" b="1" dirty="0"/>
                </a:p>
              </p:txBody>
            </p:sp>
            <p:sp>
              <p:nvSpPr>
                <p:cNvPr id="220" name="Rectangle 57"/>
                <p:cNvSpPr>
                  <a:spLocks noChangeArrowheads="1"/>
                </p:cNvSpPr>
                <p:nvPr/>
              </p:nvSpPr>
              <p:spPr bwMode="auto">
                <a:xfrm>
                  <a:off x="4851" y="2852"/>
                  <a:ext cx="695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V</a:t>
                  </a:r>
                  <a:endParaRPr lang="en-US" altLang="zh-CN" sz="2800" b="1" dirty="0"/>
                </a:p>
              </p:txBody>
            </p:sp>
            <p:sp>
              <p:nvSpPr>
                <p:cNvPr id="221" name="Rectangle 58"/>
                <p:cNvSpPr>
                  <a:spLocks noChangeArrowheads="1"/>
                </p:cNvSpPr>
                <p:nvPr/>
              </p:nvSpPr>
              <p:spPr bwMode="auto">
                <a:xfrm>
                  <a:off x="3475" y="2895"/>
                  <a:ext cx="70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W</a:t>
                  </a:r>
                  <a:endParaRPr lang="en-US" altLang="zh-CN" sz="2800" b="1" dirty="0"/>
                </a:p>
              </p:txBody>
            </p:sp>
            <p:grpSp>
              <p:nvGrpSpPr>
                <p:cNvPr id="222" name="Group 59"/>
                <p:cNvGrpSpPr/>
                <p:nvPr/>
              </p:nvGrpSpPr>
              <p:grpSpPr bwMode="auto">
                <a:xfrm>
                  <a:off x="4459" y="2443"/>
                  <a:ext cx="199" cy="202"/>
                  <a:chOff x="4896" y="2537"/>
                  <a:chExt cx="192" cy="187"/>
                </a:xfrm>
              </p:grpSpPr>
              <p:sp>
                <p:nvSpPr>
                  <p:cNvPr id="234" name="Oval 6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6" name="Line 6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3" name="Line 63"/>
                <p:cNvSpPr>
                  <a:spLocks noChangeShapeType="1"/>
                </p:cNvSpPr>
                <p:nvPr/>
              </p:nvSpPr>
              <p:spPr bwMode="auto">
                <a:xfrm rot="7703719">
                  <a:off x="4679" y="2866"/>
                  <a:ext cx="1" cy="29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24" name="Line 64"/>
                <p:cNvSpPr>
                  <a:spLocks noChangeShapeType="1"/>
                </p:cNvSpPr>
                <p:nvPr/>
              </p:nvSpPr>
              <p:spPr bwMode="auto">
                <a:xfrm rot="7703719" flipV="1">
                  <a:off x="5053" y="3157"/>
                  <a:ext cx="0" cy="31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25" name="Group 65"/>
                <p:cNvGrpSpPr/>
                <p:nvPr/>
              </p:nvGrpSpPr>
              <p:grpSpPr bwMode="auto">
                <a:xfrm>
                  <a:off x="4752" y="3057"/>
                  <a:ext cx="199" cy="202"/>
                  <a:chOff x="4896" y="2537"/>
                  <a:chExt cx="192" cy="187"/>
                </a:xfrm>
              </p:grpSpPr>
              <p:sp>
                <p:nvSpPr>
                  <p:cNvPr id="231" name="Oval 66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2" name="Line 67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3" name="Line 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grpSp>
              <p:nvGrpSpPr>
                <p:cNvPr id="226" name="Group 69"/>
                <p:cNvGrpSpPr/>
                <p:nvPr/>
              </p:nvGrpSpPr>
              <p:grpSpPr bwMode="auto">
                <a:xfrm>
                  <a:off x="4128" y="3072"/>
                  <a:ext cx="199" cy="202"/>
                  <a:chOff x="4896" y="2537"/>
                  <a:chExt cx="192" cy="187"/>
                </a:xfrm>
              </p:grpSpPr>
              <p:sp>
                <p:nvSpPr>
                  <p:cNvPr id="228" name="Oval 7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29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0" name="Line 7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7" name="Oval 73"/>
                <p:cNvSpPr>
                  <a:spLocks noChangeArrowheads="1"/>
                </p:cNvSpPr>
                <p:nvPr/>
              </p:nvSpPr>
              <p:spPr bwMode="auto">
                <a:xfrm>
                  <a:off x="4534" y="2906"/>
                  <a:ext cx="48" cy="4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</p:grpSp>
          <p:sp>
            <p:nvSpPr>
              <p:cNvPr id="205" name="Text Box 74"/>
              <p:cNvSpPr txBox="1">
                <a:spLocks noChangeArrowheads="1"/>
              </p:cNvSpPr>
              <p:nvPr/>
            </p:nvSpPr>
            <p:spPr bwMode="auto">
              <a:xfrm>
                <a:off x="2055077" y="365221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06" name="Text Box 75"/>
              <p:cNvSpPr txBox="1">
                <a:spLocks noChangeArrowheads="1"/>
              </p:cNvSpPr>
              <p:nvPr/>
            </p:nvSpPr>
            <p:spPr bwMode="auto">
              <a:xfrm>
                <a:off x="920715" y="5713731"/>
                <a:ext cx="882551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W</a:t>
                </a:r>
                <a:endParaRPr lang="en-US" altLang="zh-CN" sz="2800" b="1" dirty="0"/>
              </a:p>
            </p:txBody>
          </p:sp>
          <p:sp>
            <p:nvSpPr>
              <p:cNvPr id="207" name="Text Box 76"/>
              <p:cNvSpPr txBox="1">
                <a:spLocks noChangeArrowheads="1"/>
              </p:cNvSpPr>
              <p:nvPr/>
            </p:nvSpPr>
            <p:spPr bwMode="auto">
              <a:xfrm>
                <a:off x="3055676" y="589912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V</a:t>
                </a:r>
                <a:endParaRPr lang="en-US" altLang="zh-CN" sz="2800" b="1" dirty="0"/>
              </a:p>
            </p:txBody>
          </p:sp>
          <p:graphicFrame>
            <p:nvGraphicFramePr>
              <p:cNvPr id="208" name="Object 28"/>
              <p:cNvGraphicFramePr>
                <a:graphicFrameLocks noChangeAspect="1"/>
              </p:cNvGraphicFramePr>
              <p:nvPr/>
            </p:nvGraphicFramePr>
            <p:xfrm>
              <a:off x="5131128" y="3414304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89782" name="Equation" r:id="rId1" imgW="4572000" imgH="5791200" progId="Equation.DSMT4">
                      <p:embed/>
                    </p:oleObj>
                  </mc:Choice>
                  <mc:Fallback>
                    <p:oleObj name="Equation" r:id="rId1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31128" y="3414304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09" name="Object 28"/>
              <p:cNvGraphicFramePr>
                <a:graphicFrameLocks noChangeAspect="1"/>
              </p:cNvGraphicFramePr>
              <p:nvPr/>
            </p:nvGraphicFramePr>
            <p:xfrm>
              <a:off x="5120155" y="5621338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89783" name="Equation" r:id="rId3" imgW="4572000" imgH="5791200" progId="Equation.DSMT4">
                      <p:embed/>
                    </p:oleObj>
                  </mc:Choice>
                  <mc:Fallback>
                    <p:oleObj name="Equation" r:id="rId3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20155" y="5621338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0" name="Object 28"/>
              <p:cNvGraphicFramePr>
                <a:graphicFrameLocks noChangeAspect="1"/>
              </p:cNvGraphicFramePr>
              <p:nvPr/>
            </p:nvGraphicFramePr>
            <p:xfrm>
              <a:off x="5113338" y="6218238"/>
              <a:ext cx="53181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89784" name="Equation" r:id="rId5" imgW="5181600" imgH="5791200" progId="Equation.DSMT4">
                      <p:embed/>
                    </p:oleObj>
                  </mc:Choice>
                  <mc:Fallback>
                    <p:oleObj name="Equation" r:id="rId5" imgW="51816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13338" y="6218238"/>
                            <a:ext cx="53181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1" name="Object 28"/>
              <p:cNvGraphicFramePr>
                <a:graphicFrameLocks noChangeAspect="1"/>
              </p:cNvGraphicFramePr>
              <p:nvPr/>
            </p:nvGraphicFramePr>
            <p:xfrm>
              <a:off x="2935839" y="4425783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89785" name="Equation" r:id="rId7" imgW="5486400" imgH="5791200" progId="Equation.DSMT4">
                      <p:embed/>
                    </p:oleObj>
                  </mc:Choice>
                  <mc:Fallback>
                    <p:oleObj name="Equation" r:id="rId7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35839" y="4425783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2" name="Object 28"/>
              <p:cNvGraphicFramePr>
                <a:graphicFrameLocks noChangeAspect="1"/>
              </p:cNvGraphicFramePr>
              <p:nvPr/>
            </p:nvGraphicFramePr>
            <p:xfrm>
              <a:off x="3622064" y="5319716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89786" name="Equation" r:id="rId9" imgW="5486400" imgH="5791200" progId="Equation.DSMT4">
                      <p:embed/>
                    </p:oleObj>
                  </mc:Choice>
                  <mc:Fallback>
                    <p:oleObj name="Equation" r:id="rId9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622064" y="5319716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3" name="Object 28"/>
              <p:cNvGraphicFramePr>
                <a:graphicFrameLocks noChangeAspect="1"/>
              </p:cNvGraphicFramePr>
              <p:nvPr/>
            </p:nvGraphicFramePr>
            <p:xfrm>
              <a:off x="2219012" y="5567870"/>
              <a:ext cx="627061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89787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219012" y="5567870"/>
                            <a:ext cx="627061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45" name="Line 40"/>
            <p:cNvSpPr>
              <a:spLocks noChangeShapeType="1"/>
            </p:cNvSpPr>
            <p:nvPr/>
          </p:nvSpPr>
          <p:spPr bwMode="auto">
            <a:xfrm flipH="1" flipV="1">
              <a:off x="9417516" y="4618067"/>
              <a:ext cx="409806" cy="72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46" name="Object 41"/>
            <p:cNvGraphicFramePr>
              <a:graphicFrameLocks noChangeAspect="1"/>
            </p:cNvGraphicFramePr>
            <p:nvPr/>
          </p:nvGraphicFramePr>
          <p:xfrm>
            <a:off x="9500775" y="4196789"/>
            <a:ext cx="268966" cy="423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9788" name="Equation" r:id="rId13" imgW="154305" imgH="199390" progId="Equation.3">
                    <p:embed/>
                  </p:oleObj>
                </mc:Choice>
                <mc:Fallback>
                  <p:oleObj name="Equation" r:id="rId1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500775" y="4196789"/>
                          <a:ext cx="268966" cy="423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6" name="Rectangle 56"/>
            <p:cNvSpPr>
              <a:spLocks noChangeArrowheads="1"/>
            </p:cNvSpPr>
            <p:nvPr/>
          </p:nvSpPr>
          <p:spPr bwMode="auto">
            <a:xfrm>
              <a:off x="9788915" y="4293537"/>
              <a:ext cx="577576" cy="523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Z</a:t>
              </a:r>
              <a:r>
                <a:rPr lang="en-US" altLang="zh-CN" sz="2800" b="1" baseline="-25000" dirty="0"/>
                <a:t>N</a:t>
              </a:r>
              <a:endParaRPr lang="en-US" altLang="zh-CN" sz="2800" b="1" dirty="0"/>
            </a:p>
          </p:txBody>
        </p:sp>
        <p:sp>
          <p:nvSpPr>
            <p:cNvPr id="84" name="Rectangle 28"/>
            <p:cNvSpPr>
              <a:spLocks noChangeArrowheads="1"/>
            </p:cNvSpPr>
            <p:nvPr/>
          </p:nvSpPr>
          <p:spPr bwMode="auto">
            <a:xfrm rot="16200000">
              <a:off x="9500049" y="4618718"/>
              <a:ext cx="179388" cy="36988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sz="2800" b="1"/>
            </a:p>
          </p:txBody>
        </p:sp>
      </p:grpSp>
      <p:sp>
        <p:nvSpPr>
          <p:cNvPr id="92" name="Text Box 11"/>
          <p:cNvSpPr txBox="1">
            <a:spLocks noChangeArrowheads="1"/>
          </p:cNvSpPr>
          <p:nvPr/>
        </p:nvSpPr>
        <p:spPr bwMode="auto">
          <a:xfrm>
            <a:off x="1590316" y="4555086"/>
            <a:ext cx="281303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93" name="Text Box 11"/>
          <p:cNvSpPr txBox="1">
            <a:spLocks noChangeArrowheads="1"/>
          </p:cNvSpPr>
          <p:nvPr/>
        </p:nvSpPr>
        <p:spPr bwMode="auto">
          <a:xfrm>
            <a:off x="1132641" y="3486104"/>
            <a:ext cx="341026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(3)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7" name="Object 25"/>
          <p:cNvGraphicFramePr>
            <a:graphicFrameLocks noChangeAspect="1"/>
          </p:cNvGraphicFramePr>
          <p:nvPr/>
        </p:nvGraphicFramePr>
        <p:xfrm>
          <a:off x="4319795" y="4126008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9789" name="Equation" r:id="rId15" imgW="16154400" imgH="5791200" progId="Equation.DSMT4">
                  <p:embed/>
                </p:oleObj>
              </mc:Choice>
              <mc:Fallback>
                <p:oleObj name="Equation" r:id="rId15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19795" y="4126008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8" name="Text Box 11"/>
          <p:cNvSpPr txBox="1">
            <a:spLocks noChangeArrowheads="1"/>
          </p:cNvSpPr>
          <p:nvPr/>
        </p:nvSpPr>
        <p:spPr bwMode="auto">
          <a:xfrm>
            <a:off x="1599723" y="4045513"/>
            <a:ext cx="234600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50"/>
                </a:solidFill>
              </a:rPr>
              <a:t>中性线有阻抗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pSp>
        <p:nvGrpSpPr>
          <p:cNvPr id="99" name="组合 98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100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101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89790" name="Equation" r:id="rId17" imgW="47853600" imgH="6096000" progId="Equation.DSMT4">
                    <p:embed/>
                  </p:oleObj>
                </mc:Choice>
                <mc:Fallback>
                  <p:oleObj name="Equation" r:id="rId17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aphicFrame>
        <p:nvGraphicFramePr>
          <p:cNvPr id="94" name="Object 11"/>
          <p:cNvGraphicFramePr>
            <a:graphicFrameLocks noChangeAspect="1"/>
          </p:cNvGraphicFramePr>
          <p:nvPr/>
        </p:nvGraphicFramePr>
        <p:xfrm>
          <a:off x="508051" y="5638501"/>
          <a:ext cx="6305550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9791" name="Equation" r:id="rId19" imgW="86868000" imgH="5791200" progId="Equation.DSMT4">
                  <p:embed/>
                </p:oleObj>
              </mc:Choice>
              <mc:Fallback>
                <p:oleObj name="Equation" r:id="rId19" imgW="86868000" imgH="57912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8051" y="5638501"/>
                        <a:ext cx="6305550" cy="422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434661" y="5094909"/>
            <a:ext cx="137075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相电压</a:t>
            </a:r>
            <a:endParaRPr lang="zh-CN" altLang="en-US" sz="2800" b="1" dirty="0"/>
          </a:p>
        </p:txBody>
      </p:sp>
      <p:graphicFrame>
        <p:nvGraphicFramePr>
          <p:cNvPr id="96" name="Object 11"/>
          <p:cNvGraphicFramePr>
            <a:graphicFrameLocks noChangeAspect="1"/>
          </p:cNvGraphicFramePr>
          <p:nvPr/>
        </p:nvGraphicFramePr>
        <p:xfrm>
          <a:off x="511175" y="6043613"/>
          <a:ext cx="7323138" cy="42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9792" name="Equation" r:id="rId21" imgW="100888800" imgH="5791200" progId="Equation.DSMT4">
                  <p:embed/>
                </p:oleObj>
              </mc:Choice>
              <mc:Fallback>
                <p:oleObj name="Equation" r:id="rId21" imgW="100888800" imgH="57912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1175" y="6043613"/>
                        <a:ext cx="7323138" cy="42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3" name="Object 11"/>
          <p:cNvGraphicFramePr>
            <a:graphicFrameLocks noChangeAspect="1"/>
          </p:cNvGraphicFramePr>
          <p:nvPr/>
        </p:nvGraphicFramePr>
        <p:xfrm>
          <a:off x="479376" y="6464697"/>
          <a:ext cx="7412038" cy="42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89793" name="Equation" r:id="rId23" imgW="102108000" imgH="5791200" progId="Equation.DSMT4">
                  <p:embed/>
                </p:oleObj>
              </mc:Choice>
              <mc:Fallback>
                <p:oleObj name="Equation" r:id="rId23" imgW="102108000" imgH="57912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9376" y="6464697"/>
                        <a:ext cx="7412038" cy="42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05853" y="3450104"/>
            <a:ext cx="4966811" cy="2571184"/>
            <a:chOff x="7105853" y="3450104"/>
            <a:chExt cx="4966811" cy="2571184"/>
          </a:xfrm>
        </p:grpSpPr>
        <p:grpSp>
          <p:nvGrpSpPr>
            <p:cNvPr id="103" name="组合 102"/>
            <p:cNvGrpSpPr/>
            <p:nvPr/>
          </p:nvGrpSpPr>
          <p:grpSpPr>
            <a:xfrm>
              <a:off x="7105853" y="3450104"/>
              <a:ext cx="4966811" cy="2571184"/>
              <a:chOff x="920715" y="3414304"/>
              <a:chExt cx="8061707" cy="3389721"/>
            </a:xfrm>
          </p:grpSpPr>
          <p:sp>
            <p:nvSpPr>
              <p:cNvPr id="113" name="Line 22"/>
              <p:cNvSpPr>
                <a:spLocks noChangeShapeType="1"/>
              </p:cNvSpPr>
              <p:nvPr/>
            </p:nvSpPr>
            <p:spPr bwMode="auto">
              <a:xfrm flipV="1">
                <a:off x="2701653" y="5229225"/>
                <a:ext cx="4762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4" name="Rectangle 4"/>
              <p:cNvSpPr>
                <a:spLocks noChangeArrowheads="1"/>
              </p:cNvSpPr>
              <p:nvPr/>
            </p:nvSpPr>
            <p:spPr bwMode="auto">
              <a:xfrm>
                <a:off x="2196432" y="4773207"/>
                <a:ext cx="409973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/>
                  <a:t>N</a:t>
                </a:r>
                <a:endParaRPr lang="en-US" altLang="zh-CN" sz="2800" b="1"/>
              </a:p>
            </p:txBody>
          </p:sp>
          <p:sp>
            <p:nvSpPr>
              <p:cNvPr id="105" name="Freeform 5"/>
              <p:cNvSpPr/>
              <p:nvPr/>
            </p:nvSpPr>
            <p:spPr bwMode="auto">
              <a:xfrm>
                <a:off x="2703240" y="4479925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6" name="Freeform 6"/>
              <p:cNvSpPr/>
              <p:nvPr/>
            </p:nvSpPr>
            <p:spPr bwMode="auto">
              <a:xfrm>
                <a:off x="2703240" y="4678363"/>
                <a:ext cx="109538" cy="201613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2 h 198"/>
                  <a:gd name="T6" fmla="*/ 0 w 140"/>
                  <a:gd name="T7" fmla="*/ 127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7" name="Line 7"/>
              <p:cNvSpPr>
                <a:spLocks noChangeShapeType="1"/>
              </p:cNvSpPr>
              <p:nvPr/>
            </p:nvSpPr>
            <p:spPr bwMode="auto">
              <a:xfrm>
                <a:off x="2712765" y="4870450"/>
                <a:ext cx="0" cy="3778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8" name="Line 8"/>
              <p:cNvSpPr>
                <a:spLocks noChangeShapeType="1"/>
              </p:cNvSpPr>
              <p:nvPr/>
            </p:nvSpPr>
            <p:spPr bwMode="auto">
              <a:xfrm>
                <a:off x="2712765" y="3960813"/>
                <a:ext cx="0" cy="360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9" name="Freeform 9"/>
              <p:cNvSpPr/>
              <p:nvPr/>
            </p:nvSpPr>
            <p:spPr bwMode="auto">
              <a:xfrm>
                <a:off x="2703240" y="4291013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10" name="Group 10"/>
              <p:cNvGrpSpPr/>
              <p:nvPr/>
            </p:nvGrpSpPr>
            <p:grpSpPr bwMode="auto">
              <a:xfrm rot="582578">
                <a:off x="2661965" y="5435600"/>
                <a:ext cx="1135063" cy="447675"/>
                <a:chOff x="1268" y="2993"/>
                <a:chExt cx="738" cy="291"/>
              </a:xfrm>
            </p:grpSpPr>
            <p:sp>
              <p:nvSpPr>
                <p:cNvPr id="244" name="Freeform 11"/>
                <p:cNvSpPr/>
                <p:nvPr/>
              </p:nvSpPr>
              <p:spPr bwMode="auto">
                <a:xfrm rot="-3659485">
                  <a:off x="1617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5" name="Freeform 12"/>
                <p:cNvSpPr/>
                <p:nvPr/>
              </p:nvSpPr>
              <p:spPr bwMode="auto">
                <a:xfrm rot="-3659485">
                  <a:off x="1726" y="3113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6" name="Line 13"/>
                <p:cNvSpPr>
                  <a:spLocks noChangeShapeType="1"/>
                </p:cNvSpPr>
                <p:nvPr/>
              </p:nvSpPr>
              <p:spPr bwMode="auto">
                <a:xfrm rot="-3659485">
                  <a:off x="1889" y="3166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7" name="Line 14"/>
                <p:cNvSpPr>
                  <a:spLocks noChangeShapeType="1"/>
                </p:cNvSpPr>
                <p:nvPr/>
              </p:nvSpPr>
              <p:spPr bwMode="auto">
                <a:xfrm rot="-3659485">
                  <a:off x="1386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8" name="Freeform 15"/>
                <p:cNvSpPr/>
                <p:nvPr/>
              </p:nvSpPr>
              <p:spPr bwMode="auto">
                <a:xfrm rot="-3659485">
                  <a:off x="1514" y="2990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11" name="Group 16"/>
              <p:cNvGrpSpPr/>
              <p:nvPr/>
            </p:nvGrpSpPr>
            <p:grpSpPr bwMode="auto">
              <a:xfrm rot="20941958">
                <a:off x="1626915" y="5403850"/>
                <a:ext cx="1154113" cy="439738"/>
                <a:chOff x="548" y="2993"/>
                <a:chExt cx="750" cy="285"/>
              </a:xfrm>
            </p:grpSpPr>
            <p:sp>
              <p:nvSpPr>
                <p:cNvPr id="239" name="Freeform 17"/>
                <p:cNvSpPr/>
                <p:nvPr/>
              </p:nvSpPr>
              <p:spPr bwMode="auto">
                <a:xfrm rot="3659485" flipH="1">
                  <a:off x="875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0" name="Freeform 18"/>
                <p:cNvSpPr/>
                <p:nvPr/>
              </p:nvSpPr>
              <p:spPr bwMode="auto">
                <a:xfrm rot="3659485" flipH="1">
                  <a:off x="767" y="3113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1" name="Line 19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666" y="3160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2" name="Line 20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1181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3" name="Freeform 21"/>
                <p:cNvSpPr/>
                <p:nvPr/>
              </p:nvSpPr>
              <p:spPr bwMode="auto">
                <a:xfrm rot="3659485" flipH="1">
                  <a:off x="979" y="2990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14" name="Line 23"/>
              <p:cNvSpPr>
                <a:spLocks noChangeShapeType="1"/>
              </p:cNvSpPr>
              <p:nvPr/>
            </p:nvSpPr>
            <p:spPr bwMode="auto">
              <a:xfrm>
                <a:off x="2696890" y="3960813"/>
                <a:ext cx="47672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5" name="Line 24"/>
              <p:cNvSpPr>
                <a:spLocks noChangeShapeType="1"/>
              </p:cNvSpPr>
              <p:nvPr/>
            </p:nvSpPr>
            <p:spPr bwMode="auto">
              <a:xfrm>
                <a:off x="6408465" y="5957888"/>
                <a:ext cx="0" cy="8128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6" name="Line 25"/>
              <p:cNvSpPr>
                <a:spLocks noChangeShapeType="1"/>
              </p:cNvSpPr>
              <p:nvPr/>
            </p:nvSpPr>
            <p:spPr bwMode="auto">
              <a:xfrm flipH="1">
                <a:off x="1701528" y="6030913"/>
                <a:ext cx="0" cy="7397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7" name="Line 26"/>
              <p:cNvSpPr>
                <a:spLocks noChangeShapeType="1"/>
              </p:cNvSpPr>
              <p:nvPr/>
            </p:nvSpPr>
            <p:spPr bwMode="auto">
              <a:xfrm>
                <a:off x="1701528" y="6770688"/>
                <a:ext cx="47291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8" name="Text Box 27"/>
              <p:cNvSpPr txBox="1">
                <a:spLocks noChangeArrowheads="1"/>
              </p:cNvSpPr>
              <p:nvPr/>
            </p:nvSpPr>
            <p:spPr bwMode="auto">
              <a:xfrm>
                <a:off x="1695891" y="5790191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19" name="Text Box 28"/>
              <p:cNvSpPr txBox="1">
                <a:spLocks noChangeArrowheads="1"/>
              </p:cNvSpPr>
              <p:nvPr/>
            </p:nvSpPr>
            <p:spPr bwMode="auto">
              <a:xfrm>
                <a:off x="3684337" y="5660740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0" name="Text Box 29"/>
              <p:cNvSpPr txBox="1">
                <a:spLocks noChangeArrowheads="1"/>
              </p:cNvSpPr>
              <p:nvPr/>
            </p:nvSpPr>
            <p:spPr bwMode="auto">
              <a:xfrm>
                <a:off x="2884386" y="3898476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1" name="Text Box 30"/>
              <p:cNvSpPr txBox="1">
                <a:spLocks noChangeArrowheads="1"/>
              </p:cNvSpPr>
              <p:nvPr/>
            </p:nvSpPr>
            <p:spPr bwMode="auto">
              <a:xfrm>
                <a:off x="3136245" y="4973450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2" name="Text Box 31"/>
              <p:cNvSpPr txBox="1">
                <a:spLocks noChangeArrowheads="1"/>
              </p:cNvSpPr>
              <p:nvPr/>
            </p:nvSpPr>
            <p:spPr bwMode="auto">
              <a:xfrm>
                <a:off x="2400813" y="5140376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5" name="Text Box 32"/>
              <p:cNvSpPr txBox="1">
                <a:spLocks noChangeArrowheads="1"/>
              </p:cNvSpPr>
              <p:nvPr/>
            </p:nvSpPr>
            <p:spPr bwMode="auto">
              <a:xfrm>
                <a:off x="2899680" y="4730404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6" name="Line 34"/>
              <p:cNvSpPr>
                <a:spLocks noChangeShapeType="1"/>
              </p:cNvSpPr>
              <p:nvPr/>
            </p:nvSpPr>
            <p:spPr bwMode="auto">
              <a:xfrm>
                <a:off x="5543352" y="6598586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7" name="Line 35"/>
              <p:cNvSpPr>
                <a:spLocks noChangeShapeType="1"/>
              </p:cNvSpPr>
              <p:nvPr/>
            </p:nvSpPr>
            <p:spPr bwMode="auto">
              <a:xfrm>
                <a:off x="5543352" y="5995057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8" name="Line 39"/>
              <p:cNvSpPr>
                <a:spLocks noChangeShapeType="1"/>
              </p:cNvSpPr>
              <p:nvPr/>
            </p:nvSpPr>
            <p:spPr bwMode="auto">
              <a:xfrm>
                <a:off x="5538737" y="3796489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1" name="Line 45"/>
              <p:cNvSpPr>
                <a:spLocks noChangeShapeType="1"/>
              </p:cNvSpPr>
              <p:nvPr/>
            </p:nvSpPr>
            <p:spPr bwMode="auto">
              <a:xfrm>
                <a:off x="3695428" y="6167438"/>
                <a:ext cx="4729163" cy="11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2" name="Line 46"/>
              <p:cNvSpPr>
                <a:spLocks noChangeShapeType="1"/>
              </p:cNvSpPr>
              <p:nvPr/>
            </p:nvSpPr>
            <p:spPr bwMode="auto">
              <a:xfrm>
                <a:off x="3695428" y="6030913"/>
                <a:ext cx="0" cy="1476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2800"/>
              </a:p>
            </p:txBody>
          </p:sp>
          <p:sp>
            <p:nvSpPr>
              <p:cNvPr id="203" name="Oval 47"/>
              <p:cNvSpPr>
                <a:spLocks noChangeArrowheads="1"/>
              </p:cNvSpPr>
              <p:nvPr/>
            </p:nvSpPr>
            <p:spPr bwMode="auto">
              <a:xfrm>
                <a:off x="2661965" y="5218113"/>
                <a:ext cx="73025" cy="74613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  <p:grpSp>
            <p:nvGrpSpPr>
              <p:cNvPr id="204" name="Group 48"/>
              <p:cNvGrpSpPr/>
              <p:nvPr/>
            </p:nvGrpSpPr>
            <p:grpSpPr bwMode="auto">
              <a:xfrm>
                <a:off x="5794401" y="3960813"/>
                <a:ext cx="3188021" cy="2246313"/>
                <a:chOff x="3475" y="2112"/>
                <a:chExt cx="2071" cy="1458"/>
              </a:xfrm>
            </p:grpSpPr>
            <p:sp>
              <p:nvSpPr>
                <p:cNvPr id="214" name="Rectangle 49"/>
                <p:cNvSpPr>
                  <a:spLocks noChangeArrowheads="1"/>
                </p:cNvSpPr>
                <p:nvPr/>
              </p:nvSpPr>
              <p:spPr bwMode="auto">
                <a:xfrm>
                  <a:off x="4528" y="2608"/>
                  <a:ext cx="62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dirty="0">
                      <a:solidFill>
                        <a:srgbClr val="0000CC"/>
                      </a:solidFill>
                    </a:rPr>
                    <a:t>N</a:t>
                  </a:r>
                  <a:r>
                    <a:rPr lang="en-US" altLang="zh-CN" sz="2800" b="1" dirty="0">
                      <a:solidFill>
                        <a:srgbClr val="0000CC"/>
                      </a:solidFill>
                      <a:sym typeface="Symbol" panose="05050102010706020507" pitchFamily="18" charset="2"/>
                    </a:rPr>
                    <a:t></a:t>
                  </a:r>
                  <a:endParaRPr lang="en-US" altLang="zh-CN" sz="2800" b="1" dirty="0">
                    <a:solidFill>
                      <a:srgbClr val="0000CC"/>
                    </a:solidFill>
                  </a:endParaRPr>
                </a:p>
              </p:txBody>
            </p:sp>
            <p:sp>
              <p:nvSpPr>
                <p:cNvPr id="215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2650"/>
                  <a:ext cx="0" cy="27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6" name="Line 51"/>
                <p:cNvSpPr>
                  <a:spLocks noChangeShapeType="1"/>
                </p:cNvSpPr>
                <p:nvPr/>
              </p:nvSpPr>
              <p:spPr bwMode="auto">
                <a:xfrm flipH="1" flipV="1">
                  <a:off x="4558" y="2112"/>
                  <a:ext cx="2" cy="3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17" name="Group 52"/>
                <p:cNvGrpSpPr/>
                <p:nvPr/>
              </p:nvGrpSpPr>
              <p:grpSpPr bwMode="auto">
                <a:xfrm rot="-372678">
                  <a:off x="3819" y="3038"/>
                  <a:ext cx="789" cy="274"/>
                  <a:chOff x="3813" y="2988"/>
                  <a:chExt cx="789" cy="274"/>
                </a:xfrm>
              </p:grpSpPr>
              <p:sp>
                <p:nvSpPr>
                  <p:cNvPr id="237" name="Line 53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4422" y="2821"/>
                    <a:ext cx="13" cy="34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8" name="Line 5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986" y="3089"/>
                    <a:ext cx="0" cy="3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18" name="Line 55"/>
                <p:cNvSpPr>
                  <a:spLocks noChangeShapeType="1"/>
                </p:cNvSpPr>
                <p:nvPr/>
              </p:nvSpPr>
              <p:spPr bwMode="auto">
                <a:xfrm>
                  <a:off x="5184" y="3408"/>
                  <a:ext cx="0" cy="16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9" name="Rectangle 56"/>
                <p:cNvSpPr>
                  <a:spLocks noChangeArrowheads="1"/>
                </p:cNvSpPr>
                <p:nvPr/>
              </p:nvSpPr>
              <p:spPr bwMode="auto">
                <a:xfrm>
                  <a:off x="3920" y="2131"/>
                  <a:ext cx="629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U</a:t>
                  </a:r>
                  <a:endParaRPr lang="en-US" altLang="zh-CN" sz="2800" b="1" dirty="0"/>
                </a:p>
              </p:txBody>
            </p:sp>
            <p:sp>
              <p:nvSpPr>
                <p:cNvPr id="220" name="Rectangle 57"/>
                <p:cNvSpPr>
                  <a:spLocks noChangeArrowheads="1"/>
                </p:cNvSpPr>
                <p:nvPr/>
              </p:nvSpPr>
              <p:spPr bwMode="auto">
                <a:xfrm>
                  <a:off x="4851" y="2852"/>
                  <a:ext cx="695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V</a:t>
                  </a:r>
                  <a:endParaRPr lang="en-US" altLang="zh-CN" sz="2800" b="1" dirty="0"/>
                </a:p>
              </p:txBody>
            </p:sp>
            <p:sp>
              <p:nvSpPr>
                <p:cNvPr id="221" name="Rectangle 58"/>
                <p:cNvSpPr>
                  <a:spLocks noChangeArrowheads="1"/>
                </p:cNvSpPr>
                <p:nvPr/>
              </p:nvSpPr>
              <p:spPr bwMode="auto">
                <a:xfrm>
                  <a:off x="3475" y="2895"/>
                  <a:ext cx="70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W</a:t>
                  </a:r>
                  <a:endParaRPr lang="en-US" altLang="zh-CN" sz="2800" b="1" dirty="0"/>
                </a:p>
              </p:txBody>
            </p:sp>
            <p:grpSp>
              <p:nvGrpSpPr>
                <p:cNvPr id="222" name="Group 59"/>
                <p:cNvGrpSpPr/>
                <p:nvPr/>
              </p:nvGrpSpPr>
              <p:grpSpPr bwMode="auto">
                <a:xfrm>
                  <a:off x="4459" y="2443"/>
                  <a:ext cx="199" cy="202"/>
                  <a:chOff x="4896" y="2537"/>
                  <a:chExt cx="192" cy="187"/>
                </a:xfrm>
              </p:grpSpPr>
              <p:sp>
                <p:nvSpPr>
                  <p:cNvPr id="234" name="Oval 6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6" name="Line 6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3" name="Line 63"/>
                <p:cNvSpPr>
                  <a:spLocks noChangeShapeType="1"/>
                </p:cNvSpPr>
                <p:nvPr/>
              </p:nvSpPr>
              <p:spPr bwMode="auto">
                <a:xfrm rot="7703719">
                  <a:off x="4679" y="2866"/>
                  <a:ext cx="1" cy="29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24" name="Line 64"/>
                <p:cNvSpPr>
                  <a:spLocks noChangeShapeType="1"/>
                </p:cNvSpPr>
                <p:nvPr/>
              </p:nvSpPr>
              <p:spPr bwMode="auto">
                <a:xfrm rot="7703719" flipV="1">
                  <a:off x="5053" y="3157"/>
                  <a:ext cx="0" cy="31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25" name="Group 65"/>
                <p:cNvGrpSpPr/>
                <p:nvPr/>
              </p:nvGrpSpPr>
              <p:grpSpPr bwMode="auto">
                <a:xfrm>
                  <a:off x="4752" y="3057"/>
                  <a:ext cx="199" cy="202"/>
                  <a:chOff x="4896" y="2537"/>
                  <a:chExt cx="192" cy="187"/>
                </a:xfrm>
              </p:grpSpPr>
              <p:sp>
                <p:nvSpPr>
                  <p:cNvPr id="231" name="Oval 66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2" name="Line 67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3" name="Line 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grpSp>
              <p:nvGrpSpPr>
                <p:cNvPr id="226" name="Group 69"/>
                <p:cNvGrpSpPr/>
                <p:nvPr/>
              </p:nvGrpSpPr>
              <p:grpSpPr bwMode="auto">
                <a:xfrm>
                  <a:off x="4128" y="3072"/>
                  <a:ext cx="199" cy="202"/>
                  <a:chOff x="4896" y="2537"/>
                  <a:chExt cx="192" cy="187"/>
                </a:xfrm>
              </p:grpSpPr>
              <p:sp>
                <p:nvSpPr>
                  <p:cNvPr id="228" name="Oval 7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29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0" name="Line 7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7" name="Oval 73"/>
                <p:cNvSpPr>
                  <a:spLocks noChangeArrowheads="1"/>
                </p:cNvSpPr>
                <p:nvPr/>
              </p:nvSpPr>
              <p:spPr bwMode="auto">
                <a:xfrm>
                  <a:off x="4534" y="2906"/>
                  <a:ext cx="48" cy="4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</p:grpSp>
          <p:sp>
            <p:nvSpPr>
              <p:cNvPr id="205" name="Text Box 74"/>
              <p:cNvSpPr txBox="1">
                <a:spLocks noChangeArrowheads="1"/>
              </p:cNvSpPr>
              <p:nvPr/>
            </p:nvSpPr>
            <p:spPr bwMode="auto">
              <a:xfrm>
                <a:off x="2055077" y="365221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06" name="Text Box 75"/>
              <p:cNvSpPr txBox="1">
                <a:spLocks noChangeArrowheads="1"/>
              </p:cNvSpPr>
              <p:nvPr/>
            </p:nvSpPr>
            <p:spPr bwMode="auto">
              <a:xfrm>
                <a:off x="920715" y="5713731"/>
                <a:ext cx="882551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W</a:t>
                </a:r>
                <a:endParaRPr lang="en-US" altLang="zh-CN" sz="2800" b="1" dirty="0"/>
              </a:p>
            </p:txBody>
          </p:sp>
          <p:sp>
            <p:nvSpPr>
              <p:cNvPr id="207" name="Text Box 76"/>
              <p:cNvSpPr txBox="1">
                <a:spLocks noChangeArrowheads="1"/>
              </p:cNvSpPr>
              <p:nvPr/>
            </p:nvSpPr>
            <p:spPr bwMode="auto">
              <a:xfrm>
                <a:off x="3055676" y="589912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V</a:t>
                </a:r>
                <a:endParaRPr lang="en-US" altLang="zh-CN" sz="2800" b="1" dirty="0"/>
              </a:p>
            </p:txBody>
          </p:sp>
          <p:graphicFrame>
            <p:nvGraphicFramePr>
              <p:cNvPr id="208" name="Object 28"/>
              <p:cNvGraphicFramePr>
                <a:graphicFrameLocks noChangeAspect="1"/>
              </p:cNvGraphicFramePr>
              <p:nvPr/>
            </p:nvGraphicFramePr>
            <p:xfrm>
              <a:off x="5131128" y="3414304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0806" name="Equation" r:id="rId1" imgW="4572000" imgH="5791200" progId="Equation.DSMT4">
                      <p:embed/>
                    </p:oleObj>
                  </mc:Choice>
                  <mc:Fallback>
                    <p:oleObj name="Equation" r:id="rId1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31128" y="3414304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09" name="Object 28"/>
              <p:cNvGraphicFramePr>
                <a:graphicFrameLocks noChangeAspect="1"/>
              </p:cNvGraphicFramePr>
              <p:nvPr/>
            </p:nvGraphicFramePr>
            <p:xfrm>
              <a:off x="5120155" y="5621338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0807" name="Equation" r:id="rId3" imgW="4572000" imgH="5791200" progId="Equation.DSMT4">
                      <p:embed/>
                    </p:oleObj>
                  </mc:Choice>
                  <mc:Fallback>
                    <p:oleObj name="Equation" r:id="rId3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20155" y="5621338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0" name="Object 28"/>
              <p:cNvGraphicFramePr>
                <a:graphicFrameLocks noChangeAspect="1"/>
              </p:cNvGraphicFramePr>
              <p:nvPr/>
            </p:nvGraphicFramePr>
            <p:xfrm>
              <a:off x="5113338" y="6218238"/>
              <a:ext cx="53181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0808" name="Equation" r:id="rId5" imgW="5181600" imgH="5791200" progId="Equation.DSMT4">
                      <p:embed/>
                    </p:oleObj>
                  </mc:Choice>
                  <mc:Fallback>
                    <p:oleObj name="Equation" r:id="rId5" imgW="51816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13338" y="6218238"/>
                            <a:ext cx="53181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1" name="Object 28"/>
              <p:cNvGraphicFramePr>
                <a:graphicFrameLocks noChangeAspect="1"/>
              </p:cNvGraphicFramePr>
              <p:nvPr/>
            </p:nvGraphicFramePr>
            <p:xfrm>
              <a:off x="2935839" y="4425783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0809" name="Equation" r:id="rId7" imgW="5486400" imgH="5791200" progId="Equation.DSMT4">
                      <p:embed/>
                    </p:oleObj>
                  </mc:Choice>
                  <mc:Fallback>
                    <p:oleObj name="Equation" r:id="rId7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35839" y="4425783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2" name="Object 28"/>
              <p:cNvGraphicFramePr>
                <a:graphicFrameLocks noChangeAspect="1"/>
              </p:cNvGraphicFramePr>
              <p:nvPr/>
            </p:nvGraphicFramePr>
            <p:xfrm>
              <a:off x="3622064" y="5319716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0810" name="Equation" r:id="rId9" imgW="5486400" imgH="5791200" progId="Equation.DSMT4">
                      <p:embed/>
                    </p:oleObj>
                  </mc:Choice>
                  <mc:Fallback>
                    <p:oleObj name="Equation" r:id="rId9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622064" y="5319716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3" name="Object 28"/>
              <p:cNvGraphicFramePr>
                <a:graphicFrameLocks noChangeAspect="1"/>
              </p:cNvGraphicFramePr>
              <p:nvPr/>
            </p:nvGraphicFramePr>
            <p:xfrm>
              <a:off x="2219012" y="5567870"/>
              <a:ext cx="627061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0811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219012" y="5567870"/>
                            <a:ext cx="627061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45" name="Line 40"/>
            <p:cNvSpPr>
              <a:spLocks noChangeShapeType="1"/>
            </p:cNvSpPr>
            <p:nvPr/>
          </p:nvSpPr>
          <p:spPr bwMode="auto">
            <a:xfrm flipH="1" flipV="1">
              <a:off x="9417516" y="4618067"/>
              <a:ext cx="409806" cy="72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46" name="Object 41"/>
            <p:cNvGraphicFramePr>
              <a:graphicFrameLocks noChangeAspect="1"/>
            </p:cNvGraphicFramePr>
            <p:nvPr/>
          </p:nvGraphicFramePr>
          <p:xfrm>
            <a:off x="9500775" y="4196789"/>
            <a:ext cx="268966" cy="423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0812" name="Equation" r:id="rId13" imgW="154305" imgH="199390" progId="Equation.3">
                    <p:embed/>
                  </p:oleObj>
                </mc:Choice>
                <mc:Fallback>
                  <p:oleObj name="Equation" r:id="rId1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500775" y="4196789"/>
                          <a:ext cx="268966" cy="423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6" name="Rectangle 56"/>
            <p:cNvSpPr>
              <a:spLocks noChangeArrowheads="1"/>
            </p:cNvSpPr>
            <p:nvPr/>
          </p:nvSpPr>
          <p:spPr bwMode="auto">
            <a:xfrm>
              <a:off x="9788915" y="4293537"/>
              <a:ext cx="577576" cy="523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Z</a:t>
              </a:r>
              <a:r>
                <a:rPr lang="en-US" altLang="zh-CN" sz="2800" b="1" baseline="-25000" dirty="0"/>
                <a:t>N</a:t>
              </a:r>
              <a:endParaRPr lang="en-US" altLang="zh-CN" sz="2800" b="1" dirty="0"/>
            </a:p>
          </p:txBody>
        </p:sp>
        <p:sp>
          <p:nvSpPr>
            <p:cNvPr id="84" name="Rectangle 28"/>
            <p:cNvSpPr>
              <a:spLocks noChangeArrowheads="1"/>
            </p:cNvSpPr>
            <p:nvPr/>
          </p:nvSpPr>
          <p:spPr bwMode="auto">
            <a:xfrm rot="16200000">
              <a:off x="9500049" y="4618718"/>
              <a:ext cx="179388" cy="36988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sz="2800" b="1"/>
            </a:p>
          </p:txBody>
        </p:sp>
      </p:grpSp>
      <p:sp>
        <p:nvSpPr>
          <p:cNvPr id="92" name="Text Box 11"/>
          <p:cNvSpPr txBox="1">
            <a:spLocks noChangeArrowheads="1"/>
          </p:cNvSpPr>
          <p:nvPr/>
        </p:nvSpPr>
        <p:spPr bwMode="auto">
          <a:xfrm>
            <a:off x="1590316" y="4555086"/>
            <a:ext cx="281303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93" name="Text Box 11"/>
          <p:cNvSpPr txBox="1">
            <a:spLocks noChangeArrowheads="1"/>
          </p:cNvSpPr>
          <p:nvPr/>
        </p:nvSpPr>
        <p:spPr bwMode="auto">
          <a:xfrm>
            <a:off x="1132641" y="3486104"/>
            <a:ext cx="341026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(3)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7" name="Object 25"/>
          <p:cNvGraphicFramePr>
            <a:graphicFrameLocks noChangeAspect="1"/>
          </p:cNvGraphicFramePr>
          <p:nvPr/>
        </p:nvGraphicFramePr>
        <p:xfrm>
          <a:off x="4319795" y="4126008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0813" name="Equation" r:id="rId15" imgW="16154400" imgH="5791200" progId="Equation.DSMT4">
                  <p:embed/>
                </p:oleObj>
              </mc:Choice>
              <mc:Fallback>
                <p:oleObj name="Equation" r:id="rId15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19795" y="4126008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8" name="Text Box 11"/>
          <p:cNvSpPr txBox="1">
            <a:spLocks noChangeArrowheads="1"/>
          </p:cNvSpPr>
          <p:nvPr/>
        </p:nvSpPr>
        <p:spPr bwMode="auto">
          <a:xfrm>
            <a:off x="1599723" y="4045513"/>
            <a:ext cx="234600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50"/>
                </a:solidFill>
              </a:rPr>
              <a:t>中性线有阻抗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pSp>
        <p:nvGrpSpPr>
          <p:cNvPr id="99" name="组合 98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100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101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0814" name="Equation" r:id="rId17" imgW="47853600" imgH="6096000" progId="Equation.DSMT4">
                    <p:embed/>
                  </p:oleObj>
                </mc:Choice>
                <mc:Fallback>
                  <p:oleObj name="Equation" r:id="rId17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91" name="Text Box 7"/>
          <p:cNvSpPr txBox="1">
            <a:spLocks noChangeArrowheads="1"/>
          </p:cNvSpPr>
          <p:nvPr/>
        </p:nvSpPr>
        <p:spPr bwMode="auto">
          <a:xfrm>
            <a:off x="1583674" y="5117596"/>
            <a:ext cx="137075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/>
              <a:t>相电流</a:t>
            </a:r>
            <a:endParaRPr lang="zh-CN" altLang="en-US" sz="2800" b="1" dirty="0"/>
          </a:p>
        </p:txBody>
      </p:sp>
      <p:graphicFrame>
        <p:nvGraphicFramePr>
          <p:cNvPr id="124" name="Object 15"/>
          <p:cNvGraphicFramePr>
            <a:graphicFrameLocks noChangeAspect="1"/>
          </p:cNvGraphicFramePr>
          <p:nvPr/>
        </p:nvGraphicFramePr>
        <p:xfrm>
          <a:off x="2087976" y="5523802"/>
          <a:ext cx="2641600" cy="736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0815" name="Equation" r:id="rId19" imgW="39624000" imgH="10972800" progId="Equation.DSMT4">
                  <p:embed/>
                </p:oleObj>
              </mc:Choice>
              <mc:Fallback>
                <p:oleObj name="Equation" r:id="rId19" imgW="39624000" imgH="10972800" progId="Equation.DSMT4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87976" y="5523802"/>
                        <a:ext cx="2641600" cy="736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" name="Object 15"/>
          <p:cNvGraphicFramePr>
            <a:graphicFrameLocks noChangeAspect="1"/>
          </p:cNvGraphicFramePr>
          <p:nvPr/>
        </p:nvGraphicFramePr>
        <p:xfrm>
          <a:off x="5670946" y="6148634"/>
          <a:ext cx="3227388" cy="736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0816" name="Equation" r:id="rId21" imgW="48463200" imgH="10972800" progId="Equation.DSMT4">
                  <p:embed/>
                </p:oleObj>
              </mc:Choice>
              <mc:Fallback>
                <p:oleObj name="Equation" r:id="rId21" imgW="48463200" imgH="10972800" progId="Equation.DSMT4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70946" y="6148634"/>
                        <a:ext cx="3227388" cy="736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6" name="Object 15"/>
          <p:cNvGraphicFramePr>
            <a:graphicFrameLocks noChangeAspect="1"/>
          </p:cNvGraphicFramePr>
          <p:nvPr/>
        </p:nvGraphicFramePr>
        <p:xfrm>
          <a:off x="2061239" y="6141932"/>
          <a:ext cx="3087688" cy="736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0817" name="Equation" r:id="rId23" imgW="46329600" imgH="10972800" progId="Equation.DSMT4">
                  <p:embed/>
                </p:oleObj>
              </mc:Choice>
              <mc:Fallback>
                <p:oleObj name="Equation" r:id="rId23" imgW="46329600" imgH="10972800" progId="Equation.DSMT4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61239" y="6141932"/>
                        <a:ext cx="3087688" cy="736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05853" y="3450104"/>
            <a:ext cx="4966811" cy="2571184"/>
            <a:chOff x="7105853" y="3450104"/>
            <a:chExt cx="4966811" cy="2571184"/>
          </a:xfrm>
        </p:grpSpPr>
        <p:grpSp>
          <p:nvGrpSpPr>
            <p:cNvPr id="103" name="组合 102"/>
            <p:cNvGrpSpPr/>
            <p:nvPr/>
          </p:nvGrpSpPr>
          <p:grpSpPr>
            <a:xfrm>
              <a:off x="7105853" y="3450104"/>
              <a:ext cx="4966811" cy="2571184"/>
              <a:chOff x="920715" y="3414304"/>
              <a:chExt cx="8061707" cy="3389721"/>
            </a:xfrm>
          </p:grpSpPr>
          <p:sp>
            <p:nvSpPr>
              <p:cNvPr id="113" name="Line 22"/>
              <p:cNvSpPr>
                <a:spLocks noChangeShapeType="1"/>
              </p:cNvSpPr>
              <p:nvPr/>
            </p:nvSpPr>
            <p:spPr bwMode="auto">
              <a:xfrm flipV="1">
                <a:off x="2701653" y="5229225"/>
                <a:ext cx="4762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4" name="Rectangle 4"/>
              <p:cNvSpPr>
                <a:spLocks noChangeArrowheads="1"/>
              </p:cNvSpPr>
              <p:nvPr/>
            </p:nvSpPr>
            <p:spPr bwMode="auto">
              <a:xfrm>
                <a:off x="2196432" y="4773207"/>
                <a:ext cx="409973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/>
                  <a:t>N</a:t>
                </a:r>
                <a:endParaRPr lang="en-US" altLang="zh-CN" sz="2800" b="1"/>
              </a:p>
            </p:txBody>
          </p:sp>
          <p:sp>
            <p:nvSpPr>
              <p:cNvPr id="105" name="Freeform 5"/>
              <p:cNvSpPr/>
              <p:nvPr/>
            </p:nvSpPr>
            <p:spPr bwMode="auto">
              <a:xfrm>
                <a:off x="2703240" y="4479925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6" name="Freeform 6"/>
              <p:cNvSpPr/>
              <p:nvPr/>
            </p:nvSpPr>
            <p:spPr bwMode="auto">
              <a:xfrm>
                <a:off x="2703240" y="4678363"/>
                <a:ext cx="109538" cy="201613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2 h 198"/>
                  <a:gd name="T6" fmla="*/ 0 w 140"/>
                  <a:gd name="T7" fmla="*/ 127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7" name="Line 7"/>
              <p:cNvSpPr>
                <a:spLocks noChangeShapeType="1"/>
              </p:cNvSpPr>
              <p:nvPr/>
            </p:nvSpPr>
            <p:spPr bwMode="auto">
              <a:xfrm>
                <a:off x="2712765" y="4870450"/>
                <a:ext cx="0" cy="3778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8" name="Line 8"/>
              <p:cNvSpPr>
                <a:spLocks noChangeShapeType="1"/>
              </p:cNvSpPr>
              <p:nvPr/>
            </p:nvSpPr>
            <p:spPr bwMode="auto">
              <a:xfrm>
                <a:off x="2712765" y="3960813"/>
                <a:ext cx="0" cy="360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9" name="Freeform 9"/>
              <p:cNvSpPr/>
              <p:nvPr/>
            </p:nvSpPr>
            <p:spPr bwMode="auto">
              <a:xfrm>
                <a:off x="2703240" y="4291013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10" name="Group 10"/>
              <p:cNvGrpSpPr/>
              <p:nvPr/>
            </p:nvGrpSpPr>
            <p:grpSpPr bwMode="auto">
              <a:xfrm rot="582578">
                <a:off x="2661965" y="5435600"/>
                <a:ext cx="1135063" cy="447675"/>
                <a:chOff x="1268" y="2993"/>
                <a:chExt cx="738" cy="291"/>
              </a:xfrm>
            </p:grpSpPr>
            <p:sp>
              <p:nvSpPr>
                <p:cNvPr id="244" name="Freeform 11"/>
                <p:cNvSpPr/>
                <p:nvPr/>
              </p:nvSpPr>
              <p:spPr bwMode="auto">
                <a:xfrm rot="-3659485">
                  <a:off x="1617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5" name="Freeform 12"/>
                <p:cNvSpPr/>
                <p:nvPr/>
              </p:nvSpPr>
              <p:spPr bwMode="auto">
                <a:xfrm rot="-3659485">
                  <a:off x="1726" y="3113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6" name="Line 13"/>
                <p:cNvSpPr>
                  <a:spLocks noChangeShapeType="1"/>
                </p:cNvSpPr>
                <p:nvPr/>
              </p:nvSpPr>
              <p:spPr bwMode="auto">
                <a:xfrm rot="-3659485">
                  <a:off x="1889" y="3166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7" name="Line 14"/>
                <p:cNvSpPr>
                  <a:spLocks noChangeShapeType="1"/>
                </p:cNvSpPr>
                <p:nvPr/>
              </p:nvSpPr>
              <p:spPr bwMode="auto">
                <a:xfrm rot="-3659485">
                  <a:off x="1386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8" name="Freeform 15"/>
                <p:cNvSpPr/>
                <p:nvPr/>
              </p:nvSpPr>
              <p:spPr bwMode="auto">
                <a:xfrm rot="-3659485">
                  <a:off x="1514" y="2990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11" name="Group 16"/>
              <p:cNvGrpSpPr/>
              <p:nvPr/>
            </p:nvGrpSpPr>
            <p:grpSpPr bwMode="auto">
              <a:xfrm rot="20941958">
                <a:off x="1626915" y="5403850"/>
                <a:ext cx="1154113" cy="439738"/>
                <a:chOff x="548" y="2993"/>
                <a:chExt cx="750" cy="285"/>
              </a:xfrm>
            </p:grpSpPr>
            <p:sp>
              <p:nvSpPr>
                <p:cNvPr id="239" name="Freeform 17"/>
                <p:cNvSpPr/>
                <p:nvPr/>
              </p:nvSpPr>
              <p:spPr bwMode="auto">
                <a:xfrm rot="3659485" flipH="1">
                  <a:off x="875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0" name="Freeform 18"/>
                <p:cNvSpPr/>
                <p:nvPr/>
              </p:nvSpPr>
              <p:spPr bwMode="auto">
                <a:xfrm rot="3659485" flipH="1">
                  <a:off x="767" y="3113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1" name="Line 19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666" y="3160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2" name="Line 20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1181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3" name="Freeform 21"/>
                <p:cNvSpPr/>
                <p:nvPr/>
              </p:nvSpPr>
              <p:spPr bwMode="auto">
                <a:xfrm rot="3659485" flipH="1">
                  <a:off x="979" y="2990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14" name="Line 23"/>
              <p:cNvSpPr>
                <a:spLocks noChangeShapeType="1"/>
              </p:cNvSpPr>
              <p:nvPr/>
            </p:nvSpPr>
            <p:spPr bwMode="auto">
              <a:xfrm>
                <a:off x="2696890" y="3960813"/>
                <a:ext cx="47672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5" name="Line 24"/>
              <p:cNvSpPr>
                <a:spLocks noChangeShapeType="1"/>
              </p:cNvSpPr>
              <p:nvPr/>
            </p:nvSpPr>
            <p:spPr bwMode="auto">
              <a:xfrm>
                <a:off x="6408465" y="5957888"/>
                <a:ext cx="0" cy="8128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6" name="Line 25"/>
              <p:cNvSpPr>
                <a:spLocks noChangeShapeType="1"/>
              </p:cNvSpPr>
              <p:nvPr/>
            </p:nvSpPr>
            <p:spPr bwMode="auto">
              <a:xfrm flipH="1">
                <a:off x="1701528" y="6030913"/>
                <a:ext cx="0" cy="7397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7" name="Line 26"/>
              <p:cNvSpPr>
                <a:spLocks noChangeShapeType="1"/>
              </p:cNvSpPr>
              <p:nvPr/>
            </p:nvSpPr>
            <p:spPr bwMode="auto">
              <a:xfrm>
                <a:off x="1701528" y="6770688"/>
                <a:ext cx="47291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8" name="Text Box 27"/>
              <p:cNvSpPr txBox="1">
                <a:spLocks noChangeArrowheads="1"/>
              </p:cNvSpPr>
              <p:nvPr/>
            </p:nvSpPr>
            <p:spPr bwMode="auto">
              <a:xfrm>
                <a:off x="1695891" y="5790191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19" name="Text Box 28"/>
              <p:cNvSpPr txBox="1">
                <a:spLocks noChangeArrowheads="1"/>
              </p:cNvSpPr>
              <p:nvPr/>
            </p:nvSpPr>
            <p:spPr bwMode="auto">
              <a:xfrm>
                <a:off x="3684337" y="5660740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0" name="Text Box 29"/>
              <p:cNvSpPr txBox="1">
                <a:spLocks noChangeArrowheads="1"/>
              </p:cNvSpPr>
              <p:nvPr/>
            </p:nvSpPr>
            <p:spPr bwMode="auto">
              <a:xfrm>
                <a:off x="2884386" y="3898476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1" name="Text Box 30"/>
              <p:cNvSpPr txBox="1">
                <a:spLocks noChangeArrowheads="1"/>
              </p:cNvSpPr>
              <p:nvPr/>
            </p:nvSpPr>
            <p:spPr bwMode="auto">
              <a:xfrm>
                <a:off x="3136245" y="4973450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2" name="Text Box 31"/>
              <p:cNvSpPr txBox="1">
                <a:spLocks noChangeArrowheads="1"/>
              </p:cNvSpPr>
              <p:nvPr/>
            </p:nvSpPr>
            <p:spPr bwMode="auto">
              <a:xfrm>
                <a:off x="2400813" y="5140376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5" name="Text Box 32"/>
              <p:cNvSpPr txBox="1">
                <a:spLocks noChangeArrowheads="1"/>
              </p:cNvSpPr>
              <p:nvPr/>
            </p:nvSpPr>
            <p:spPr bwMode="auto">
              <a:xfrm>
                <a:off x="2899680" y="4730404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6" name="Line 34"/>
              <p:cNvSpPr>
                <a:spLocks noChangeShapeType="1"/>
              </p:cNvSpPr>
              <p:nvPr/>
            </p:nvSpPr>
            <p:spPr bwMode="auto">
              <a:xfrm>
                <a:off x="5543352" y="6598586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7" name="Line 35"/>
              <p:cNvSpPr>
                <a:spLocks noChangeShapeType="1"/>
              </p:cNvSpPr>
              <p:nvPr/>
            </p:nvSpPr>
            <p:spPr bwMode="auto">
              <a:xfrm>
                <a:off x="5543352" y="5995057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8" name="Line 39"/>
              <p:cNvSpPr>
                <a:spLocks noChangeShapeType="1"/>
              </p:cNvSpPr>
              <p:nvPr/>
            </p:nvSpPr>
            <p:spPr bwMode="auto">
              <a:xfrm>
                <a:off x="5538737" y="3796489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1" name="Line 45"/>
              <p:cNvSpPr>
                <a:spLocks noChangeShapeType="1"/>
              </p:cNvSpPr>
              <p:nvPr/>
            </p:nvSpPr>
            <p:spPr bwMode="auto">
              <a:xfrm>
                <a:off x="3695428" y="6167438"/>
                <a:ext cx="4729163" cy="11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2" name="Line 46"/>
              <p:cNvSpPr>
                <a:spLocks noChangeShapeType="1"/>
              </p:cNvSpPr>
              <p:nvPr/>
            </p:nvSpPr>
            <p:spPr bwMode="auto">
              <a:xfrm>
                <a:off x="3695428" y="6030913"/>
                <a:ext cx="0" cy="1476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2800"/>
              </a:p>
            </p:txBody>
          </p:sp>
          <p:sp>
            <p:nvSpPr>
              <p:cNvPr id="203" name="Oval 47"/>
              <p:cNvSpPr>
                <a:spLocks noChangeArrowheads="1"/>
              </p:cNvSpPr>
              <p:nvPr/>
            </p:nvSpPr>
            <p:spPr bwMode="auto">
              <a:xfrm>
                <a:off x="2661965" y="5218113"/>
                <a:ext cx="73025" cy="74613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  <p:grpSp>
            <p:nvGrpSpPr>
              <p:cNvPr id="204" name="Group 48"/>
              <p:cNvGrpSpPr/>
              <p:nvPr/>
            </p:nvGrpSpPr>
            <p:grpSpPr bwMode="auto">
              <a:xfrm>
                <a:off x="5794401" y="3960813"/>
                <a:ext cx="3188021" cy="2246313"/>
                <a:chOff x="3475" y="2112"/>
                <a:chExt cx="2071" cy="1458"/>
              </a:xfrm>
            </p:grpSpPr>
            <p:sp>
              <p:nvSpPr>
                <p:cNvPr id="214" name="Rectangle 49"/>
                <p:cNvSpPr>
                  <a:spLocks noChangeArrowheads="1"/>
                </p:cNvSpPr>
                <p:nvPr/>
              </p:nvSpPr>
              <p:spPr bwMode="auto">
                <a:xfrm>
                  <a:off x="4528" y="2608"/>
                  <a:ext cx="62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dirty="0">
                      <a:solidFill>
                        <a:srgbClr val="0000CC"/>
                      </a:solidFill>
                    </a:rPr>
                    <a:t>N</a:t>
                  </a:r>
                  <a:r>
                    <a:rPr lang="en-US" altLang="zh-CN" sz="2800" b="1" dirty="0">
                      <a:solidFill>
                        <a:srgbClr val="0000CC"/>
                      </a:solidFill>
                      <a:sym typeface="Symbol" panose="05050102010706020507" pitchFamily="18" charset="2"/>
                    </a:rPr>
                    <a:t></a:t>
                  </a:r>
                  <a:endParaRPr lang="en-US" altLang="zh-CN" sz="2800" b="1" dirty="0">
                    <a:solidFill>
                      <a:srgbClr val="0000CC"/>
                    </a:solidFill>
                  </a:endParaRPr>
                </a:p>
              </p:txBody>
            </p:sp>
            <p:sp>
              <p:nvSpPr>
                <p:cNvPr id="215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2650"/>
                  <a:ext cx="0" cy="27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6" name="Line 51"/>
                <p:cNvSpPr>
                  <a:spLocks noChangeShapeType="1"/>
                </p:cNvSpPr>
                <p:nvPr/>
              </p:nvSpPr>
              <p:spPr bwMode="auto">
                <a:xfrm flipH="1" flipV="1">
                  <a:off x="4558" y="2112"/>
                  <a:ext cx="2" cy="3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17" name="Group 52"/>
                <p:cNvGrpSpPr/>
                <p:nvPr/>
              </p:nvGrpSpPr>
              <p:grpSpPr bwMode="auto">
                <a:xfrm rot="-372678">
                  <a:off x="3819" y="3038"/>
                  <a:ext cx="789" cy="274"/>
                  <a:chOff x="3813" y="2988"/>
                  <a:chExt cx="789" cy="274"/>
                </a:xfrm>
              </p:grpSpPr>
              <p:sp>
                <p:nvSpPr>
                  <p:cNvPr id="237" name="Line 53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4422" y="2821"/>
                    <a:ext cx="13" cy="34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8" name="Line 5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986" y="3089"/>
                    <a:ext cx="0" cy="3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18" name="Line 55"/>
                <p:cNvSpPr>
                  <a:spLocks noChangeShapeType="1"/>
                </p:cNvSpPr>
                <p:nvPr/>
              </p:nvSpPr>
              <p:spPr bwMode="auto">
                <a:xfrm>
                  <a:off x="5184" y="3408"/>
                  <a:ext cx="0" cy="16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9" name="Rectangle 56"/>
                <p:cNvSpPr>
                  <a:spLocks noChangeArrowheads="1"/>
                </p:cNvSpPr>
                <p:nvPr/>
              </p:nvSpPr>
              <p:spPr bwMode="auto">
                <a:xfrm>
                  <a:off x="3920" y="2131"/>
                  <a:ext cx="629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U</a:t>
                  </a:r>
                  <a:endParaRPr lang="en-US" altLang="zh-CN" sz="2800" b="1" dirty="0"/>
                </a:p>
              </p:txBody>
            </p:sp>
            <p:sp>
              <p:nvSpPr>
                <p:cNvPr id="220" name="Rectangle 57"/>
                <p:cNvSpPr>
                  <a:spLocks noChangeArrowheads="1"/>
                </p:cNvSpPr>
                <p:nvPr/>
              </p:nvSpPr>
              <p:spPr bwMode="auto">
                <a:xfrm>
                  <a:off x="4851" y="2852"/>
                  <a:ext cx="695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V</a:t>
                  </a:r>
                  <a:endParaRPr lang="en-US" altLang="zh-CN" sz="2800" b="1" dirty="0"/>
                </a:p>
              </p:txBody>
            </p:sp>
            <p:sp>
              <p:nvSpPr>
                <p:cNvPr id="221" name="Rectangle 58"/>
                <p:cNvSpPr>
                  <a:spLocks noChangeArrowheads="1"/>
                </p:cNvSpPr>
                <p:nvPr/>
              </p:nvSpPr>
              <p:spPr bwMode="auto">
                <a:xfrm>
                  <a:off x="3475" y="2895"/>
                  <a:ext cx="70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W</a:t>
                  </a:r>
                  <a:endParaRPr lang="en-US" altLang="zh-CN" sz="2800" b="1" dirty="0"/>
                </a:p>
              </p:txBody>
            </p:sp>
            <p:grpSp>
              <p:nvGrpSpPr>
                <p:cNvPr id="222" name="Group 59"/>
                <p:cNvGrpSpPr/>
                <p:nvPr/>
              </p:nvGrpSpPr>
              <p:grpSpPr bwMode="auto">
                <a:xfrm>
                  <a:off x="4459" y="2443"/>
                  <a:ext cx="199" cy="202"/>
                  <a:chOff x="4896" y="2537"/>
                  <a:chExt cx="192" cy="187"/>
                </a:xfrm>
              </p:grpSpPr>
              <p:sp>
                <p:nvSpPr>
                  <p:cNvPr id="234" name="Oval 6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6" name="Line 6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3" name="Line 63"/>
                <p:cNvSpPr>
                  <a:spLocks noChangeShapeType="1"/>
                </p:cNvSpPr>
                <p:nvPr/>
              </p:nvSpPr>
              <p:spPr bwMode="auto">
                <a:xfrm rot="7703719">
                  <a:off x="4679" y="2866"/>
                  <a:ext cx="1" cy="29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24" name="Line 64"/>
                <p:cNvSpPr>
                  <a:spLocks noChangeShapeType="1"/>
                </p:cNvSpPr>
                <p:nvPr/>
              </p:nvSpPr>
              <p:spPr bwMode="auto">
                <a:xfrm rot="7703719" flipV="1">
                  <a:off x="5053" y="3157"/>
                  <a:ext cx="0" cy="31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25" name="Group 65"/>
                <p:cNvGrpSpPr/>
                <p:nvPr/>
              </p:nvGrpSpPr>
              <p:grpSpPr bwMode="auto">
                <a:xfrm>
                  <a:off x="4752" y="3057"/>
                  <a:ext cx="199" cy="202"/>
                  <a:chOff x="4896" y="2537"/>
                  <a:chExt cx="192" cy="187"/>
                </a:xfrm>
              </p:grpSpPr>
              <p:sp>
                <p:nvSpPr>
                  <p:cNvPr id="231" name="Oval 66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2" name="Line 67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3" name="Line 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grpSp>
              <p:nvGrpSpPr>
                <p:cNvPr id="226" name="Group 69"/>
                <p:cNvGrpSpPr/>
                <p:nvPr/>
              </p:nvGrpSpPr>
              <p:grpSpPr bwMode="auto">
                <a:xfrm>
                  <a:off x="4128" y="3072"/>
                  <a:ext cx="199" cy="202"/>
                  <a:chOff x="4896" y="2537"/>
                  <a:chExt cx="192" cy="187"/>
                </a:xfrm>
              </p:grpSpPr>
              <p:sp>
                <p:nvSpPr>
                  <p:cNvPr id="228" name="Oval 7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29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0" name="Line 7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7" name="Oval 73"/>
                <p:cNvSpPr>
                  <a:spLocks noChangeArrowheads="1"/>
                </p:cNvSpPr>
                <p:nvPr/>
              </p:nvSpPr>
              <p:spPr bwMode="auto">
                <a:xfrm>
                  <a:off x="4534" y="2906"/>
                  <a:ext cx="48" cy="4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</p:grpSp>
          <p:sp>
            <p:nvSpPr>
              <p:cNvPr id="205" name="Text Box 74"/>
              <p:cNvSpPr txBox="1">
                <a:spLocks noChangeArrowheads="1"/>
              </p:cNvSpPr>
              <p:nvPr/>
            </p:nvSpPr>
            <p:spPr bwMode="auto">
              <a:xfrm>
                <a:off x="2055077" y="365221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06" name="Text Box 75"/>
              <p:cNvSpPr txBox="1">
                <a:spLocks noChangeArrowheads="1"/>
              </p:cNvSpPr>
              <p:nvPr/>
            </p:nvSpPr>
            <p:spPr bwMode="auto">
              <a:xfrm>
                <a:off x="920715" y="5713731"/>
                <a:ext cx="882551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W</a:t>
                </a:r>
                <a:endParaRPr lang="en-US" altLang="zh-CN" sz="2800" b="1" dirty="0"/>
              </a:p>
            </p:txBody>
          </p:sp>
          <p:sp>
            <p:nvSpPr>
              <p:cNvPr id="207" name="Text Box 76"/>
              <p:cNvSpPr txBox="1">
                <a:spLocks noChangeArrowheads="1"/>
              </p:cNvSpPr>
              <p:nvPr/>
            </p:nvSpPr>
            <p:spPr bwMode="auto">
              <a:xfrm>
                <a:off x="3055676" y="589912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V</a:t>
                </a:r>
                <a:endParaRPr lang="en-US" altLang="zh-CN" sz="2800" b="1" dirty="0"/>
              </a:p>
            </p:txBody>
          </p:sp>
          <p:graphicFrame>
            <p:nvGraphicFramePr>
              <p:cNvPr id="208" name="Object 28"/>
              <p:cNvGraphicFramePr>
                <a:graphicFrameLocks noChangeAspect="1"/>
              </p:cNvGraphicFramePr>
              <p:nvPr/>
            </p:nvGraphicFramePr>
            <p:xfrm>
              <a:off x="5131128" y="3414304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1759" name="Equation" r:id="rId1" imgW="4572000" imgH="5791200" progId="Equation.DSMT4">
                      <p:embed/>
                    </p:oleObj>
                  </mc:Choice>
                  <mc:Fallback>
                    <p:oleObj name="Equation" r:id="rId1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31128" y="3414304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09" name="Object 28"/>
              <p:cNvGraphicFramePr>
                <a:graphicFrameLocks noChangeAspect="1"/>
              </p:cNvGraphicFramePr>
              <p:nvPr/>
            </p:nvGraphicFramePr>
            <p:xfrm>
              <a:off x="5120155" y="5621338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1760" name="Equation" r:id="rId3" imgW="4572000" imgH="5791200" progId="Equation.DSMT4">
                      <p:embed/>
                    </p:oleObj>
                  </mc:Choice>
                  <mc:Fallback>
                    <p:oleObj name="Equation" r:id="rId3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20155" y="5621338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0" name="Object 28"/>
              <p:cNvGraphicFramePr>
                <a:graphicFrameLocks noChangeAspect="1"/>
              </p:cNvGraphicFramePr>
              <p:nvPr/>
            </p:nvGraphicFramePr>
            <p:xfrm>
              <a:off x="5113338" y="6218238"/>
              <a:ext cx="53181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1761" name="Equation" r:id="rId5" imgW="5181600" imgH="5791200" progId="Equation.DSMT4">
                      <p:embed/>
                    </p:oleObj>
                  </mc:Choice>
                  <mc:Fallback>
                    <p:oleObj name="Equation" r:id="rId5" imgW="51816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13338" y="6218238"/>
                            <a:ext cx="53181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1" name="Object 28"/>
              <p:cNvGraphicFramePr>
                <a:graphicFrameLocks noChangeAspect="1"/>
              </p:cNvGraphicFramePr>
              <p:nvPr/>
            </p:nvGraphicFramePr>
            <p:xfrm>
              <a:off x="2935839" y="4425783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1762" name="Equation" r:id="rId7" imgW="5486400" imgH="5791200" progId="Equation.DSMT4">
                      <p:embed/>
                    </p:oleObj>
                  </mc:Choice>
                  <mc:Fallback>
                    <p:oleObj name="Equation" r:id="rId7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35839" y="4425783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2" name="Object 28"/>
              <p:cNvGraphicFramePr>
                <a:graphicFrameLocks noChangeAspect="1"/>
              </p:cNvGraphicFramePr>
              <p:nvPr/>
            </p:nvGraphicFramePr>
            <p:xfrm>
              <a:off x="3622064" y="5319716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1763" name="Equation" r:id="rId9" imgW="5486400" imgH="5791200" progId="Equation.DSMT4">
                      <p:embed/>
                    </p:oleObj>
                  </mc:Choice>
                  <mc:Fallback>
                    <p:oleObj name="Equation" r:id="rId9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622064" y="5319716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3" name="Object 28"/>
              <p:cNvGraphicFramePr>
                <a:graphicFrameLocks noChangeAspect="1"/>
              </p:cNvGraphicFramePr>
              <p:nvPr/>
            </p:nvGraphicFramePr>
            <p:xfrm>
              <a:off x="2219012" y="5567870"/>
              <a:ext cx="627061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1764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219012" y="5567870"/>
                            <a:ext cx="627061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45" name="Line 40"/>
            <p:cNvSpPr>
              <a:spLocks noChangeShapeType="1"/>
            </p:cNvSpPr>
            <p:nvPr/>
          </p:nvSpPr>
          <p:spPr bwMode="auto">
            <a:xfrm flipH="1" flipV="1">
              <a:off x="9417516" y="4618067"/>
              <a:ext cx="409806" cy="72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46" name="Object 41"/>
            <p:cNvGraphicFramePr>
              <a:graphicFrameLocks noChangeAspect="1"/>
            </p:cNvGraphicFramePr>
            <p:nvPr/>
          </p:nvGraphicFramePr>
          <p:xfrm>
            <a:off x="9500775" y="4196789"/>
            <a:ext cx="268966" cy="423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1765" name="Equation" r:id="rId13" imgW="154305" imgH="199390" progId="Equation.3">
                    <p:embed/>
                  </p:oleObj>
                </mc:Choice>
                <mc:Fallback>
                  <p:oleObj name="Equation" r:id="rId1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500775" y="4196789"/>
                          <a:ext cx="268966" cy="423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6" name="Rectangle 56"/>
            <p:cNvSpPr>
              <a:spLocks noChangeArrowheads="1"/>
            </p:cNvSpPr>
            <p:nvPr/>
          </p:nvSpPr>
          <p:spPr bwMode="auto">
            <a:xfrm>
              <a:off x="9788915" y="4293537"/>
              <a:ext cx="577576" cy="523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Z</a:t>
              </a:r>
              <a:r>
                <a:rPr lang="en-US" altLang="zh-CN" sz="2800" b="1" baseline="-25000" dirty="0"/>
                <a:t>N</a:t>
              </a:r>
              <a:endParaRPr lang="en-US" altLang="zh-CN" sz="2800" b="1" dirty="0"/>
            </a:p>
          </p:txBody>
        </p:sp>
        <p:sp>
          <p:nvSpPr>
            <p:cNvPr id="84" name="Rectangle 28"/>
            <p:cNvSpPr>
              <a:spLocks noChangeArrowheads="1"/>
            </p:cNvSpPr>
            <p:nvPr/>
          </p:nvSpPr>
          <p:spPr bwMode="auto">
            <a:xfrm rot="16200000">
              <a:off x="9500049" y="4618718"/>
              <a:ext cx="179388" cy="36988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sz="2800" b="1"/>
            </a:p>
          </p:txBody>
        </p:sp>
      </p:grpSp>
      <p:sp>
        <p:nvSpPr>
          <p:cNvPr id="92" name="Text Box 11"/>
          <p:cNvSpPr txBox="1">
            <a:spLocks noChangeArrowheads="1"/>
          </p:cNvSpPr>
          <p:nvPr/>
        </p:nvSpPr>
        <p:spPr bwMode="auto">
          <a:xfrm>
            <a:off x="1590316" y="4555086"/>
            <a:ext cx="281303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93" name="Text Box 11"/>
          <p:cNvSpPr txBox="1">
            <a:spLocks noChangeArrowheads="1"/>
          </p:cNvSpPr>
          <p:nvPr/>
        </p:nvSpPr>
        <p:spPr bwMode="auto">
          <a:xfrm>
            <a:off x="1132641" y="3486104"/>
            <a:ext cx="341026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(3)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7" name="Object 25"/>
          <p:cNvGraphicFramePr>
            <a:graphicFrameLocks noChangeAspect="1"/>
          </p:cNvGraphicFramePr>
          <p:nvPr/>
        </p:nvGraphicFramePr>
        <p:xfrm>
          <a:off x="4319795" y="4126008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1766" name="Equation" r:id="rId15" imgW="16154400" imgH="5791200" progId="Equation.DSMT4">
                  <p:embed/>
                </p:oleObj>
              </mc:Choice>
              <mc:Fallback>
                <p:oleObj name="Equation" r:id="rId15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19795" y="4126008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8" name="Text Box 11"/>
          <p:cNvSpPr txBox="1">
            <a:spLocks noChangeArrowheads="1"/>
          </p:cNvSpPr>
          <p:nvPr/>
        </p:nvSpPr>
        <p:spPr bwMode="auto">
          <a:xfrm>
            <a:off x="1599723" y="4045513"/>
            <a:ext cx="234600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50"/>
                </a:solidFill>
              </a:rPr>
              <a:t>中性线有阻抗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pSp>
        <p:nvGrpSpPr>
          <p:cNvPr id="99" name="组合 98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100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101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1767" name="Equation" r:id="rId17" imgW="47853600" imgH="6096000" progId="Equation.DSMT4">
                    <p:embed/>
                  </p:oleObj>
                </mc:Choice>
                <mc:Fallback>
                  <p:oleObj name="Equation" r:id="rId17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94" name="Text Box 7"/>
          <p:cNvSpPr txBox="1">
            <a:spLocks noChangeArrowheads="1"/>
          </p:cNvSpPr>
          <p:nvPr/>
        </p:nvSpPr>
        <p:spPr bwMode="auto">
          <a:xfrm>
            <a:off x="1595377" y="5177769"/>
            <a:ext cx="218272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中性线电流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aphicFrame>
        <p:nvGraphicFramePr>
          <p:cNvPr id="95" name="Object 25"/>
          <p:cNvGraphicFramePr>
            <a:graphicFrameLocks noChangeAspect="1"/>
          </p:cNvGraphicFramePr>
          <p:nvPr/>
        </p:nvGraphicFramePr>
        <p:xfrm>
          <a:off x="4151784" y="5822950"/>
          <a:ext cx="3295650" cy="1035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1768" name="Equation" r:id="rId19" imgW="34442400" imgH="10972800" progId="Equation.DSMT4">
                  <p:embed/>
                </p:oleObj>
              </mc:Choice>
              <mc:Fallback>
                <p:oleObj name="Equation" r:id="rId19" imgW="344424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51784" y="5822950"/>
                        <a:ext cx="3295650" cy="10350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6" name="Object 25"/>
          <p:cNvGraphicFramePr>
            <a:graphicFrameLocks noChangeAspect="1"/>
          </p:cNvGraphicFramePr>
          <p:nvPr/>
        </p:nvGraphicFramePr>
        <p:xfrm>
          <a:off x="1714969" y="6035817"/>
          <a:ext cx="2420938" cy="547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1769" name="Equation" r:id="rId21" imgW="25298400" imgH="5791200" progId="Equation.DSMT4">
                  <p:embed/>
                </p:oleObj>
              </mc:Choice>
              <mc:Fallback>
                <p:oleObj name="Equation" r:id="rId21" imgW="25298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14969" y="6035817"/>
                        <a:ext cx="2420938" cy="5476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05853" y="3450104"/>
            <a:ext cx="4966811" cy="2571184"/>
            <a:chOff x="7105853" y="3450104"/>
            <a:chExt cx="4966811" cy="2571184"/>
          </a:xfrm>
        </p:grpSpPr>
        <p:grpSp>
          <p:nvGrpSpPr>
            <p:cNvPr id="103" name="组合 102"/>
            <p:cNvGrpSpPr/>
            <p:nvPr/>
          </p:nvGrpSpPr>
          <p:grpSpPr>
            <a:xfrm>
              <a:off x="7105853" y="3450104"/>
              <a:ext cx="4966811" cy="2571184"/>
              <a:chOff x="920715" y="3414304"/>
              <a:chExt cx="8061707" cy="3389721"/>
            </a:xfrm>
          </p:grpSpPr>
          <p:sp>
            <p:nvSpPr>
              <p:cNvPr id="113" name="Line 22"/>
              <p:cNvSpPr>
                <a:spLocks noChangeShapeType="1"/>
              </p:cNvSpPr>
              <p:nvPr/>
            </p:nvSpPr>
            <p:spPr bwMode="auto">
              <a:xfrm flipV="1">
                <a:off x="2701653" y="5229225"/>
                <a:ext cx="4762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4" name="Rectangle 4"/>
              <p:cNvSpPr>
                <a:spLocks noChangeArrowheads="1"/>
              </p:cNvSpPr>
              <p:nvPr/>
            </p:nvSpPr>
            <p:spPr bwMode="auto">
              <a:xfrm>
                <a:off x="2196432" y="4773207"/>
                <a:ext cx="409973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/>
                  <a:t>N</a:t>
                </a:r>
                <a:endParaRPr lang="en-US" altLang="zh-CN" sz="2800" b="1"/>
              </a:p>
            </p:txBody>
          </p:sp>
          <p:sp>
            <p:nvSpPr>
              <p:cNvPr id="105" name="Freeform 5"/>
              <p:cNvSpPr/>
              <p:nvPr/>
            </p:nvSpPr>
            <p:spPr bwMode="auto">
              <a:xfrm>
                <a:off x="2703240" y="4479925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6" name="Freeform 6"/>
              <p:cNvSpPr/>
              <p:nvPr/>
            </p:nvSpPr>
            <p:spPr bwMode="auto">
              <a:xfrm>
                <a:off x="2703240" y="4678363"/>
                <a:ext cx="109538" cy="201613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2 h 198"/>
                  <a:gd name="T6" fmla="*/ 0 w 140"/>
                  <a:gd name="T7" fmla="*/ 127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7" name="Line 7"/>
              <p:cNvSpPr>
                <a:spLocks noChangeShapeType="1"/>
              </p:cNvSpPr>
              <p:nvPr/>
            </p:nvSpPr>
            <p:spPr bwMode="auto">
              <a:xfrm>
                <a:off x="2712765" y="4870450"/>
                <a:ext cx="0" cy="3778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8" name="Line 8"/>
              <p:cNvSpPr>
                <a:spLocks noChangeShapeType="1"/>
              </p:cNvSpPr>
              <p:nvPr/>
            </p:nvSpPr>
            <p:spPr bwMode="auto">
              <a:xfrm>
                <a:off x="2712765" y="3960813"/>
                <a:ext cx="0" cy="360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09" name="Freeform 9"/>
              <p:cNvSpPr/>
              <p:nvPr/>
            </p:nvSpPr>
            <p:spPr bwMode="auto">
              <a:xfrm>
                <a:off x="2703240" y="4291013"/>
                <a:ext cx="109538" cy="198438"/>
              </a:xfrm>
              <a:custGeom>
                <a:avLst/>
                <a:gdLst>
                  <a:gd name="T0" fmla="*/ 0 w 140"/>
                  <a:gd name="T1" fmla="*/ 0 h 198"/>
                  <a:gd name="T2" fmla="*/ 59 w 140"/>
                  <a:gd name="T3" fmla="*/ 38 h 198"/>
                  <a:gd name="T4" fmla="*/ 59 w 140"/>
                  <a:gd name="T5" fmla="*/ 91 h 198"/>
                  <a:gd name="T6" fmla="*/ 0 w 140"/>
                  <a:gd name="T7" fmla="*/ 125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110" name="Group 10"/>
              <p:cNvGrpSpPr/>
              <p:nvPr/>
            </p:nvGrpSpPr>
            <p:grpSpPr bwMode="auto">
              <a:xfrm rot="582578">
                <a:off x="2661965" y="5435600"/>
                <a:ext cx="1135063" cy="447675"/>
                <a:chOff x="1268" y="2993"/>
                <a:chExt cx="738" cy="291"/>
              </a:xfrm>
            </p:grpSpPr>
            <p:sp>
              <p:nvSpPr>
                <p:cNvPr id="244" name="Freeform 11"/>
                <p:cNvSpPr/>
                <p:nvPr/>
              </p:nvSpPr>
              <p:spPr bwMode="auto">
                <a:xfrm rot="-3659485">
                  <a:off x="1617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5" name="Freeform 12"/>
                <p:cNvSpPr/>
                <p:nvPr/>
              </p:nvSpPr>
              <p:spPr bwMode="auto">
                <a:xfrm rot="-3659485">
                  <a:off x="1726" y="3113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6" name="Line 13"/>
                <p:cNvSpPr>
                  <a:spLocks noChangeShapeType="1"/>
                </p:cNvSpPr>
                <p:nvPr/>
              </p:nvSpPr>
              <p:spPr bwMode="auto">
                <a:xfrm rot="-3659485">
                  <a:off x="1889" y="3166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7" name="Line 14"/>
                <p:cNvSpPr>
                  <a:spLocks noChangeShapeType="1"/>
                </p:cNvSpPr>
                <p:nvPr/>
              </p:nvSpPr>
              <p:spPr bwMode="auto">
                <a:xfrm rot="-3659485">
                  <a:off x="1386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8" name="Freeform 15"/>
                <p:cNvSpPr/>
                <p:nvPr/>
              </p:nvSpPr>
              <p:spPr bwMode="auto">
                <a:xfrm rot="-3659485">
                  <a:off x="1514" y="2990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111" name="Group 16"/>
              <p:cNvGrpSpPr/>
              <p:nvPr/>
            </p:nvGrpSpPr>
            <p:grpSpPr bwMode="auto">
              <a:xfrm rot="20941958">
                <a:off x="1626915" y="5403850"/>
                <a:ext cx="1154113" cy="439738"/>
                <a:chOff x="548" y="2993"/>
                <a:chExt cx="750" cy="285"/>
              </a:xfrm>
            </p:grpSpPr>
            <p:sp>
              <p:nvSpPr>
                <p:cNvPr id="239" name="Freeform 17"/>
                <p:cNvSpPr/>
                <p:nvPr/>
              </p:nvSpPr>
              <p:spPr bwMode="auto">
                <a:xfrm rot="3659485" flipH="1">
                  <a:off x="875" y="3051"/>
                  <a:ext cx="73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0" name="Freeform 18"/>
                <p:cNvSpPr/>
                <p:nvPr/>
              </p:nvSpPr>
              <p:spPr bwMode="auto">
                <a:xfrm rot="3659485" flipH="1">
                  <a:off x="767" y="3113"/>
                  <a:ext cx="74" cy="124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8 h 198"/>
                    <a:gd name="T4" fmla="*/ 63 w 140"/>
                    <a:gd name="T5" fmla="*/ 90 h 198"/>
                    <a:gd name="T6" fmla="*/ 0 w 140"/>
                    <a:gd name="T7" fmla="*/ 124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1" name="Line 19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666" y="3160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2" name="Line 20"/>
                <p:cNvSpPr>
                  <a:spLocks noChangeShapeType="1"/>
                </p:cNvSpPr>
                <p:nvPr/>
              </p:nvSpPr>
              <p:spPr bwMode="auto">
                <a:xfrm rot="3659485" flipH="1">
                  <a:off x="1181" y="2875"/>
                  <a:ext cx="0" cy="2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43" name="Freeform 21"/>
                <p:cNvSpPr/>
                <p:nvPr/>
              </p:nvSpPr>
              <p:spPr bwMode="auto">
                <a:xfrm rot="3659485" flipH="1">
                  <a:off x="979" y="2990"/>
                  <a:ext cx="74" cy="123"/>
                </a:xfrm>
                <a:custGeom>
                  <a:avLst/>
                  <a:gdLst>
                    <a:gd name="T0" fmla="*/ 0 w 140"/>
                    <a:gd name="T1" fmla="*/ 0 h 198"/>
                    <a:gd name="T2" fmla="*/ 63 w 140"/>
                    <a:gd name="T3" fmla="*/ 37 h 198"/>
                    <a:gd name="T4" fmla="*/ 63 w 140"/>
                    <a:gd name="T5" fmla="*/ 89 h 198"/>
                    <a:gd name="T6" fmla="*/ 0 w 140"/>
                    <a:gd name="T7" fmla="*/ 123 h 19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98">
                      <a:moveTo>
                        <a:pt x="0" y="0"/>
                      </a:moveTo>
                      <a:cubicBezTo>
                        <a:pt x="50" y="18"/>
                        <a:pt x="100" y="36"/>
                        <a:pt x="120" y="60"/>
                      </a:cubicBezTo>
                      <a:cubicBezTo>
                        <a:pt x="140" y="84"/>
                        <a:pt x="140" y="121"/>
                        <a:pt x="120" y="144"/>
                      </a:cubicBezTo>
                      <a:cubicBezTo>
                        <a:pt x="100" y="167"/>
                        <a:pt x="20" y="189"/>
                        <a:pt x="0" y="198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114" name="Line 23"/>
              <p:cNvSpPr>
                <a:spLocks noChangeShapeType="1"/>
              </p:cNvSpPr>
              <p:nvPr/>
            </p:nvSpPr>
            <p:spPr bwMode="auto">
              <a:xfrm>
                <a:off x="2696890" y="3960813"/>
                <a:ext cx="47672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5" name="Line 24"/>
              <p:cNvSpPr>
                <a:spLocks noChangeShapeType="1"/>
              </p:cNvSpPr>
              <p:nvPr/>
            </p:nvSpPr>
            <p:spPr bwMode="auto">
              <a:xfrm>
                <a:off x="6408465" y="5957888"/>
                <a:ext cx="0" cy="8128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6" name="Line 25"/>
              <p:cNvSpPr>
                <a:spLocks noChangeShapeType="1"/>
              </p:cNvSpPr>
              <p:nvPr/>
            </p:nvSpPr>
            <p:spPr bwMode="auto">
              <a:xfrm flipH="1">
                <a:off x="1701528" y="6030913"/>
                <a:ext cx="0" cy="7397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7" name="Line 26"/>
              <p:cNvSpPr>
                <a:spLocks noChangeShapeType="1"/>
              </p:cNvSpPr>
              <p:nvPr/>
            </p:nvSpPr>
            <p:spPr bwMode="auto">
              <a:xfrm>
                <a:off x="1701528" y="6770688"/>
                <a:ext cx="472916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18" name="Text Box 27"/>
              <p:cNvSpPr txBox="1">
                <a:spLocks noChangeArrowheads="1"/>
              </p:cNvSpPr>
              <p:nvPr/>
            </p:nvSpPr>
            <p:spPr bwMode="auto">
              <a:xfrm>
                <a:off x="1695891" y="5790191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19" name="Text Box 28"/>
              <p:cNvSpPr txBox="1">
                <a:spLocks noChangeArrowheads="1"/>
              </p:cNvSpPr>
              <p:nvPr/>
            </p:nvSpPr>
            <p:spPr bwMode="auto">
              <a:xfrm>
                <a:off x="3684337" y="5660740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0" name="Text Box 29"/>
              <p:cNvSpPr txBox="1">
                <a:spLocks noChangeArrowheads="1"/>
              </p:cNvSpPr>
              <p:nvPr/>
            </p:nvSpPr>
            <p:spPr bwMode="auto">
              <a:xfrm>
                <a:off x="2884386" y="3898476"/>
                <a:ext cx="63277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+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1" name="Text Box 30"/>
              <p:cNvSpPr txBox="1">
                <a:spLocks noChangeArrowheads="1"/>
              </p:cNvSpPr>
              <p:nvPr/>
            </p:nvSpPr>
            <p:spPr bwMode="auto">
              <a:xfrm>
                <a:off x="3136245" y="4973450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22" name="Text Box 31"/>
              <p:cNvSpPr txBox="1">
                <a:spLocks noChangeArrowheads="1"/>
              </p:cNvSpPr>
              <p:nvPr/>
            </p:nvSpPr>
            <p:spPr bwMode="auto">
              <a:xfrm>
                <a:off x="2400813" y="5140376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5" name="Text Box 32"/>
              <p:cNvSpPr txBox="1">
                <a:spLocks noChangeArrowheads="1"/>
              </p:cNvSpPr>
              <p:nvPr/>
            </p:nvSpPr>
            <p:spPr bwMode="auto">
              <a:xfrm>
                <a:off x="2899680" y="4730404"/>
                <a:ext cx="591142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dirty="0">
                    <a:solidFill>
                      <a:srgbClr val="FF3300"/>
                    </a:solidFill>
                  </a:rPr>
                  <a:t>–</a:t>
                </a:r>
                <a:endParaRPr lang="en-US" altLang="zh-CN" sz="1800" b="1" dirty="0">
                  <a:solidFill>
                    <a:srgbClr val="FF3300"/>
                  </a:solidFill>
                </a:endParaRPr>
              </a:p>
            </p:txBody>
          </p:sp>
          <p:sp>
            <p:nvSpPr>
              <p:cNvPr id="196" name="Line 34"/>
              <p:cNvSpPr>
                <a:spLocks noChangeShapeType="1"/>
              </p:cNvSpPr>
              <p:nvPr/>
            </p:nvSpPr>
            <p:spPr bwMode="auto">
              <a:xfrm>
                <a:off x="5543352" y="6598586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7" name="Line 35"/>
              <p:cNvSpPr>
                <a:spLocks noChangeShapeType="1"/>
              </p:cNvSpPr>
              <p:nvPr/>
            </p:nvSpPr>
            <p:spPr bwMode="auto">
              <a:xfrm>
                <a:off x="5543352" y="5995057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198" name="Line 39"/>
              <p:cNvSpPr>
                <a:spLocks noChangeShapeType="1"/>
              </p:cNvSpPr>
              <p:nvPr/>
            </p:nvSpPr>
            <p:spPr bwMode="auto">
              <a:xfrm>
                <a:off x="5538737" y="3796489"/>
                <a:ext cx="44760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1" name="Line 45"/>
              <p:cNvSpPr>
                <a:spLocks noChangeShapeType="1"/>
              </p:cNvSpPr>
              <p:nvPr/>
            </p:nvSpPr>
            <p:spPr bwMode="auto">
              <a:xfrm>
                <a:off x="3695428" y="6167438"/>
                <a:ext cx="4729163" cy="11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02" name="Line 46"/>
              <p:cNvSpPr>
                <a:spLocks noChangeShapeType="1"/>
              </p:cNvSpPr>
              <p:nvPr/>
            </p:nvSpPr>
            <p:spPr bwMode="auto">
              <a:xfrm>
                <a:off x="3695428" y="6030913"/>
                <a:ext cx="0" cy="1476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2800"/>
              </a:p>
            </p:txBody>
          </p:sp>
          <p:sp>
            <p:nvSpPr>
              <p:cNvPr id="203" name="Oval 47"/>
              <p:cNvSpPr>
                <a:spLocks noChangeArrowheads="1"/>
              </p:cNvSpPr>
              <p:nvPr/>
            </p:nvSpPr>
            <p:spPr bwMode="auto">
              <a:xfrm>
                <a:off x="2661965" y="5218113"/>
                <a:ext cx="73025" cy="74613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  <p:grpSp>
            <p:nvGrpSpPr>
              <p:cNvPr id="204" name="Group 48"/>
              <p:cNvGrpSpPr/>
              <p:nvPr/>
            </p:nvGrpSpPr>
            <p:grpSpPr bwMode="auto">
              <a:xfrm>
                <a:off x="5794401" y="3960813"/>
                <a:ext cx="3188021" cy="2246313"/>
                <a:chOff x="3475" y="2112"/>
                <a:chExt cx="2071" cy="1458"/>
              </a:xfrm>
            </p:grpSpPr>
            <p:sp>
              <p:nvSpPr>
                <p:cNvPr id="214" name="Rectangle 49"/>
                <p:cNvSpPr>
                  <a:spLocks noChangeArrowheads="1"/>
                </p:cNvSpPr>
                <p:nvPr/>
              </p:nvSpPr>
              <p:spPr bwMode="auto">
                <a:xfrm>
                  <a:off x="4528" y="2608"/>
                  <a:ext cx="62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dirty="0">
                      <a:solidFill>
                        <a:srgbClr val="0000CC"/>
                      </a:solidFill>
                    </a:rPr>
                    <a:t>N</a:t>
                  </a:r>
                  <a:r>
                    <a:rPr lang="en-US" altLang="zh-CN" sz="2800" b="1" dirty="0">
                      <a:solidFill>
                        <a:srgbClr val="0000CC"/>
                      </a:solidFill>
                      <a:sym typeface="Symbol" panose="05050102010706020507" pitchFamily="18" charset="2"/>
                    </a:rPr>
                    <a:t></a:t>
                  </a:r>
                  <a:endParaRPr lang="en-US" altLang="zh-CN" sz="2800" b="1" dirty="0">
                    <a:solidFill>
                      <a:srgbClr val="0000CC"/>
                    </a:solidFill>
                  </a:endParaRPr>
                </a:p>
              </p:txBody>
            </p:sp>
            <p:sp>
              <p:nvSpPr>
                <p:cNvPr id="215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2650"/>
                  <a:ext cx="0" cy="27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6" name="Line 51"/>
                <p:cNvSpPr>
                  <a:spLocks noChangeShapeType="1"/>
                </p:cNvSpPr>
                <p:nvPr/>
              </p:nvSpPr>
              <p:spPr bwMode="auto">
                <a:xfrm flipH="1" flipV="1">
                  <a:off x="4558" y="2112"/>
                  <a:ext cx="2" cy="3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17" name="Group 52"/>
                <p:cNvGrpSpPr/>
                <p:nvPr/>
              </p:nvGrpSpPr>
              <p:grpSpPr bwMode="auto">
                <a:xfrm rot="-372678">
                  <a:off x="3819" y="3038"/>
                  <a:ext cx="789" cy="274"/>
                  <a:chOff x="3813" y="2988"/>
                  <a:chExt cx="789" cy="274"/>
                </a:xfrm>
              </p:grpSpPr>
              <p:sp>
                <p:nvSpPr>
                  <p:cNvPr id="237" name="Line 53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4422" y="2821"/>
                    <a:ext cx="13" cy="34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8" name="Line 5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986" y="3089"/>
                    <a:ext cx="0" cy="3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18" name="Line 55"/>
                <p:cNvSpPr>
                  <a:spLocks noChangeShapeType="1"/>
                </p:cNvSpPr>
                <p:nvPr/>
              </p:nvSpPr>
              <p:spPr bwMode="auto">
                <a:xfrm>
                  <a:off x="5184" y="3408"/>
                  <a:ext cx="0" cy="16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19" name="Rectangle 56"/>
                <p:cNvSpPr>
                  <a:spLocks noChangeArrowheads="1"/>
                </p:cNvSpPr>
                <p:nvPr/>
              </p:nvSpPr>
              <p:spPr bwMode="auto">
                <a:xfrm>
                  <a:off x="3920" y="2131"/>
                  <a:ext cx="629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U</a:t>
                  </a:r>
                  <a:endParaRPr lang="en-US" altLang="zh-CN" sz="2800" b="1" dirty="0"/>
                </a:p>
              </p:txBody>
            </p:sp>
            <p:sp>
              <p:nvSpPr>
                <p:cNvPr id="220" name="Rectangle 57"/>
                <p:cNvSpPr>
                  <a:spLocks noChangeArrowheads="1"/>
                </p:cNvSpPr>
                <p:nvPr/>
              </p:nvSpPr>
              <p:spPr bwMode="auto">
                <a:xfrm>
                  <a:off x="4851" y="2852"/>
                  <a:ext cx="695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V</a:t>
                  </a:r>
                  <a:endParaRPr lang="en-US" altLang="zh-CN" sz="2800" b="1" dirty="0"/>
                </a:p>
              </p:txBody>
            </p:sp>
            <p:sp>
              <p:nvSpPr>
                <p:cNvPr id="221" name="Rectangle 58"/>
                <p:cNvSpPr>
                  <a:spLocks noChangeArrowheads="1"/>
                </p:cNvSpPr>
                <p:nvPr/>
              </p:nvSpPr>
              <p:spPr bwMode="auto">
                <a:xfrm>
                  <a:off x="3475" y="2895"/>
                  <a:ext cx="701" cy="44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square" anchor="ctr">
                  <a:spAutoFit/>
                </a:bodyPr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 sz="2800" b="1" i="1" dirty="0"/>
                    <a:t>R</a:t>
                  </a:r>
                  <a:r>
                    <a:rPr lang="en-US" altLang="zh-CN" sz="2800" b="1" baseline="-25000" dirty="0"/>
                    <a:t>W</a:t>
                  </a:r>
                  <a:endParaRPr lang="en-US" altLang="zh-CN" sz="2800" b="1" dirty="0"/>
                </a:p>
              </p:txBody>
            </p:sp>
            <p:grpSp>
              <p:nvGrpSpPr>
                <p:cNvPr id="222" name="Group 59"/>
                <p:cNvGrpSpPr/>
                <p:nvPr/>
              </p:nvGrpSpPr>
              <p:grpSpPr bwMode="auto">
                <a:xfrm>
                  <a:off x="4459" y="2443"/>
                  <a:ext cx="199" cy="202"/>
                  <a:chOff x="4896" y="2537"/>
                  <a:chExt cx="192" cy="187"/>
                </a:xfrm>
              </p:grpSpPr>
              <p:sp>
                <p:nvSpPr>
                  <p:cNvPr id="234" name="Oval 6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6" name="Line 6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3" name="Line 63"/>
                <p:cNvSpPr>
                  <a:spLocks noChangeShapeType="1"/>
                </p:cNvSpPr>
                <p:nvPr/>
              </p:nvSpPr>
              <p:spPr bwMode="auto">
                <a:xfrm rot="7703719">
                  <a:off x="4679" y="2866"/>
                  <a:ext cx="1" cy="29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24" name="Line 64"/>
                <p:cNvSpPr>
                  <a:spLocks noChangeShapeType="1"/>
                </p:cNvSpPr>
                <p:nvPr/>
              </p:nvSpPr>
              <p:spPr bwMode="auto">
                <a:xfrm rot="7703719" flipV="1">
                  <a:off x="5053" y="3157"/>
                  <a:ext cx="0" cy="31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grpSp>
              <p:nvGrpSpPr>
                <p:cNvPr id="225" name="Group 65"/>
                <p:cNvGrpSpPr/>
                <p:nvPr/>
              </p:nvGrpSpPr>
              <p:grpSpPr bwMode="auto">
                <a:xfrm>
                  <a:off x="4752" y="3057"/>
                  <a:ext cx="199" cy="202"/>
                  <a:chOff x="4896" y="2537"/>
                  <a:chExt cx="192" cy="187"/>
                </a:xfrm>
              </p:grpSpPr>
              <p:sp>
                <p:nvSpPr>
                  <p:cNvPr id="231" name="Oval 66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32" name="Line 67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3" name="Line 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grpSp>
              <p:nvGrpSpPr>
                <p:cNvPr id="226" name="Group 69"/>
                <p:cNvGrpSpPr/>
                <p:nvPr/>
              </p:nvGrpSpPr>
              <p:grpSpPr bwMode="auto">
                <a:xfrm>
                  <a:off x="4128" y="3072"/>
                  <a:ext cx="199" cy="202"/>
                  <a:chOff x="4896" y="2537"/>
                  <a:chExt cx="192" cy="187"/>
                </a:xfrm>
              </p:grpSpPr>
              <p:sp>
                <p:nvSpPr>
                  <p:cNvPr id="228" name="Oval 70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 sz="2800"/>
                  </a:p>
                </p:txBody>
              </p:sp>
              <p:sp>
                <p:nvSpPr>
                  <p:cNvPr id="229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  <p:sp>
                <p:nvSpPr>
                  <p:cNvPr id="230" name="Line 7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zh-CN" altLang="en-US" sz="2800"/>
                  </a:p>
                </p:txBody>
              </p:sp>
            </p:grpSp>
            <p:sp>
              <p:nvSpPr>
                <p:cNvPr id="227" name="Oval 73"/>
                <p:cNvSpPr>
                  <a:spLocks noChangeArrowheads="1"/>
                </p:cNvSpPr>
                <p:nvPr/>
              </p:nvSpPr>
              <p:spPr bwMode="auto">
                <a:xfrm>
                  <a:off x="4534" y="2906"/>
                  <a:ext cx="48" cy="4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</p:grpSp>
          <p:sp>
            <p:nvSpPr>
              <p:cNvPr id="205" name="Text Box 74"/>
              <p:cNvSpPr txBox="1">
                <a:spLocks noChangeArrowheads="1"/>
              </p:cNvSpPr>
              <p:nvPr/>
            </p:nvSpPr>
            <p:spPr bwMode="auto">
              <a:xfrm>
                <a:off x="2055077" y="365221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06" name="Text Box 75"/>
              <p:cNvSpPr txBox="1">
                <a:spLocks noChangeArrowheads="1"/>
              </p:cNvSpPr>
              <p:nvPr/>
            </p:nvSpPr>
            <p:spPr bwMode="auto">
              <a:xfrm>
                <a:off x="920715" y="5713731"/>
                <a:ext cx="882551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W</a:t>
                </a:r>
                <a:endParaRPr lang="en-US" altLang="zh-CN" sz="2800" b="1" dirty="0"/>
              </a:p>
            </p:txBody>
          </p:sp>
          <p:sp>
            <p:nvSpPr>
              <p:cNvPr id="207" name="Text Box 76"/>
              <p:cNvSpPr txBox="1">
                <a:spLocks noChangeArrowheads="1"/>
              </p:cNvSpPr>
              <p:nvPr/>
            </p:nvSpPr>
            <p:spPr bwMode="auto">
              <a:xfrm>
                <a:off x="3055676" y="5899121"/>
                <a:ext cx="721235" cy="68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33CC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dirty="0"/>
                  <a:t>V</a:t>
                </a:r>
                <a:endParaRPr lang="en-US" altLang="zh-CN" sz="2800" b="1" dirty="0"/>
              </a:p>
            </p:txBody>
          </p:sp>
          <p:graphicFrame>
            <p:nvGraphicFramePr>
              <p:cNvPr id="208" name="Object 28"/>
              <p:cNvGraphicFramePr>
                <a:graphicFrameLocks noChangeAspect="1"/>
              </p:cNvGraphicFramePr>
              <p:nvPr/>
            </p:nvGraphicFramePr>
            <p:xfrm>
              <a:off x="5131128" y="3414304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2772" name="Equation" r:id="rId1" imgW="4572000" imgH="5791200" progId="Equation.DSMT4">
                      <p:embed/>
                    </p:oleObj>
                  </mc:Choice>
                  <mc:Fallback>
                    <p:oleObj name="Equation" r:id="rId1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31128" y="3414304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09" name="Object 28"/>
              <p:cNvGraphicFramePr>
                <a:graphicFrameLocks noChangeAspect="1"/>
              </p:cNvGraphicFramePr>
              <p:nvPr/>
            </p:nvGraphicFramePr>
            <p:xfrm>
              <a:off x="5120155" y="5621338"/>
              <a:ext cx="469900" cy="5857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2773" name="Equation" r:id="rId3" imgW="4572000" imgH="5791200" progId="Equation.DSMT4">
                      <p:embed/>
                    </p:oleObj>
                  </mc:Choice>
                  <mc:Fallback>
                    <p:oleObj name="Equation" r:id="rId3" imgW="4572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20155" y="5621338"/>
                            <a:ext cx="469900" cy="585788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0" name="Object 28"/>
              <p:cNvGraphicFramePr>
                <a:graphicFrameLocks noChangeAspect="1"/>
              </p:cNvGraphicFramePr>
              <p:nvPr/>
            </p:nvGraphicFramePr>
            <p:xfrm>
              <a:off x="5113338" y="6218238"/>
              <a:ext cx="53181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2774" name="Equation" r:id="rId5" imgW="5181600" imgH="5791200" progId="Equation.DSMT4">
                      <p:embed/>
                    </p:oleObj>
                  </mc:Choice>
                  <mc:Fallback>
                    <p:oleObj name="Equation" r:id="rId5" imgW="51816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13338" y="6218238"/>
                            <a:ext cx="53181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1" name="Object 28"/>
              <p:cNvGraphicFramePr>
                <a:graphicFrameLocks noChangeAspect="1"/>
              </p:cNvGraphicFramePr>
              <p:nvPr/>
            </p:nvGraphicFramePr>
            <p:xfrm>
              <a:off x="2935839" y="4425783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2775" name="Equation" r:id="rId7" imgW="5486400" imgH="5791200" progId="Equation.DSMT4">
                      <p:embed/>
                    </p:oleObj>
                  </mc:Choice>
                  <mc:Fallback>
                    <p:oleObj name="Equation" r:id="rId7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35839" y="4425783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2" name="Object 28"/>
              <p:cNvGraphicFramePr>
                <a:graphicFrameLocks noChangeAspect="1"/>
              </p:cNvGraphicFramePr>
              <p:nvPr/>
            </p:nvGraphicFramePr>
            <p:xfrm>
              <a:off x="3622064" y="5319716"/>
              <a:ext cx="563562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2776" name="Equation" r:id="rId9" imgW="5486400" imgH="5791200" progId="Equation.DSMT4">
                      <p:embed/>
                    </p:oleObj>
                  </mc:Choice>
                  <mc:Fallback>
                    <p:oleObj name="Equation" r:id="rId9" imgW="54864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622064" y="5319716"/>
                            <a:ext cx="563562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13" name="Object 28"/>
              <p:cNvGraphicFramePr>
                <a:graphicFrameLocks noChangeAspect="1"/>
              </p:cNvGraphicFramePr>
              <p:nvPr/>
            </p:nvGraphicFramePr>
            <p:xfrm>
              <a:off x="2219012" y="5567870"/>
              <a:ext cx="627061" cy="5857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92777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219012" y="5567870"/>
                            <a:ext cx="627061" cy="58578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45" name="Line 40"/>
            <p:cNvSpPr>
              <a:spLocks noChangeShapeType="1"/>
            </p:cNvSpPr>
            <p:nvPr/>
          </p:nvSpPr>
          <p:spPr bwMode="auto">
            <a:xfrm flipH="1" flipV="1">
              <a:off x="9417516" y="4618067"/>
              <a:ext cx="409806" cy="72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aphicFrame>
          <p:nvGraphicFramePr>
            <p:cNvPr id="146" name="Object 41"/>
            <p:cNvGraphicFramePr>
              <a:graphicFrameLocks noChangeAspect="1"/>
            </p:cNvGraphicFramePr>
            <p:nvPr/>
          </p:nvGraphicFramePr>
          <p:xfrm>
            <a:off x="9500775" y="4196789"/>
            <a:ext cx="268966" cy="423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2778" name="Equation" r:id="rId13" imgW="154305" imgH="199390" progId="Equation.3">
                    <p:embed/>
                  </p:oleObj>
                </mc:Choice>
                <mc:Fallback>
                  <p:oleObj name="Equation" r:id="rId13" imgW="154305" imgH="199390" progId="Equation.3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500775" y="4196789"/>
                          <a:ext cx="268966" cy="423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6" name="Rectangle 56"/>
            <p:cNvSpPr>
              <a:spLocks noChangeArrowheads="1"/>
            </p:cNvSpPr>
            <p:nvPr/>
          </p:nvSpPr>
          <p:spPr bwMode="auto">
            <a:xfrm>
              <a:off x="9788915" y="4293537"/>
              <a:ext cx="577576" cy="523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Z</a:t>
              </a:r>
              <a:r>
                <a:rPr lang="en-US" altLang="zh-CN" sz="2800" b="1" baseline="-25000" dirty="0"/>
                <a:t>N</a:t>
              </a:r>
              <a:endParaRPr lang="en-US" altLang="zh-CN" sz="2800" b="1" dirty="0"/>
            </a:p>
          </p:txBody>
        </p:sp>
        <p:sp>
          <p:nvSpPr>
            <p:cNvPr id="84" name="Rectangle 28"/>
            <p:cNvSpPr>
              <a:spLocks noChangeArrowheads="1"/>
            </p:cNvSpPr>
            <p:nvPr/>
          </p:nvSpPr>
          <p:spPr bwMode="auto">
            <a:xfrm rot="16200000">
              <a:off x="9500049" y="4618718"/>
              <a:ext cx="179388" cy="36988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en-US" altLang="zh-CN" sz="2800" b="1"/>
            </a:p>
          </p:txBody>
        </p:sp>
      </p:grpSp>
      <p:sp>
        <p:nvSpPr>
          <p:cNvPr id="92" name="Text Box 11"/>
          <p:cNvSpPr txBox="1">
            <a:spLocks noChangeArrowheads="1"/>
          </p:cNvSpPr>
          <p:nvPr/>
        </p:nvSpPr>
        <p:spPr bwMode="auto">
          <a:xfrm>
            <a:off x="1590316" y="4555086"/>
            <a:ext cx="281303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93" name="Text Box 11"/>
          <p:cNvSpPr txBox="1">
            <a:spLocks noChangeArrowheads="1"/>
          </p:cNvSpPr>
          <p:nvPr/>
        </p:nvSpPr>
        <p:spPr bwMode="auto">
          <a:xfrm>
            <a:off x="1132641" y="3486104"/>
            <a:ext cx="341026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(3)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97" name="Object 25"/>
          <p:cNvGraphicFramePr>
            <a:graphicFrameLocks noChangeAspect="1"/>
          </p:cNvGraphicFramePr>
          <p:nvPr/>
        </p:nvGraphicFramePr>
        <p:xfrm>
          <a:off x="4319795" y="4126008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2779" name="Equation" r:id="rId15" imgW="16154400" imgH="5791200" progId="Equation.DSMT4">
                  <p:embed/>
                </p:oleObj>
              </mc:Choice>
              <mc:Fallback>
                <p:oleObj name="Equation" r:id="rId15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19795" y="4126008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8" name="Text Box 11"/>
          <p:cNvSpPr txBox="1">
            <a:spLocks noChangeArrowheads="1"/>
          </p:cNvSpPr>
          <p:nvPr/>
        </p:nvSpPr>
        <p:spPr bwMode="auto">
          <a:xfrm>
            <a:off x="1599723" y="4045513"/>
            <a:ext cx="234600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50"/>
                </a:solidFill>
              </a:rPr>
              <a:t>中性线有阻抗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pSp>
        <p:nvGrpSpPr>
          <p:cNvPr id="99" name="组合 98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100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101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2780" name="Equation" r:id="rId17" imgW="47853600" imgH="6096000" progId="Equation.DSMT4">
                    <p:embed/>
                  </p:oleObj>
                </mc:Choice>
                <mc:Fallback>
                  <p:oleObj name="Equation" r:id="rId17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aphicFrame>
        <p:nvGraphicFramePr>
          <p:cNvPr id="90" name="Object 5"/>
          <p:cNvGraphicFramePr>
            <a:graphicFrameLocks noChangeAspect="1"/>
          </p:cNvGraphicFramePr>
          <p:nvPr/>
        </p:nvGraphicFramePr>
        <p:xfrm>
          <a:off x="4019352" y="4817089"/>
          <a:ext cx="2652712" cy="1258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2781" name="Equation" r:id="rId19" imgW="43586400" imgH="20726400" progId="Equation.DSMT4">
                  <p:embed/>
                </p:oleObj>
              </mc:Choice>
              <mc:Fallback>
                <p:oleObj name="Equation" r:id="rId19" imgW="435864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19352" y="4817089"/>
                        <a:ext cx="2652712" cy="1258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1" name="Text Box 179"/>
          <p:cNvSpPr txBox="1">
            <a:spLocks noChangeArrowheads="1"/>
          </p:cNvSpPr>
          <p:nvPr/>
        </p:nvSpPr>
        <p:spPr bwMode="auto">
          <a:xfrm>
            <a:off x="1919536" y="6188304"/>
            <a:ext cx="8103655" cy="560923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三相负载不对称，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中性线有阻抗，每相独立计算法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123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21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 animBg="1"/>
      <p:bldP spid="123" grpId="0" animBg="1" autoUpdateAnimBg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103" name="组合 102"/>
          <p:cNvGrpSpPr/>
          <p:nvPr/>
        </p:nvGrpSpPr>
        <p:grpSpPr>
          <a:xfrm>
            <a:off x="7105853" y="3450104"/>
            <a:ext cx="4966811" cy="2571184"/>
            <a:chOff x="920715" y="3414304"/>
            <a:chExt cx="8061707" cy="3389721"/>
          </a:xfrm>
        </p:grpSpPr>
        <p:sp>
          <p:nvSpPr>
            <p:cNvPr id="104" name="Rectangle 4"/>
            <p:cNvSpPr>
              <a:spLocks noChangeArrowheads="1"/>
            </p:cNvSpPr>
            <p:nvPr/>
          </p:nvSpPr>
          <p:spPr bwMode="auto">
            <a:xfrm>
              <a:off x="2196432" y="4773207"/>
              <a:ext cx="409973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/>
                <a:t>N</a:t>
              </a:r>
              <a:endParaRPr lang="en-US" altLang="zh-CN" sz="2800" b="1"/>
            </a:p>
          </p:txBody>
        </p:sp>
        <p:sp>
          <p:nvSpPr>
            <p:cNvPr id="105" name="Freeform 5"/>
            <p:cNvSpPr/>
            <p:nvPr/>
          </p:nvSpPr>
          <p:spPr bwMode="auto">
            <a:xfrm>
              <a:off x="2703240" y="4479925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6" name="Freeform 6"/>
            <p:cNvSpPr/>
            <p:nvPr/>
          </p:nvSpPr>
          <p:spPr bwMode="auto">
            <a:xfrm>
              <a:off x="2703240" y="4678363"/>
              <a:ext cx="109538" cy="201613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2 h 198"/>
                <a:gd name="T6" fmla="*/ 0 w 140"/>
                <a:gd name="T7" fmla="*/ 127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7" name="Line 7"/>
            <p:cNvSpPr>
              <a:spLocks noChangeShapeType="1"/>
            </p:cNvSpPr>
            <p:nvPr/>
          </p:nvSpPr>
          <p:spPr bwMode="auto">
            <a:xfrm>
              <a:off x="2712765" y="4870450"/>
              <a:ext cx="0" cy="3778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8" name="Line 8"/>
            <p:cNvSpPr>
              <a:spLocks noChangeShapeType="1"/>
            </p:cNvSpPr>
            <p:nvPr/>
          </p:nvSpPr>
          <p:spPr bwMode="auto">
            <a:xfrm>
              <a:off x="2712765" y="3960813"/>
              <a:ext cx="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09" name="Freeform 9"/>
            <p:cNvSpPr/>
            <p:nvPr/>
          </p:nvSpPr>
          <p:spPr bwMode="auto">
            <a:xfrm>
              <a:off x="2703240" y="4291013"/>
              <a:ext cx="109538" cy="198438"/>
            </a:xfrm>
            <a:custGeom>
              <a:avLst/>
              <a:gdLst>
                <a:gd name="T0" fmla="*/ 0 w 140"/>
                <a:gd name="T1" fmla="*/ 0 h 198"/>
                <a:gd name="T2" fmla="*/ 59 w 140"/>
                <a:gd name="T3" fmla="*/ 38 h 198"/>
                <a:gd name="T4" fmla="*/ 59 w 140"/>
                <a:gd name="T5" fmla="*/ 91 h 198"/>
                <a:gd name="T6" fmla="*/ 0 w 140"/>
                <a:gd name="T7" fmla="*/ 125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98">
                  <a:moveTo>
                    <a:pt x="0" y="0"/>
                  </a:moveTo>
                  <a:cubicBezTo>
                    <a:pt x="50" y="18"/>
                    <a:pt x="100" y="36"/>
                    <a:pt x="120" y="60"/>
                  </a:cubicBezTo>
                  <a:cubicBezTo>
                    <a:pt x="140" y="84"/>
                    <a:pt x="140" y="121"/>
                    <a:pt x="120" y="144"/>
                  </a:cubicBezTo>
                  <a:cubicBezTo>
                    <a:pt x="100" y="167"/>
                    <a:pt x="20" y="189"/>
                    <a:pt x="0" y="198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grpSp>
          <p:nvGrpSpPr>
            <p:cNvPr id="110" name="Group 10"/>
            <p:cNvGrpSpPr/>
            <p:nvPr/>
          </p:nvGrpSpPr>
          <p:grpSpPr bwMode="auto">
            <a:xfrm rot="582578">
              <a:off x="2661965" y="5435600"/>
              <a:ext cx="1135063" cy="447675"/>
              <a:chOff x="1268" y="2993"/>
              <a:chExt cx="738" cy="291"/>
            </a:xfrm>
          </p:grpSpPr>
          <p:sp>
            <p:nvSpPr>
              <p:cNvPr id="244" name="Freeform 11"/>
              <p:cNvSpPr/>
              <p:nvPr/>
            </p:nvSpPr>
            <p:spPr bwMode="auto">
              <a:xfrm rot="-3659485">
                <a:off x="1617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5" name="Freeform 12"/>
              <p:cNvSpPr/>
              <p:nvPr/>
            </p:nvSpPr>
            <p:spPr bwMode="auto">
              <a:xfrm rot="-3659485">
                <a:off x="1726" y="3113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6" name="Line 13"/>
              <p:cNvSpPr>
                <a:spLocks noChangeShapeType="1"/>
              </p:cNvSpPr>
              <p:nvPr/>
            </p:nvSpPr>
            <p:spPr bwMode="auto">
              <a:xfrm rot="-3659485">
                <a:off x="1889" y="3166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7" name="Line 14"/>
              <p:cNvSpPr>
                <a:spLocks noChangeShapeType="1"/>
              </p:cNvSpPr>
              <p:nvPr/>
            </p:nvSpPr>
            <p:spPr bwMode="auto">
              <a:xfrm rot="-3659485">
                <a:off x="1386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8" name="Freeform 15"/>
              <p:cNvSpPr/>
              <p:nvPr/>
            </p:nvSpPr>
            <p:spPr bwMode="auto">
              <a:xfrm rot="-3659485">
                <a:off x="1514" y="2990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grpSp>
          <p:nvGrpSpPr>
            <p:cNvPr id="111" name="Group 16"/>
            <p:cNvGrpSpPr/>
            <p:nvPr/>
          </p:nvGrpSpPr>
          <p:grpSpPr bwMode="auto">
            <a:xfrm rot="20941958">
              <a:off x="1626915" y="5403850"/>
              <a:ext cx="1154113" cy="439738"/>
              <a:chOff x="548" y="2993"/>
              <a:chExt cx="750" cy="285"/>
            </a:xfrm>
          </p:grpSpPr>
          <p:sp>
            <p:nvSpPr>
              <p:cNvPr id="239" name="Freeform 17"/>
              <p:cNvSpPr/>
              <p:nvPr/>
            </p:nvSpPr>
            <p:spPr bwMode="auto">
              <a:xfrm rot="3659485" flipH="1">
                <a:off x="875" y="3051"/>
                <a:ext cx="73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0" name="Freeform 18"/>
              <p:cNvSpPr/>
              <p:nvPr/>
            </p:nvSpPr>
            <p:spPr bwMode="auto">
              <a:xfrm rot="3659485" flipH="1">
                <a:off x="767" y="3113"/>
                <a:ext cx="74" cy="124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8 h 198"/>
                  <a:gd name="T4" fmla="*/ 63 w 140"/>
                  <a:gd name="T5" fmla="*/ 90 h 198"/>
                  <a:gd name="T6" fmla="*/ 0 w 140"/>
                  <a:gd name="T7" fmla="*/ 124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1" name="Line 19"/>
              <p:cNvSpPr>
                <a:spLocks noChangeShapeType="1"/>
              </p:cNvSpPr>
              <p:nvPr/>
            </p:nvSpPr>
            <p:spPr bwMode="auto">
              <a:xfrm rot="3659485" flipH="1">
                <a:off x="666" y="3160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2" name="Line 20"/>
              <p:cNvSpPr>
                <a:spLocks noChangeShapeType="1"/>
              </p:cNvSpPr>
              <p:nvPr/>
            </p:nvSpPr>
            <p:spPr bwMode="auto">
              <a:xfrm rot="3659485" flipH="1">
                <a:off x="1181" y="2875"/>
                <a:ext cx="0" cy="2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43" name="Freeform 21"/>
              <p:cNvSpPr/>
              <p:nvPr/>
            </p:nvSpPr>
            <p:spPr bwMode="auto">
              <a:xfrm rot="3659485" flipH="1">
                <a:off x="979" y="2990"/>
                <a:ext cx="74" cy="123"/>
              </a:xfrm>
              <a:custGeom>
                <a:avLst/>
                <a:gdLst>
                  <a:gd name="T0" fmla="*/ 0 w 140"/>
                  <a:gd name="T1" fmla="*/ 0 h 198"/>
                  <a:gd name="T2" fmla="*/ 63 w 140"/>
                  <a:gd name="T3" fmla="*/ 37 h 198"/>
                  <a:gd name="T4" fmla="*/ 63 w 140"/>
                  <a:gd name="T5" fmla="*/ 89 h 198"/>
                  <a:gd name="T6" fmla="*/ 0 w 140"/>
                  <a:gd name="T7" fmla="*/ 123 h 1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98">
                    <a:moveTo>
                      <a:pt x="0" y="0"/>
                    </a:moveTo>
                    <a:cubicBezTo>
                      <a:pt x="50" y="18"/>
                      <a:pt x="100" y="36"/>
                      <a:pt x="120" y="60"/>
                    </a:cubicBezTo>
                    <a:cubicBezTo>
                      <a:pt x="140" y="84"/>
                      <a:pt x="140" y="121"/>
                      <a:pt x="120" y="144"/>
                    </a:cubicBezTo>
                    <a:cubicBezTo>
                      <a:pt x="100" y="167"/>
                      <a:pt x="20" y="189"/>
                      <a:pt x="0" y="198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</p:grpSp>
        <p:sp>
          <p:nvSpPr>
            <p:cNvPr id="114" name="Line 23"/>
            <p:cNvSpPr>
              <a:spLocks noChangeShapeType="1"/>
            </p:cNvSpPr>
            <p:nvPr/>
          </p:nvSpPr>
          <p:spPr bwMode="auto">
            <a:xfrm>
              <a:off x="2696890" y="3960813"/>
              <a:ext cx="4767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5" name="Line 24"/>
            <p:cNvSpPr>
              <a:spLocks noChangeShapeType="1"/>
            </p:cNvSpPr>
            <p:nvPr/>
          </p:nvSpPr>
          <p:spPr bwMode="auto">
            <a:xfrm>
              <a:off x="6408465" y="5957888"/>
              <a:ext cx="0" cy="8128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6" name="Line 25"/>
            <p:cNvSpPr>
              <a:spLocks noChangeShapeType="1"/>
            </p:cNvSpPr>
            <p:nvPr/>
          </p:nvSpPr>
          <p:spPr bwMode="auto">
            <a:xfrm flipH="1">
              <a:off x="1701528" y="6030913"/>
              <a:ext cx="0" cy="739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7" name="Line 26"/>
            <p:cNvSpPr>
              <a:spLocks noChangeShapeType="1"/>
            </p:cNvSpPr>
            <p:nvPr/>
          </p:nvSpPr>
          <p:spPr bwMode="auto">
            <a:xfrm>
              <a:off x="1701528" y="6770688"/>
              <a:ext cx="4729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18" name="Text Box 27"/>
            <p:cNvSpPr txBox="1">
              <a:spLocks noChangeArrowheads="1"/>
            </p:cNvSpPr>
            <p:nvPr/>
          </p:nvSpPr>
          <p:spPr bwMode="auto">
            <a:xfrm>
              <a:off x="1695891" y="5790191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19" name="Text Box 28"/>
            <p:cNvSpPr txBox="1">
              <a:spLocks noChangeArrowheads="1"/>
            </p:cNvSpPr>
            <p:nvPr/>
          </p:nvSpPr>
          <p:spPr bwMode="auto">
            <a:xfrm>
              <a:off x="3684337" y="5660740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0" name="Text Box 29"/>
            <p:cNvSpPr txBox="1">
              <a:spLocks noChangeArrowheads="1"/>
            </p:cNvSpPr>
            <p:nvPr/>
          </p:nvSpPr>
          <p:spPr bwMode="auto">
            <a:xfrm>
              <a:off x="2884386" y="3898476"/>
              <a:ext cx="63277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+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1" name="Text Box 30"/>
            <p:cNvSpPr txBox="1">
              <a:spLocks noChangeArrowheads="1"/>
            </p:cNvSpPr>
            <p:nvPr/>
          </p:nvSpPr>
          <p:spPr bwMode="auto">
            <a:xfrm>
              <a:off x="3136245" y="4973450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22" name="Text Box 31"/>
            <p:cNvSpPr txBox="1">
              <a:spLocks noChangeArrowheads="1"/>
            </p:cNvSpPr>
            <p:nvPr/>
          </p:nvSpPr>
          <p:spPr bwMode="auto">
            <a:xfrm>
              <a:off x="2400813" y="5140376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95" name="Text Box 32"/>
            <p:cNvSpPr txBox="1">
              <a:spLocks noChangeArrowheads="1"/>
            </p:cNvSpPr>
            <p:nvPr/>
          </p:nvSpPr>
          <p:spPr bwMode="auto">
            <a:xfrm>
              <a:off x="2899680" y="4730404"/>
              <a:ext cx="591142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dirty="0">
                  <a:solidFill>
                    <a:srgbClr val="FF3300"/>
                  </a:solidFill>
                </a:rPr>
                <a:t>–</a:t>
              </a:r>
              <a:endParaRPr lang="en-US" altLang="zh-CN" sz="1800" b="1" dirty="0">
                <a:solidFill>
                  <a:srgbClr val="FF3300"/>
                </a:solidFill>
              </a:endParaRPr>
            </a:p>
          </p:txBody>
        </p:sp>
        <p:sp>
          <p:nvSpPr>
            <p:cNvPr id="196" name="Line 34"/>
            <p:cNvSpPr>
              <a:spLocks noChangeShapeType="1"/>
            </p:cNvSpPr>
            <p:nvPr/>
          </p:nvSpPr>
          <p:spPr bwMode="auto">
            <a:xfrm>
              <a:off x="5543352" y="6598586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97" name="Line 35"/>
            <p:cNvSpPr>
              <a:spLocks noChangeShapeType="1"/>
            </p:cNvSpPr>
            <p:nvPr/>
          </p:nvSpPr>
          <p:spPr bwMode="auto">
            <a:xfrm>
              <a:off x="5543352" y="5995057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198" name="Line 39"/>
            <p:cNvSpPr>
              <a:spLocks noChangeShapeType="1"/>
            </p:cNvSpPr>
            <p:nvPr/>
          </p:nvSpPr>
          <p:spPr bwMode="auto">
            <a:xfrm>
              <a:off x="5538737" y="3796489"/>
              <a:ext cx="44760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1" name="Line 45"/>
            <p:cNvSpPr>
              <a:spLocks noChangeShapeType="1"/>
            </p:cNvSpPr>
            <p:nvPr/>
          </p:nvSpPr>
          <p:spPr bwMode="auto">
            <a:xfrm>
              <a:off x="3695428" y="6167438"/>
              <a:ext cx="4729163" cy="11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2800"/>
            </a:p>
          </p:txBody>
        </p:sp>
        <p:sp>
          <p:nvSpPr>
            <p:cNvPr id="202" name="Line 46"/>
            <p:cNvSpPr>
              <a:spLocks noChangeShapeType="1"/>
            </p:cNvSpPr>
            <p:nvPr/>
          </p:nvSpPr>
          <p:spPr bwMode="auto">
            <a:xfrm>
              <a:off x="3695428" y="6030913"/>
              <a:ext cx="0" cy="1476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2800"/>
            </a:p>
          </p:txBody>
        </p:sp>
        <p:sp>
          <p:nvSpPr>
            <p:cNvPr id="203" name="Oval 47"/>
            <p:cNvSpPr>
              <a:spLocks noChangeArrowheads="1"/>
            </p:cNvSpPr>
            <p:nvPr/>
          </p:nvSpPr>
          <p:spPr bwMode="auto">
            <a:xfrm>
              <a:off x="2661965" y="5218113"/>
              <a:ext cx="73025" cy="7461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/>
            </a:p>
          </p:txBody>
        </p:sp>
        <p:grpSp>
          <p:nvGrpSpPr>
            <p:cNvPr id="204" name="Group 48"/>
            <p:cNvGrpSpPr/>
            <p:nvPr/>
          </p:nvGrpSpPr>
          <p:grpSpPr bwMode="auto">
            <a:xfrm>
              <a:off x="5794401" y="3960813"/>
              <a:ext cx="3188021" cy="2246313"/>
              <a:chOff x="3475" y="2112"/>
              <a:chExt cx="2071" cy="1458"/>
            </a:xfrm>
          </p:grpSpPr>
          <p:sp>
            <p:nvSpPr>
              <p:cNvPr id="214" name="Rectangle 49"/>
              <p:cNvSpPr>
                <a:spLocks noChangeArrowheads="1"/>
              </p:cNvSpPr>
              <p:nvPr/>
            </p:nvSpPr>
            <p:spPr bwMode="auto">
              <a:xfrm>
                <a:off x="4528" y="2608"/>
                <a:ext cx="62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dirty="0">
                    <a:solidFill>
                      <a:srgbClr val="0000CC"/>
                    </a:solidFill>
                  </a:rPr>
                  <a:t>N</a:t>
                </a:r>
                <a:r>
                  <a:rPr lang="en-US" altLang="zh-CN" sz="2800" b="1" dirty="0">
                    <a:solidFill>
                      <a:srgbClr val="0000CC"/>
                    </a:solidFill>
                    <a:sym typeface="Symbol" panose="05050102010706020507" pitchFamily="18" charset="2"/>
                  </a:rPr>
                  <a:t></a:t>
                </a:r>
                <a:endParaRPr lang="en-US" altLang="zh-CN" sz="2800" b="1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215" name="Line 50"/>
              <p:cNvSpPr>
                <a:spLocks noChangeShapeType="1"/>
              </p:cNvSpPr>
              <p:nvPr/>
            </p:nvSpPr>
            <p:spPr bwMode="auto">
              <a:xfrm>
                <a:off x="4558" y="2650"/>
                <a:ext cx="0" cy="27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16" name="Line 51"/>
              <p:cNvSpPr>
                <a:spLocks noChangeShapeType="1"/>
              </p:cNvSpPr>
              <p:nvPr/>
            </p:nvSpPr>
            <p:spPr bwMode="auto">
              <a:xfrm flipH="1" flipV="1">
                <a:off x="4558" y="2112"/>
                <a:ext cx="2" cy="3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217" name="Group 52"/>
              <p:cNvGrpSpPr/>
              <p:nvPr/>
            </p:nvGrpSpPr>
            <p:grpSpPr bwMode="auto">
              <a:xfrm rot="-372678">
                <a:off x="3819" y="3038"/>
                <a:ext cx="789" cy="274"/>
                <a:chOff x="3813" y="2988"/>
                <a:chExt cx="789" cy="274"/>
              </a:xfrm>
            </p:grpSpPr>
            <p:sp>
              <p:nvSpPr>
                <p:cNvPr id="237" name="Line 53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4422" y="2821"/>
                  <a:ext cx="13" cy="34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38" name="Line 54"/>
                <p:cNvSpPr>
                  <a:spLocks noChangeShapeType="1"/>
                </p:cNvSpPr>
                <p:nvPr/>
              </p:nvSpPr>
              <p:spPr bwMode="auto">
                <a:xfrm rot="-7079317" flipH="1" flipV="1">
                  <a:off x="3986" y="3089"/>
                  <a:ext cx="0" cy="3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218" name="Line 55"/>
              <p:cNvSpPr>
                <a:spLocks noChangeShapeType="1"/>
              </p:cNvSpPr>
              <p:nvPr/>
            </p:nvSpPr>
            <p:spPr bwMode="auto">
              <a:xfrm>
                <a:off x="5184" y="3408"/>
                <a:ext cx="0" cy="16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19" name="Rectangle 56"/>
              <p:cNvSpPr>
                <a:spLocks noChangeArrowheads="1"/>
              </p:cNvSpPr>
              <p:nvPr/>
            </p:nvSpPr>
            <p:spPr bwMode="auto">
              <a:xfrm>
                <a:off x="3920" y="2131"/>
                <a:ext cx="629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U</a:t>
                </a:r>
                <a:endParaRPr lang="en-US" altLang="zh-CN" sz="2800" b="1" dirty="0"/>
              </a:p>
            </p:txBody>
          </p:sp>
          <p:sp>
            <p:nvSpPr>
              <p:cNvPr id="220" name="Rectangle 57"/>
              <p:cNvSpPr>
                <a:spLocks noChangeArrowheads="1"/>
              </p:cNvSpPr>
              <p:nvPr/>
            </p:nvSpPr>
            <p:spPr bwMode="auto">
              <a:xfrm>
                <a:off x="4851" y="2852"/>
                <a:ext cx="695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V</a:t>
                </a:r>
                <a:endParaRPr lang="en-US" altLang="zh-CN" sz="2800" b="1" dirty="0"/>
              </a:p>
            </p:txBody>
          </p:sp>
          <p:sp>
            <p:nvSpPr>
              <p:cNvPr id="221" name="Rectangle 58"/>
              <p:cNvSpPr>
                <a:spLocks noChangeArrowheads="1"/>
              </p:cNvSpPr>
              <p:nvPr/>
            </p:nvSpPr>
            <p:spPr bwMode="auto">
              <a:xfrm>
                <a:off x="3475" y="2895"/>
                <a:ext cx="701" cy="4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800" b="1" i="1" dirty="0"/>
                  <a:t>R</a:t>
                </a:r>
                <a:r>
                  <a:rPr lang="en-US" altLang="zh-CN" sz="2800" b="1" baseline="-25000" dirty="0"/>
                  <a:t>W</a:t>
                </a:r>
                <a:endParaRPr lang="en-US" altLang="zh-CN" sz="2800" b="1" dirty="0"/>
              </a:p>
            </p:txBody>
          </p:sp>
          <p:grpSp>
            <p:nvGrpSpPr>
              <p:cNvPr id="222" name="Group 59"/>
              <p:cNvGrpSpPr/>
              <p:nvPr/>
            </p:nvGrpSpPr>
            <p:grpSpPr bwMode="auto">
              <a:xfrm>
                <a:off x="4459" y="2443"/>
                <a:ext cx="199" cy="202"/>
                <a:chOff x="4896" y="2537"/>
                <a:chExt cx="192" cy="187"/>
              </a:xfrm>
            </p:grpSpPr>
            <p:sp>
              <p:nvSpPr>
                <p:cNvPr id="234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235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36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223" name="Line 63"/>
              <p:cNvSpPr>
                <a:spLocks noChangeShapeType="1"/>
              </p:cNvSpPr>
              <p:nvPr/>
            </p:nvSpPr>
            <p:spPr bwMode="auto">
              <a:xfrm rot="7703719">
                <a:off x="4679" y="2866"/>
                <a:ext cx="1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sp>
            <p:nvSpPr>
              <p:cNvPr id="224" name="Line 64"/>
              <p:cNvSpPr>
                <a:spLocks noChangeShapeType="1"/>
              </p:cNvSpPr>
              <p:nvPr/>
            </p:nvSpPr>
            <p:spPr bwMode="auto">
              <a:xfrm rot="7703719" flipV="1">
                <a:off x="5053" y="3157"/>
                <a:ext cx="0" cy="3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2800"/>
              </a:p>
            </p:txBody>
          </p:sp>
          <p:grpSp>
            <p:nvGrpSpPr>
              <p:cNvPr id="225" name="Group 65"/>
              <p:cNvGrpSpPr/>
              <p:nvPr/>
            </p:nvGrpSpPr>
            <p:grpSpPr bwMode="auto">
              <a:xfrm>
                <a:off x="4752" y="3057"/>
                <a:ext cx="199" cy="202"/>
                <a:chOff x="4896" y="2537"/>
                <a:chExt cx="192" cy="187"/>
              </a:xfrm>
            </p:grpSpPr>
            <p:sp>
              <p:nvSpPr>
                <p:cNvPr id="231" name="Oval 6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232" name="Line 6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33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grpSp>
            <p:nvGrpSpPr>
              <p:cNvPr id="226" name="Group 69"/>
              <p:cNvGrpSpPr/>
              <p:nvPr/>
            </p:nvGrpSpPr>
            <p:grpSpPr bwMode="auto">
              <a:xfrm>
                <a:off x="4128" y="3072"/>
                <a:ext cx="199" cy="202"/>
                <a:chOff x="4896" y="2537"/>
                <a:chExt cx="192" cy="187"/>
              </a:xfrm>
            </p:grpSpPr>
            <p:sp>
              <p:nvSpPr>
                <p:cNvPr id="228" name="Oval 7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2800"/>
                </a:p>
              </p:txBody>
            </p:sp>
            <p:sp>
              <p:nvSpPr>
                <p:cNvPr id="229" name="Line 7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  <p:sp>
              <p:nvSpPr>
                <p:cNvPr id="230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2800"/>
                </a:p>
              </p:txBody>
            </p:sp>
          </p:grpSp>
          <p:sp>
            <p:nvSpPr>
              <p:cNvPr id="227" name="Oval 73"/>
              <p:cNvSpPr>
                <a:spLocks noChangeArrowheads="1"/>
              </p:cNvSpPr>
              <p:nvPr/>
            </p:nvSpPr>
            <p:spPr bwMode="auto">
              <a:xfrm>
                <a:off x="4534" y="290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800"/>
              </a:p>
            </p:txBody>
          </p:sp>
        </p:grpSp>
        <p:sp>
          <p:nvSpPr>
            <p:cNvPr id="205" name="Text Box 74"/>
            <p:cNvSpPr txBox="1">
              <a:spLocks noChangeArrowheads="1"/>
            </p:cNvSpPr>
            <p:nvPr/>
          </p:nvSpPr>
          <p:spPr bwMode="auto">
            <a:xfrm>
              <a:off x="2055077" y="365221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U</a:t>
              </a:r>
              <a:endParaRPr lang="en-US" altLang="zh-CN" sz="2800" b="1" dirty="0"/>
            </a:p>
          </p:txBody>
        </p:sp>
        <p:sp>
          <p:nvSpPr>
            <p:cNvPr id="206" name="Text Box 75"/>
            <p:cNvSpPr txBox="1">
              <a:spLocks noChangeArrowheads="1"/>
            </p:cNvSpPr>
            <p:nvPr/>
          </p:nvSpPr>
          <p:spPr bwMode="auto">
            <a:xfrm>
              <a:off x="920715" y="5713731"/>
              <a:ext cx="882551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W</a:t>
              </a:r>
              <a:endParaRPr lang="en-US" altLang="zh-CN" sz="2800" b="1" dirty="0"/>
            </a:p>
          </p:txBody>
        </p:sp>
        <p:sp>
          <p:nvSpPr>
            <p:cNvPr id="207" name="Text Box 76"/>
            <p:cNvSpPr txBox="1">
              <a:spLocks noChangeArrowheads="1"/>
            </p:cNvSpPr>
            <p:nvPr/>
          </p:nvSpPr>
          <p:spPr bwMode="auto">
            <a:xfrm>
              <a:off x="3055676" y="5899121"/>
              <a:ext cx="721235" cy="689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800" b="1" dirty="0"/>
                <a:t>V</a:t>
              </a:r>
              <a:endParaRPr lang="en-US" altLang="zh-CN" sz="2800" b="1" dirty="0"/>
            </a:p>
          </p:txBody>
        </p:sp>
        <p:graphicFrame>
          <p:nvGraphicFramePr>
            <p:cNvPr id="208" name="Object 28"/>
            <p:cNvGraphicFramePr>
              <a:graphicFrameLocks noChangeAspect="1"/>
            </p:cNvGraphicFramePr>
            <p:nvPr/>
          </p:nvGraphicFramePr>
          <p:xfrm>
            <a:off x="5131128" y="3414304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0" name="Equation" r:id="rId1" imgW="4572000" imgH="5791200" progId="Equation.DSMT4">
                    <p:embed/>
                  </p:oleObj>
                </mc:Choice>
                <mc:Fallback>
                  <p:oleObj name="Equation" r:id="rId1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1128" y="3414304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9" name="Object 28"/>
            <p:cNvGraphicFramePr>
              <a:graphicFrameLocks noChangeAspect="1"/>
            </p:cNvGraphicFramePr>
            <p:nvPr/>
          </p:nvGraphicFramePr>
          <p:xfrm>
            <a:off x="5120155" y="5621338"/>
            <a:ext cx="469900" cy="585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1" name="Equation" r:id="rId3" imgW="4572000" imgH="5791200" progId="Equation.DSMT4">
                    <p:embed/>
                  </p:oleObj>
                </mc:Choice>
                <mc:Fallback>
                  <p:oleObj name="Equation" r:id="rId3" imgW="4572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20155" y="5621338"/>
                          <a:ext cx="469900" cy="585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0" name="Object 28"/>
            <p:cNvGraphicFramePr>
              <a:graphicFrameLocks noChangeAspect="1"/>
            </p:cNvGraphicFramePr>
            <p:nvPr/>
          </p:nvGraphicFramePr>
          <p:xfrm>
            <a:off x="5113338" y="6218238"/>
            <a:ext cx="53181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2" name="Equation" r:id="rId5" imgW="5181600" imgH="5791200" progId="Equation.DSMT4">
                    <p:embed/>
                  </p:oleObj>
                </mc:Choice>
                <mc:Fallback>
                  <p:oleObj name="Equation" r:id="rId5" imgW="51816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13338" y="6218238"/>
                          <a:ext cx="53181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1" name="Object 28"/>
            <p:cNvGraphicFramePr>
              <a:graphicFrameLocks noChangeAspect="1"/>
            </p:cNvGraphicFramePr>
            <p:nvPr/>
          </p:nvGraphicFramePr>
          <p:xfrm>
            <a:off x="2935839" y="4425783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3" name="Equation" r:id="rId7" imgW="5486400" imgH="5791200" progId="Equation.DSMT4">
                    <p:embed/>
                  </p:oleObj>
                </mc:Choice>
                <mc:Fallback>
                  <p:oleObj name="Equation" r:id="rId7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35839" y="4425783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2" name="Object 28"/>
            <p:cNvGraphicFramePr>
              <a:graphicFrameLocks noChangeAspect="1"/>
            </p:cNvGraphicFramePr>
            <p:nvPr/>
          </p:nvGraphicFramePr>
          <p:xfrm>
            <a:off x="3622064" y="5319716"/>
            <a:ext cx="563562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4" name="Equation" r:id="rId9" imgW="5486400" imgH="5791200" progId="Equation.DSMT4">
                    <p:embed/>
                  </p:oleObj>
                </mc:Choice>
                <mc:Fallback>
                  <p:oleObj name="Equation" r:id="rId9" imgW="54864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22064" y="5319716"/>
                          <a:ext cx="563562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3" name="Object 28"/>
            <p:cNvGraphicFramePr>
              <a:graphicFrameLocks noChangeAspect="1"/>
            </p:cNvGraphicFramePr>
            <p:nvPr/>
          </p:nvGraphicFramePr>
          <p:xfrm>
            <a:off x="2219012" y="5567870"/>
            <a:ext cx="627061" cy="5857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5" name="Equation" r:id="rId11" imgW="6096000" imgH="5791200" progId="Equation.DSMT4">
                    <p:embed/>
                  </p:oleObj>
                </mc:Choice>
                <mc:Fallback>
                  <p:oleObj name="Equation" r:id="rId11" imgW="6096000" imgH="57912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19012" y="5567870"/>
                          <a:ext cx="627061" cy="58578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9" name="组合 98"/>
          <p:cNvGrpSpPr/>
          <p:nvPr/>
        </p:nvGrpSpPr>
        <p:grpSpPr>
          <a:xfrm>
            <a:off x="479376" y="836712"/>
            <a:ext cx="11089232" cy="2751522"/>
            <a:chOff x="479376" y="836712"/>
            <a:chExt cx="11089232" cy="2751522"/>
          </a:xfrm>
        </p:grpSpPr>
        <p:sp>
          <p:nvSpPr>
            <p:cNvPr id="100" name="Text Box 81"/>
            <p:cNvSpPr txBox="1">
              <a:spLocks noChangeArrowheads="1"/>
            </p:cNvSpPr>
            <p:nvPr/>
          </p:nvSpPr>
          <p:spPr bwMode="auto">
            <a:xfrm>
              <a:off x="479376" y="836712"/>
              <a:ext cx="11089232" cy="27515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>
                  <a:solidFill>
                    <a:srgbClr val="0000FF"/>
                  </a:solidFill>
                </a:rPr>
                <a:t>例</a:t>
              </a:r>
              <a:r>
                <a:rPr lang="en-US" altLang="zh-CN" sz="2800" b="1" dirty="0">
                  <a:solidFill>
                    <a:srgbClr val="0000FF"/>
                  </a:solidFill>
                </a:rPr>
                <a:t>5</a:t>
              </a:r>
              <a:r>
                <a:rPr lang="zh-CN" altLang="en-US" sz="2800" b="1" dirty="0">
                  <a:solidFill>
                    <a:srgbClr val="0000FF"/>
                  </a:solidFill>
                </a:rPr>
                <a:t>：</a:t>
              </a:r>
              <a:r>
                <a:rPr lang="zh-CN" altLang="en-US" sz="2800" b="1" dirty="0"/>
                <a:t>一星形联结的三相四线制电路，电源电压对称。电源线电压</a:t>
              </a:r>
              <a:endParaRPr lang="en-US" altLang="zh-CN" sz="2800" b="1" dirty="0"/>
            </a:p>
            <a:p>
              <a:pPr marL="901700" indent="-901700" eaLnBrk="1" hangingPunct="1">
                <a:lnSpc>
                  <a:spcPct val="120000"/>
                </a:lnSpc>
              </a:pPr>
              <a:r>
                <a:rPr lang="zh-CN" altLang="en-US" sz="2800" b="1" dirty="0"/>
                <a:t>                                                             。负载为电灯组</a:t>
              </a:r>
              <a:endParaRPr lang="en-US" altLang="zh-CN" sz="2800" b="1" dirty="0"/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(1)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 = 5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，求线电流及中性线电流 </a:t>
              </a:r>
              <a:r>
                <a:rPr lang="en-US" altLang="zh-CN" sz="3200" b="1" i="1" dirty="0">
                  <a:sym typeface="Symbol" panose="05050102010706020507" pitchFamily="18" charset="2"/>
                </a:rPr>
                <a:t>I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 </a:t>
              </a:r>
              <a:r>
                <a:rPr lang="zh-CN" altLang="en-US" sz="2800" b="1" dirty="0">
                  <a:sym typeface="Symbol" panose="05050102010706020507" pitchFamily="18" charset="2"/>
                </a:rPr>
                <a:t>；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/>
                <a:t>(2) </a:t>
              </a:r>
              <a:r>
                <a:rPr lang="zh-CN" altLang="en-US" sz="2800" b="1" dirty="0"/>
                <a:t>若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U</a:t>
              </a:r>
              <a:r>
                <a:rPr lang="en-US" altLang="zh-CN" sz="2800" b="1" dirty="0"/>
                <a:t>=5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V</a:t>
              </a:r>
              <a:r>
                <a:rPr lang="en-US" altLang="zh-CN" sz="2800" b="1" dirty="0"/>
                <a:t>=10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 </a:t>
              </a:r>
              <a:r>
                <a:rPr lang="en-US" altLang="zh-CN" sz="2800" b="1" i="1" dirty="0"/>
                <a:t>R</a:t>
              </a:r>
              <a:r>
                <a:rPr lang="en-US" altLang="zh-CN" sz="2800" b="1" baseline="-25000" dirty="0"/>
                <a:t>W</a:t>
              </a:r>
              <a:r>
                <a:rPr lang="en-US" altLang="zh-CN" sz="2800" b="1" dirty="0"/>
                <a:t>=20 </a:t>
              </a:r>
              <a:r>
                <a:rPr lang="en-US" altLang="zh-CN" sz="2800" b="1" dirty="0">
                  <a:sym typeface="Symbol" panose="05050102010706020507" pitchFamily="18" charset="2"/>
                </a:rPr>
                <a:t> , 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中性线上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</a:t>
              </a:r>
              <a:endParaRPr lang="en-US" altLang="zh-CN" sz="2800" b="1" dirty="0">
                <a:sym typeface="Symbol" panose="05050102010706020507" pitchFamily="18" charset="2"/>
              </a:endParaRPr>
            </a:p>
            <a:p>
              <a:pPr indent="901700" eaLnBrk="1" hangingPunct="1">
                <a:lnSpc>
                  <a:spcPct val="120000"/>
                </a:lnSpc>
              </a:pPr>
              <a:r>
                <a:rPr lang="en-US" altLang="zh-CN" sz="2800" b="1" dirty="0">
                  <a:sym typeface="Symbol" panose="05050102010706020507" pitchFamily="18" charset="2"/>
                </a:rPr>
                <a:t>(3)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</a:t>
              </a:r>
              <a:r>
                <a:rPr lang="en-US" altLang="zh-CN" sz="2800" b="1" dirty="0">
                  <a:sym typeface="Symbol" panose="05050102010706020507" pitchFamily="18" charset="2"/>
                </a:rPr>
                <a:t>Z</a:t>
              </a:r>
              <a:r>
                <a:rPr lang="en-US" altLang="zh-CN" sz="2800" b="1" baseline="-25000" dirty="0">
                  <a:sym typeface="Symbol" panose="05050102010706020507" pitchFamily="18" charset="2"/>
                </a:rPr>
                <a:t>N</a:t>
              </a:r>
              <a:r>
                <a:rPr lang="en-US" altLang="zh-CN" sz="2800" b="1" dirty="0">
                  <a:sym typeface="Symbol" panose="05050102010706020507" pitchFamily="18" charset="2"/>
                </a:rPr>
                <a:t>=20 </a:t>
              </a:r>
              <a:r>
                <a:rPr lang="zh-CN" altLang="en-US" sz="2800" b="1" dirty="0">
                  <a:sym typeface="Symbol" panose="05050102010706020507" pitchFamily="18" charset="2"/>
                </a:rPr>
                <a:t>呢？   </a:t>
              </a:r>
              <a:r>
                <a:rPr lang="en-US" altLang="zh-CN" sz="2800" b="1" dirty="0">
                  <a:sym typeface="Symbol" panose="05050102010706020507" pitchFamily="18" charset="2"/>
                </a:rPr>
                <a:t>(4) </a:t>
              </a:r>
              <a:r>
                <a:rPr lang="zh-CN" altLang="en-US" sz="2800" b="1" dirty="0">
                  <a:sym typeface="Symbol" panose="05050102010706020507" pitchFamily="18" charset="2"/>
                </a:rPr>
                <a:t>若</a:t>
              </a:r>
              <a:r>
                <a:rPr lang="en-US" altLang="zh-CN" sz="2800" b="1" dirty="0">
                  <a:sym typeface="Symbol" panose="05050102010706020507" pitchFamily="18" charset="2"/>
                </a:rPr>
                <a:t>(2)</a:t>
              </a:r>
              <a:r>
                <a:rPr lang="zh-CN" altLang="en-US" sz="2800" b="1" dirty="0">
                  <a:sym typeface="Symbol" panose="05050102010706020507" pitchFamily="18" charset="2"/>
                </a:rPr>
                <a:t>中，三相三线制呢？</a:t>
              </a:r>
              <a:endParaRPr lang="zh-CN" altLang="en-US" sz="2800" b="1" dirty="0"/>
            </a:p>
          </p:txBody>
        </p:sp>
        <p:graphicFrame>
          <p:nvGraphicFramePr>
            <p:cNvPr id="101" name="Object 9"/>
            <p:cNvGraphicFramePr>
              <a:graphicFrameLocks noChangeAspect="1"/>
            </p:cNvGraphicFramePr>
            <p:nvPr/>
          </p:nvGraphicFramePr>
          <p:xfrm>
            <a:off x="1462026" y="1420631"/>
            <a:ext cx="4519974" cy="522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3716" name="Equation" r:id="rId13" imgW="47853600" imgH="6096000" progId="Equation.DSMT4">
                    <p:embed/>
                  </p:oleObj>
                </mc:Choice>
                <mc:Fallback>
                  <p:oleObj name="Equation" r:id="rId13" imgW="47853600" imgH="6096000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62026" y="1420631"/>
                          <a:ext cx="4519974" cy="522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" name="Text Box 10"/>
          <p:cNvSpPr txBox="1">
            <a:spLocks noChangeArrowheads="1"/>
          </p:cNvSpPr>
          <p:nvPr/>
        </p:nvSpPr>
        <p:spPr bwMode="auto">
          <a:xfrm>
            <a:off x="484569" y="3520862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123" name="AutoShape 8" descr="40%"/>
          <p:cNvSpPr>
            <a:spLocks noChangeArrowheads="1"/>
          </p:cNvSpPr>
          <p:nvPr/>
        </p:nvSpPr>
        <p:spPr bwMode="auto">
          <a:xfrm>
            <a:off x="24958" y="5898678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5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graphicFrame>
        <p:nvGraphicFramePr>
          <p:cNvPr id="94" name="Object 5"/>
          <p:cNvGraphicFramePr>
            <a:graphicFrameLocks noChangeAspect="1"/>
          </p:cNvGraphicFramePr>
          <p:nvPr/>
        </p:nvGraphicFramePr>
        <p:xfrm>
          <a:off x="4247666" y="4759371"/>
          <a:ext cx="2151062" cy="1258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3717" name="Equation" r:id="rId16" imgW="35356800" imgH="20726400" progId="Equation.DSMT4">
                  <p:embed/>
                </p:oleObj>
              </mc:Choice>
              <mc:Fallback>
                <p:oleObj name="Equation" r:id="rId16" imgW="353568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47666" y="4759371"/>
                        <a:ext cx="2151062" cy="1258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5" name="Text Box 179"/>
          <p:cNvSpPr txBox="1">
            <a:spLocks noChangeArrowheads="1"/>
          </p:cNvSpPr>
          <p:nvPr/>
        </p:nvSpPr>
        <p:spPr bwMode="auto">
          <a:xfrm>
            <a:off x="1926772" y="6197814"/>
            <a:ext cx="8015907" cy="560923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ffectLst/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楷体_GB2312"/>
              </a:rPr>
              <a:t>三相负载不对称，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楷体_GB2312"/>
              </a:rPr>
              <a:t>三相三线制，每相独立计算法</a:t>
            </a:r>
            <a:endParaRPr kumimoji="1" lang="zh-CN" altLang="en-US" sz="2800" b="1" dirty="0">
              <a:latin typeface="Times New Roman" panose="02020603050405020304" pitchFamily="18" charset="0"/>
              <a:ea typeface="楷体_GB2312"/>
            </a:endParaRPr>
          </a:p>
        </p:txBody>
      </p:sp>
      <p:sp>
        <p:nvSpPr>
          <p:cNvPr id="96" name="Text Box 11"/>
          <p:cNvSpPr txBox="1">
            <a:spLocks noChangeArrowheads="1"/>
          </p:cNvSpPr>
          <p:nvPr/>
        </p:nvSpPr>
        <p:spPr bwMode="auto">
          <a:xfrm>
            <a:off x="1663821" y="4581128"/>
            <a:ext cx="281303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F0"/>
                </a:solidFill>
              </a:rPr>
              <a:t>每相独立计算法</a:t>
            </a:r>
            <a:endParaRPr lang="zh-CN" altLang="en-US" sz="2800" b="1" dirty="0">
              <a:solidFill>
                <a:srgbClr val="00B0F0"/>
              </a:solidFill>
            </a:endParaRPr>
          </a:p>
        </p:txBody>
      </p:sp>
      <p:sp>
        <p:nvSpPr>
          <p:cNvPr id="124" name="Text Box 11"/>
          <p:cNvSpPr txBox="1">
            <a:spLocks noChangeArrowheads="1"/>
          </p:cNvSpPr>
          <p:nvPr/>
        </p:nvSpPr>
        <p:spPr bwMode="auto">
          <a:xfrm>
            <a:off x="1184443" y="3430577"/>
            <a:ext cx="3410263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en-US" altLang="zh-CN" sz="2800" b="1" dirty="0">
                <a:solidFill>
                  <a:srgbClr val="C00000"/>
                </a:solidFill>
              </a:rPr>
              <a:t>(4) </a:t>
            </a:r>
            <a:r>
              <a:rPr lang="zh-CN" altLang="en-US" sz="2800" b="1" dirty="0">
                <a:solidFill>
                  <a:srgbClr val="C00000"/>
                </a:solidFill>
              </a:rPr>
              <a:t>三相负载不对称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  <p:graphicFrame>
        <p:nvGraphicFramePr>
          <p:cNvPr id="125" name="Object 25"/>
          <p:cNvGraphicFramePr>
            <a:graphicFrameLocks noChangeAspect="1"/>
          </p:cNvGraphicFramePr>
          <p:nvPr/>
        </p:nvGraphicFramePr>
        <p:xfrm>
          <a:off x="4049262" y="4057284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3718" name="Equation" r:id="rId18" imgW="16154400" imgH="5791200" progId="Equation.DSMT4">
                  <p:embed/>
                </p:oleObj>
              </mc:Choice>
              <mc:Fallback>
                <p:oleObj name="Equation" r:id="rId18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49262" y="4057284"/>
                        <a:ext cx="1546225" cy="549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6" name="Text Box 11"/>
          <p:cNvSpPr txBox="1">
            <a:spLocks noChangeArrowheads="1"/>
          </p:cNvSpPr>
          <p:nvPr/>
        </p:nvSpPr>
        <p:spPr bwMode="auto">
          <a:xfrm>
            <a:off x="1707117" y="4051907"/>
            <a:ext cx="2346001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ts val="0"/>
              </a:spcBef>
            </a:pPr>
            <a:r>
              <a:rPr lang="zh-CN" altLang="en-US" sz="2800" b="1" dirty="0">
                <a:solidFill>
                  <a:srgbClr val="00B050"/>
                </a:solidFill>
              </a:rPr>
              <a:t>三相三线制</a:t>
            </a:r>
            <a:endParaRPr lang="zh-CN" altLang="en-US" sz="2800" b="1" dirty="0">
              <a:solidFill>
                <a:srgbClr val="00B05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animBg="1" autoUpdateAnimBg="0"/>
      <p:bldP spid="95" grpId="0" animBg="1"/>
      <p:bldP spid="96" grpId="0"/>
      <p:bldP spid="124" grpId="0"/>
      <p:bldP spid="126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9" name="Object 7"/>
          <p:cNvGraphicFramePr>
            <a:graphicFrameLocks noChangeAspect="1"/>
          </p:cNvGraphicFramePr>
          <p:nvPr/>
        </p:nvGraphicFramePr>
        <p:xfrm>
          <a:off x="10101758" y="859682"/>
          <a:ext cx="1466850" cy="1273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8071" name="剪辑" r:id="rId1" imgW="952500" imgH="828675" progId="MS_ClipArt_Gallery.2">
                  <p:embed/>
                </p:oleObj>
              </mc:Choice>
              <mc:Fallback>
                <p:oleObj name="剪辑" r:id="rId1" imgW="952500" imgH="828675" progId="MS_ClipArt_Gallery.2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101758" y="859682"/>
                        <a:ext cx="1466850" cy="1273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" name="AutoShape 8" descr="40%"/>
          <p:cNvSpPr>
            <a:spLocks noChangeArrowheads="1"/>
          </p:cNvSpPr>
          <p:nvPr/>
        </p:nvSpPr>
        <p:spPr bwMode="auto">
          <a:xfrm>
            <a:off x="551384" y="1067516"/>
            <a:ext cx="1965325" cy="838200"/>
          </a:xfrm>
          <a:prstGeom prst="cloudCallout">
            <a:avLst>
              <a:gd name="adj1" fmla="val 67931"/>
              <a:gd name="adj2" fmla="val 77273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51384" y="3742698"/>
            <a:ext cx="11017224" cy="1076961"/>
            <a:chOff x="-972616" y="3873705"/>
            <a:chExt cx="11017224" cy="1076961"/>
          </a:xfrm>
        </p:grpSpPr>
        <p:sp>
          <p:nvSpPr>
            <p:cNvPr id="7" name="Rectangle 2"/>
            <p:cNvSpPr>
              <a:spLocks noChangeArrowheads="1"/>
            </p:cNvSpPr>
            <p:nvPr/>
          </p:nvSpPr>
          <p:spPr bwMode="auto">
            <a:xfrm>
              <a:off x="-972616" y="3873705"/>
              <a:ext cx="11017224" cy="10769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538480" indent="-538480" eaLnBrk="1" hangingPunct="1">
                <a:lnSpc>
                  <a:spcPct val="120000"/>
                </a:lnSpc>
              </a:pPr>
              <a:r>
                <a:rPr lang="en-US" altLang="zh-CN" sz="2800" b="1" kern="0" dirty="0">
                  <a:solidFill>
                    <a:srgbClr val="0000FF"/>
                  </a:solidFill>
                </a:rPr>
                <a:t>(2) </a:t>
              </a:r>
              <a:r>
                <a:rPr lang="zh-CN" altLang="en-US" sz="2800" b="1" kern="0" dirty="0">
                  <a:solidFill>
                    <a:srgbClr val="0000FF"/>
                  </a:solidFill>
                </a:rPr>
                <a:t>不对称三相负载：</a:t>
              </a:r>
              <a:r>
                <a:rPr lang="zh-CN" altLang="en-US" sz="2800" b="1" kern="0" dirty="0">
                  <a:solidFill>
                    <a:srgbClr val="FF0000"/>
                  </a:solidFill>
                </a:rPr>
                <a:t>每相独立计算法</a:t>
              </a:r>
              <a:r>
                <a:rPr lang="zh-CN" altLang="en-US" sz="2800" b="1" kern="0" dirty="0"/>
                <a:t>。求取节点电压         后再进行计算</a:t>
              </a:r>
              <a:endParaRPr lang="zh-CN" altLang="en-US" sz="2800" b="1" dirty="0">
                <a:ea typeface="楷体_GB2312" pitchFamily="49" charset="-122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aphicFrame>
          <p:nvGraphicFramePr>
            <p:cNvPr id="9" name="Object 25"/>
            <p:cNvGraphicFramePr>
              <a:graphicFrameLocks noChangeAspect="1"/>
            </p:cNvGraphicFramePr>
            <p:nvPr/>
          </p:nvGraphicFramePr>
          <p:xfrm>
            <a:off x="7581900" y="3907670"/>
            <a:ext cx="730250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18072" name="Equation" r:id="rId4" imgW="7620000" imgH="5791200" progId="Equation.DSMT4">
                    <p:embed/>
                  </p:oleObj>
                </mc:Choice>
                <mc:Fallback>
                  <p:oleObj name="Equation" r:id="rId4" imgW="76200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81900" y="3907670"/>
                          <a:ext cx="730250" cy="549275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" name="Rectangle 2"/>
          <p:cNvSpPr>
            <a:spLocks noChangeArrowheads="1"/>
          </p:cNvSpPr>
          <p:nvPr/>
        </p:nvSpPr>
        <p:spPr bwMode="auto">
          <a:xfrm>
            <a:off x="1127449" y="4840962"/>
            <a:ext cx="3067105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zh-CN" altLang="en-US" sz="2800" b="1" kern="0" dirty="0">
                <a:solidFill>
                  <a:srgbClr val="C00000"/>
                </a:solidFill>
              </a:rPr>
              <a:t>① 中性线无阻抗：</a:t>
            </a:r>
            <a:endParaRPr lang="zh-CN" altLang="en-US" sz="2800" b="1" dirty="0">
              <a:solidFill>
                <a:srgbClr val="C00000"/>
              </a:solidFill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1" name="Rectangle 2"/>
          <p:cNvSpPr>
            <a:spLocks noChangeArrowheads="1"/>
          </p:cNvSpPr>
          <p:nvPr/>
        </p:nvSpPr>
        <p:spPr bwMode="auto">
          <a:xfrm>
            <a:off x="1127448" y="5373216"/>
            <a:ext cx="3312368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zh-CN" altLang="en-US" sz="2800" b="1" kern="0" dirty="0">
                <a:solidFill>
                  <a:srgbClr val="C00000"/>
                </a:solidFill>
              </a:rPr>
              <a:t>② 中性线有阻抗：</a:t>
            </a:r>
            <a:endParaRPr lang="zh-CN" altLang="en-US" sz="2800" b="1" dirty="0">
              <a:solidFill>
                <a:srgbClr val="C00000"/>
              </a:solidFill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2" name="Rectangle 2"/>
          <p:cNvSpPr>
            <a:spLocks noChangeArrowheads="1"/>
          </p:cNvSpPr>
          <p:nvPr/>
        </p:nvSpPr>
        <p:spPr bwMode="auto">
          <a:xfrm>
            <a:off x="1127448" y="5915946"/>
            <a:ext cx="3024336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zh-CN" altLang="en-US" sz="2800" b="1" kern="0" dirty="0">
                <a:solidFill>
                  <a:srgbClr val="C00000"/>
                </a:solidFill>
              </a:rPr>
              <a:t>③ 三相三线制：</a:t>
            </a:r>
            <a:endParaRPr lang="zh-CN" altLang="en-US" sz="2800" b="1" dirty="0">
              <a:solidFill>
                <a:srgbClr val="C00000"/>
              </a:solidFill>
              <a:ea typeface="楷体_GB2312" pitchFamily="49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13" name="Object 25"/>
          <p:cNvGraphicFramePr>
            <a:graphicFrameLocks noChangeAspect="1"/>
          </p:cNvGraphicFramePr>
          <p:nvPr/>
        </p:nvGraphicFramePr>
        <p:xfrm>
          <a:off x="4100090" y="4890486"/>
          <a:ext cx="1546225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8073" name="Equation" r:id="rId6" imgW="16154400" imgH="5791200" progId="Equation.DSMT4">
                  <p:embed/>
                </p:oleObj>
              </mc:Choice>
              <mc:Fallback>
                <p:oleObj name="Equation" r:id="rId6" imgW="161544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00090" y="4890486"/>
                        <a:ext cx="1546225" cy="549275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" name="Object 5"/>
          <p:cNvGraphicFramePr>
            <a:graphicFrameLocks noChangeAspect="1"/>
          </p:cNvGraphicFramePr>
          <p:nvPr/>
        </p:nvGraphicFramePr>
        <p:xfrm>
          <a:off x="6275092" y="4961757"/>
          <a:ext cx="2651125" cy="1258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8074" name="Equation" r:id="rId8" imgW="43586400" imgH="20726400" progId="Equation.DSMT4">
                  <p:embed/>
                </p:oleObj>
              </mc:Choice>
              <mc:Fallback>
                <p:oleObj name="Equation" r:id="rId8" imgW="435864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75092" y="4961757"/>
                        <a:ext cx="2651125" cy="1258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" name="Object 5"/>
          <p:cNvGraphicFramePr>
            <a:graphicFrameLocks noChangeAspect="1"/>
          </p:cNvGraphicFramePr>
          <p:nvPr/>
        </p:nvGraphicFramePr>
        <p:xfrm>
          <a:off x="3772525" y="5635546"/>
          <a:ext cx="2151063" cy="1258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8075" name="Equation" r:id="rId10" imgW="35356800" imgH="20726400" progId="Equation.DSMT4">
                  <p:embed/>
                </p:oleObj>
              </mc:Choice>
              <mc:Fallback>
                <p:oleObj name="Equation" r:id="rId10" imgW="353568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72525" y="5635546"/>
                        <a:ext cx="2151063" cy="1258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551384" y="2183184"/>
            <a:ext cx="11017224" cy="1643527"/>
            <a:chOff x="-972616" y="2183183"/>
            <a:chExt cx="11017224" cy="1643527"/>
          </a:xfrm>
        </p:grpSpPr>
        <p:sp>
          <p:nvSpPr>
            <p:cNvPr id="108" name="Rectangle 2"/>
            <p:cNvSpPr>
              <a:spLocks noChangeArrowheads="1"/>
            </p:cNvSpPr>
            <p:nvPr/>
          </p:nvSpPr>
          <p:spPr bwMode="auto">
            <a:xfrm>
              <a:off x="-972616" y="2183183"/>
              <a:ext cx="11017224" cy="16435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450850" indent="-450850" eaLnBrk="1" hangingPunct="1">
                <a:lnSpc>
                  <a:spcPct val="120000"/>
                </a:lnSpc>
              </a:pPr>
              <a:r>
                <a:rPr lang="en-US" altLang="zh-CN" sz="2800" b="1" kern="0" dirty="0">
                  <a:solidFill>
                    <a:srgbClr val="0000FF"/>
                  </a:solidFill>
                </a:rPr>
                <a:t>(1) </a:t>
              </a:r>
              <a:r>
                <a:rPr lang="zh-CN" altLang="en-US" sz="2800" b="1" kern="0" dirty="0">
                  <a:solidFill>
                    <a:srgbClr val="0000FF"/>
                  </a:solidFill>
                </a:rPr>
                <a:t>对称三相负载：</a:t>
              </a:r>
              <a:r>
                <a:rPr lang="zh-CN" altLang="en-US" sz="2800" b="1" kern="0" dirty="0">
                  <a:solidFill>
                    <a:srgbClr val="FF0000"/>
                  </a:solidFill>
                </a:rPr>
                <a:t>一相计算法</a:t>
              </a:r>
              <a:r>
                <a:rPr lang="zh-CN" altLang="en-US" sz="2800" b="1" kern="0" dirty="0"/>
                <a:t>。</a:t>
              </a:r>
              <a:endParaRPr lang="en-US" altLang="zh-CN" sz="2800" b="1" kern="0" dirty="0"/>
            </a:p>
            <a:p>
              <a:pPr marL="538480" eaLnBrk="1" hangingPunct="1">
                <a:lnSpc>
                  <a:spcPct val="120000"/>
                </a:lnSpc>
              </a:pPr>
              <a:r>
                <a:rPr lang="zh-CN" altLang="en-US" sz="2800" b="1" kern="0" dirty="0"/>
                <a:t>适用于三相四线制（中性线有、无阻抗）、三相三线制：</a:t>
              </a:r>
              <a:r>
                <a:rPr lang="zh-CN" altLang="en-US" sz="2800" b="1" kern="0" dirty="0">
                  <a:solidFill>
                    <a:srgbClr val="FF00FF"/>
                  </a:solidFill>
                </a:rPr>
                <a:t>中性线阻抗视为零，即</a:t>
              </a:r>
              <a:r>
                <a:rPr lang="en-US" altLang="zh-CN" sz="2800" b="1" i="1" kern="0" dirty="0">
                  <a:solidFill>
                    <a:srgbClr val="FF00FF"/>
                  </a:solidFill>
                </a:rPr>
                <a:t>Z</a:t>
              </a:r>
              <a:r>
                <a:rPr lang="en-US" altLang="zh-CN" sz="2800" b="1" kern="0" baseline="-25000" dirty="0">
                  <a:solidFill>
                    <a:srgbClr val="FF00FF"/>
                  </a:solidFill>
                </a:rPr>
                <a:t>N</a:t>
              </a:r>
              <a:r>
                <a:rPr lang="en-US" altLang="zh-CN" sz="2800" b="1" kern="0" dirty="0">
                  <a:solidFill>
                    <a:srgbClr val="FF00FF"/>
                  </a:solidFill>
                </a:rPr>
                <a:t>=0</a:t>
              </a:r>
              <a:r>
                <a:rPr lang="zh-CN" altLang="en-US" sz="2800" b="1" dirty="0">
                  <a:ea typeface="楷体_GB2312" pitchFamily="49" charset="-122"/>
                  <a:cs typeface="Times New Roman" panose="02020603050405020304" pitchFamily="18" charset="0"/>
                  <a:sym typeface="Symbol" panose="05050102010706020507" pitchFamily="18" charset="2"/>
                </a:rPr>
                <a:t>。</a:t>
              </a:r>
              <a:endParaRPr lang="zh-CN" altLang="en-US" sz="2800" b="1" dirty="0">
                <a:ea typeface="楷体_GB2312" pitchFamily="49" charset="-122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aphicFrame>
          <p:nvGraphicFramePr>
            <p:cNvPr id="16" name="Object 25"/>
            <p:cNvGraphicFramePr>
              <a:graphicFrameLocks noChangeAspect="1"/>
            </p:cNvGraphicFramePr>
            <p:nvPr/>
          </p:nvGraphicFramePr>
          <p:xfrm>
            <a:off x="4364507" y="2203390"/>
            <a:ext cx="1546225" cy="549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18076" name="Equation" r:id="rId12" imgW="16154400" imgH="5791200" progId="Equation.DSMT4">
                    <p:embed/>
                  </p:oleObj>
                </mc:Choice>
                <mc:Fallback>
                  <p:oleObj name="Equation" r:id="rId12" imgW="161544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364507" y="2203390"/>
                          <a:ext cx="1546225" cy="549275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7" name="Object 25"/>
          <p:cNvGraphicFramePr>
            <a:graphicFrameLocks noChangeAspect="1"/>
          </p:cNvGraphicFramePr>
          <p:nvPr/>
        </p:nvGraphicFramePr>
        <p:xfrm>
          <a:off x="5119526" y="1273471"/>
          <a:ext cx="1779587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8077" name="Equation" r:id="rId14" imgW="18592800" imgH="5791200" progId="Equation.DSMT4">
                  <p:embed/>
                </p:oleObj>
              </mc:Choice>
              <mc:Fallback>
                <p:oleObj name="Equation" r:id="rId14" imgW="185928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19526" y="1273471"/>
                        <a:ext cx="1779587" cy="549275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 autoUpdateAnimBg="0"/>
      <p:bldP spid="10" grpId="0" autoUpdateAnimBg="0"/>
      <p:bldP spid="11" grpId="0" autoUpdateAnimBg="0"/>
      <p:bldP spid="12" grpId="0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1343472" y="1052732"/>
          <a:ext cx="10225135" cy="56166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78278"/>
                <a:gridCol w="2493936"/>
                <a:gridCol w="5652921"/>
              </a:tblGrid>
              <a:tr h="1404157">
                <a:tc>
                  <a:txBody>
                    <a:bodyPr/>
                    <a:lstStyle/>
                    <a:p>
                      <a:pPr algn="ctr"/>
                      <a:endParaRPr lang="zh-CN" altLang="en-US" sz="3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zh-CN" sz="3600" b="1" kern="1200" baseline="-25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endParaRPr lang="zh-CN" altLang="en-US" sz="3600" b="1" kern="1200" baseline="-250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zh-CN" sz="3600" b="1" kern="1200" baseline="-250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NB</a:t>
                      </a:r>
                      <a:endParaRPr lang="zh-CN" altLang="en-US" sz="3600" b="1" kern="1200" baseline="-250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40415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3600" b="1" kern="1200" dirty="0">
                          <a:solidFill>
                            <a:srgbClr val="C00000"/>
                          </a:solidFill>
                          <a:latin typeface="+mn-lt"/>
                          <a:ea typeface="+mn-ea"/>
                          <a:cs typeface="+mn-cs"/>
                        </a:rPr>
                        <a:t>Y</a:t>
                      </a:r>
                      <a:r>
                        <a:rPr lang="en-US" altLang="zh-CN" sz="3600" b="1" kern="1200" baseline="-25000" dirty="0">
                          <a:solidFill>
                            <a:srgbClr val="C00000"/>
                          </a:solidFill>
                          <a:latin typeface="+mn-lt"/>
                          <a:ea typeface="+mn-ea"/>
                          <a:cs typeface="+mn-cs"/>
                        </a:rPr>
                        <a:t>0+Z</a:t>
                      </a:r>
                      <a:endParaRPr lang="zh-CN" altLang="en-US" sz="3600" b="1" kern="1200" baseline="-250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FF0000"/>
                          </a:solidFill>
                          <a:latin typeface="+mn-lt"/>
                        </a:rPr>
                        <a:t>0</a:t>
                      </a:r>
                      <a:endParaRPr lang="zh-CN" altLang="en-US" sz="3600" b="1" dirty="0">
                        <a:solidFill>
                          <a:srgbClr val="FF0000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3600" b="1" dirty="0"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</a:tr>
              <a:tr h="140415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FF00FF"/>
                          </a:solidFill>
                          <a:latin typeface="+mn-lt"/>
                        </a:rPr>
                        <a:t>Y</a:t>
                      </a:r>
                      <a:r>
                        <a:rPr lang="en-US" altLang="zh-CN" sz="3600" b="1" baseline="-25000" dirty="0">
                          <a:solidFill>
                            <a:srgbClr val="FF00FF"/>
                          </a:solidFill>
                          <a:latin typeface="+mn-lt"/>
                        </a:rPr>
                        <a:t>0</a:t>
                      </a:r>
                      <a:endParaRPr lang="zh-CN" altLang="en-US" sz="3600" b="1" baseline="-25000" dirty="0">
                        <a:solidFill>
                          <a:srgbClr val="FF00FF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FF0000"/>
                          </a:solidFill>
                          <a:latin typeface="+mn-lt"/>
                        </a:rPr>
                        <a:t>0</a:t>
                      </a:r>
                      <a:endParaRPr lang="zh-CN" altLang="en-US" sz="3600" b="1" dirty="0">
                        <a:solidFill>
                          <a:srgbClr val="FF0000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FF0000"/>
                          </a:solidFill>
                          <a:latin typeface="+mn-lt"/>
                        </a:rPr>
                        <a:t>0</a:t>
                      </a:r>
                      <a:endParaRPr lang="zh-CN" altLang="en-US" sz="3600" b="1" dirty="0">
                        <a:solidFill>
                          <a:srgbClr val="FF0000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</a:tr>
              <a:tr h="140415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FF0000"/>
                          </a:solidFill>
                          <a:latin typeface="+mn-lt"/>
                        </a:rPr>
                        <a:t>Y</a:t>
                      </a:r>
                      <a:endParaRPr lang="zh-CN" altLang="en-US" sz="3600" b="1" dirty="0">
                        <a:solidFill>
                          <a:srgbClr val="FF0000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3600" b="1" dirty="0">
                          <a:solidFill>
                            <a:srgbClr val="FF0000"/>
                          </a:solidFill>
                          <a:latin typeface="+mn-lt"/>
                        </a:rPr>
                        <a:t>0</a:t>
                      </a:r>
                      <a:endParaRPr lang="zh-CN" altLang="en-US" sz="3600" b="1" dirty="0">
                        <a:solidFill>
                          <a:srgbClr val="FF0000"/>
                        </a:solidFill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3600" b="1" dirty="0">
                        <a:latin typeface="+mn-lt"/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B0F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9" name="Object 25"/>
          <p:cNvGraphicFramePr>
            <a:graphicFrameLocks noChangeAspect="1"/>
          </p:cNvGraphicFramePr>
          <p:nvPr/>
        </p:nvGraphicFramePr>
        <p:xfrm>
          <a:off x="1919536" y="1484784"/>
          <a:ext cx="957330" cy="72007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3894" name="Equation" r:id="rId1" imgW="7620000" imgH="5791200" progId="Equation.DSMT4">
                  <p:embed/>
                </p:oleObj>
              </mc:Choice>
              <mc:Fallback>
                <p:oleObj name="Equation" r:id="rId1" imgW="76200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19536" y="1484784"/>
                        <a:ext cx="957330" cy="720079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" name="Object 5"/>
          <p:cNvGraphicFramePr>
            <a:graphicFrameLocks noChangeAspect="1"/>
          </p:cNvGraphicFramePr>
          <p:nvPr/>
        </p:nvGraphicFramePr>
        <p:xfrm>
          <a:off x="7104112" y="2547527"/>
          <a:ext cx="2651125" cy="1258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3895" name="Equation" r:id="rId3" imgW="43586400" imgH="20726400" progId="Equation.DSMT4">
                  <p:embed/>
                </p:oleObj>
              </mc:Choice>
              <mc:Fallback>
                <p:oleObj name="Equation" r:id="rId3" imgW="435864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04112" y="2547527"/>
                        <a:ext cx="2651125" cy="1258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Object 5"/>
          <p:cNvGraphicFramePr>
            <a:graphicFrameLocks noChangeAspect="1"/>
          </p:cNvGraphicFramePr>
          <p:nvPr/>
        </p:nvGraphicFramePr>
        <p:xfrm>
          <a:off x="7099470" y="5381690"/>
          <a:ext cx="2151063" cy="1258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83896" name="Equation" r:id="rId5" imgW="35356800" imgH="20726400" progId="Equation.DSMT4">
                  <p:embed/>
                </p:oleObj>
              </mc:Choice>
              <mc:Fallback>
                <p:oleObj name="Equation" r:id="rId5" imgW="35356800" imgH="2072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99470" y="5381690"/>
                        <a:ext cx="2151063" cy="1258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4" name="Rectangle 21"/>
          <p:cNvSpPr>
            <a:spLocks noChangeArrowheads="1"/>
          </p:cNvSpPr>
          <p:nvPr/>
        </p:nvSpPr>
        <p:spPr bwMode="auto">
          <a:xfrm>
            <a:off x="479376" y="861464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不对称三相电路中，已知对称三相电源的线电压为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=(30+j30)Ω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=(15+j20)Ω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(30+j40)Ω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，求电路中列出的各个电流相量值。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86" name="Rectangle 26"/>
          <p:cNvSpPr>
            <a:spLocks noChangeArrowheads="1"/>
          </p:cNvSpPr>
          <p:nvPr/>
        </p:nvSpPr>
        <p:spPr bwMode="auto">
          <a:xfrm>
            <a:off x="1199456" y="2492615"/>
            <a:ext cx="4680520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已知电源线电压为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，则相电压为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33"/>
          <p:cNvGrpSpPr/>
          <p:nvPr/>
        </p:nvGrpSpPr>
        <p:grpSpPr bwMode="auto">
          <a:xfrm>
            <a:off x="1173079" y="3566484"/>
            <a:ext cx="3033347" cy="609600"/>
            <a:chOff x="290" y="2322"/>
            <a:chExt cx="2070" cy="416"/>
          </a:xfrm>
        </p:grpSpPr>
        <p:graphicFrame>
          <p:nvGraphicFramePr>
            <p:cNvPr id="32772" name="Object 25"/>
            <p:cNvGraphicFramePr>
              <a:graphicFrameLocks noChangeAspect="1"/>
            </p:cNvGraphicFramePr>
            <p:nvPr/>
          </p:nvGraphicFramePr>
          <p:xfrm>
            <a:off x="707" y="2362"/>
            <a:ext cx="1653" cy="37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95691" name="Equation" r:id="rId1" imgW="25298400" imgH="5791200" progId="Equation.DSMT4">
                    <p:embed/>
                  </p:oleObj>
                </mc:Choice>
                <mc:Fallback>
                  <p:oleObj name="Equation" r:id="rId1" imgW="252984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7" y="2362"/>
                          <a:ext cx="1653" cy="37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2779" name="Rectangle 29"/>
            <p:cNvSpPr>
              <a:spLocks noChangeArrowheads="1"/>
            </p:cNvSpPr>
            <p:nvPr/>
          </p:nvSpPr>
          <p:spPr bwMode="auto">
            <a:xfrm>
              <a:off x="290" y="2322"/>
              <a:ext cx="372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20000"/>
                </a:lnSpc>
              </a:pP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设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32771" name="Object 30"/>
          <p:cNvGraphicFramePr>
            <a:graphicFrameLocks noChangeAspect="1"/>
          </p:cNvGraphicFramePr>
          <p:nvPr/>
        </p:nvGraphicFramePr>
        <p:xfrm>
          <a:off x="3399345" y="4248480"/>
          <a:ext cx="2295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5692" name="Equation" r:id="rId3" imgW="28956000" imgH="5791200" progId="Equation.DSMT4">
                  <p:embed/>
                </p:oleObj>
              </mc:Choice>
              <mc:Fallback>
                <p:oleObj name="Equation" r:id="rId3" imgW="28956000" imgH="57912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99345" y="4248480"/>
                        <a:ext cx="2295525" cy="4730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79376" y="2489701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aphicFrame>
        <p:nvGraphicFramePr>
          <p:cNvPr id="11" name="Object 22"/>
          <p:cNvGraphicFramePr>
            <a:graphicFrameLocks noChangeAspect="1"/>
          </p:cNvGraphicFramePr>
          <p:nvPr/>
        </p:nvGraphicFramePr>
        <p:xfrm>
          <a:off x="7183315" y="2183287"/>
          <a:ext cx="4851889" cy="3004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5693" name="Visio" r:id="rId5" imgW="3116580" imgH="1925320" progId="Visio.Drawing.11">
                  <p:embed/>
                </p:oleObj>
              </mc:Choice>
              <mc:Fallback>
                <p:oleObj name="Visio" r:id="rId5" imgW="3116580" imgH="1925320" progId="Visio.Drawing.11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3315" y="2183287"/>
                        <a:ext cx="4851889" cy="30040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" name="Object 5"/>
          <p:cNvGraphicFramePr>
            <a:graphicFrameLocks noChangeAspect="1"/>
          </p:cNvGraphicFramePr>
          <p:nvPr/>
        </p:nvGraphicFramePr>
        <p:xfrm>
          <a:off x="6362206" y="2395707"/>
          <a:ext cx="1071563" cy="16813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5694" name="Visio" r:id="rId7" imgW="1009650" imgH="1571625" progId="Visio.Drawing.11">
                  <p:embed/>
                </p:oleObj>
              </mc:Choice>
              <mc:Fallback>
                <p:oleObj name="Visio" r:id="rId7" imgW="1009650" imgH="157162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62206" y="2395707"/>
                        <a:ext cx="1071563" cy="16813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" name="Group 20"/>
          <p:cNvGrpSpPr/>
          <p:nvPr/>
        </p:nvGrpSpPr>
        <p:grpSpPr bwMode="auto">
          <a:xfrm>
            <a:off x="6425657" y="3145502"/>
            <a:ext cx="5230683" cy="128886"/>
            <a:chOff x="245" y="2958"/>
            <a:chExt cx="3431" cy="57"/>
          </a:xfrm>
        </p:grpSpPr>
        <p:sp>
          <p:nvSpPr>
            <p:cNvPr id="15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7" name="Text Box 32"/>
          <p:cNvSpPr txBox="1">
            <a:spLocks noChangeArrowheads="1"/>
          </p:cNvSpPr>
          <p:nvPr/>
        </p:nvSpPr>
        <p:spPr bwMode="auto">
          <a:xfrm>
            <a:off x="11652102" y="2921470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N’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18" name="Text Box 32"/>
          <p:cNvSpPr txBox="1">
            <a:spLocks noChangeArrowheads="1"/>
          </p:cNvSpPr>
          <p:nvPr/>
        </p:nvSpPr>
        <p:spPr bwMode="auto">
          <a:xfrm>
            <a:off x="5951984" y="2947204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19" name="Rectangle 26"/>
          <p:cNvSpPr>
            <a:spLocks noChangeArrowheads="1"/>
          </p:cNvSpPr>
          <p:nvPr/>
        </p:nvSpPr>
        <p:spPr bwMode="auto">
          <a:xfrm>
            <a:off x="1173079" y="4163970"/>
            <a:ext cx="2095956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由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KCL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0" name="Object 30"/>
          <p:cNvGraphicFramePr>
            <a:graphicFrameLocks noChangeAspect="1"/>
          </p:cNvGraphicFramePr>
          <p:nvPr/>
        </p:nvGraphicFramePr>
        <p:xfrm>
          <a:off x="1206500" y="4845050"/>
          <a:ext cx="5316538" cy="895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5695" name="Equation" r:id="rId9" imgW="67056000" imgH="10972800" progId="Equation.DSMT4">
                  <p:embed/>
                </p:oleObj>
              </mc:Choice>
              <mc:Fallback>
                <p:oleObj name="Equation" r:id="rId9" imgW="67056000" imgH="109728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6500" y="4845050"/>
                        <a:ext cx="5316538" cy="8953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Object 30"/>
          <p:cNvGraphicFramePr>
            <a:graphicFrameLocks noChangeAspect="1"/>
          </p:cNvGraphicFramePr>
          <p:nvPr/>
        </p:nvGraphicFramePr>
        <p:xfrm>
          <a:off x="1132857" y="5850481"/>
          <a:ext cx="3576637" cy="895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5696" name="Equation" r:id="rId11" imgW="45110400" imgH="10972800" progId="Equation.DSMT4">
                  <p:embed/>
                </p:oleObj>
              </mc:Choice>
              <mc:Fallback>
                <p:oleObj name="Equation" r:id="rId11" imgW="45110400" imgH="109728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32857" y="5850481"/>
                        <a:ext cx="3576637" cy="8953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2" name="组合 21"/>
          <p:cNvGrpSpPr/>
          <p:nvPr/>
        </p:nvGrpSpPr>
        <p:grpSpPr>
          <a:xfrm>
            <a:off x="307890" y="5667392"/>
            <a:ext cx="3059530" cy="1147637"/>
            <a:chOff x="1734722" y="3675112"/>
            <a:chExt cx="3059530" cy="1147637"/>
          </a:xfrm>
        </p:grpSpPr>
        <p:sp>
          <p:nvSpPr>
            <p:cNvPr id="23" name="Oval 5"/>
            <p:cNvSpPr>
              <a:spLocks noChangeArrowheads="1"/>
            </p:cNvSpPr>
            <p:nvPr/>
          </p:nvSpPr>
          <p:spPr bwMode="auto">
            <a:xfrm>
              <a:off x="2477294" y="3675112"/>
              <a:ext cx="2316958" cy="762000"/>
            </a:xfrm>
            <a:prstGeom prst="ellipse">
              <a:avLst/>
            </a:prstGeom>
            <a:noFill/>
            <a:ln w="38100" algn="ctr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4" name="Rectangle 69"/>
            <p:cNvSpPr>
              <a:spLocks noChangeArrowheads="1"/>
            </p:cNvSpPr>
            <p:nvPr/>
          </p:nvSpPr>
          <p:spPr bwMode="auto">
            <a:xfrm>
              <a:off x="1734722" y="4299529"/>
              <a:ext cx="569387" cy="523220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rgbClr val="FF0000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1pPr>
              <a:lvl2pPr marL="742950" indent="-28575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2pPr>
              <a:lvl3pPr marL="11430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3pPr>
              <a:lvl4pPr marL="16002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4pPr>
              <a:lvl5pPr marL="2057400" indent="-228600" eaLnBrk="0" hangingPunct="0"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2"/>
                  </a:solidFill>
                  <a:latin typeface="Arial" panose="020B0604020202020204" pitchFamily="34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800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=0</a:t>
              </a:r>
              <a:endPara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25" name="直接箭头连接符 24"/>
            <p:cNvCxnSpPr>
              <a:endCxn id="24" idx="0"/>
            </p:cNvCxnSpPr>
            <p:nvPr/>
          </p:nvCxnSpPr>
          <p:spPr bwMode="auto">
            <a:xfrm flipH="1">
              <a:off x="2019416" y="4035802"/>
              <a:ext cx="457879" cy="263727"/>
            </a:xfrm>
            <a:prstGeom prst="straightConnector1">
              <a:avLst/>
            </a:prstGeom>
            <a:solidFill>
              <a:srgbClr val="DDDDDD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28" name="Rectangle 26"/>
          <p:cNvSpPr>
            <a:spLocks noChangeArrowheads="1"/>
          </p:cNvSpPr>
          <p:nvPr/>
        </p:nvSpPr>
        <p:spPr bwMode="auto">
          <a:xfrm>
            <a:off x="4741595" y="6069398"/>
            <a:ext cx="2555205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对称三相电源</a:t>
            </a:r>
            <a:endParaRPr lang="zh-CN" altLang="en-US" sz="2800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7" name="对象 6"/>
          <p:cNvGraphicFramePr>
            <a:graphicFrameLocks noChangeAspect="1"/>
          </p:cNvGraphicFramePr>
          <p:nvPr/>
        </p:nvGraphicFramePr>
        <p:xfrm>
          <a:off x="8150257" y="6076297"/>
          <a:ext cx="1536700" cy="546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5697" name="Equation" r:id="rId13" imgW="2314575" imgH="828675" progId="Equation.DSMT4">
                  <p:embed/>
                </p:oleObj>
              </mc:Choice>
              <mc:Fallback>
                <p:oleObj name="Equation" r:id="rId13" imgW="2314575" imgH="828675" progId="Equation.DSMT4">
                  <p:embed/>
                  <p:pic>
                    <p:nvPicPr>
                      <p:cNvPr id="0" name="图片 1395696"/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8150257" y="6076297"/>
                        <a:ext cx="1536700" cy="5461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AutoShape 24"/>
          <p:cNvSpPr>
            <a:spLocks noChangeArrowheads="1"/>
          </p:cNvSpPr>
          <p:nvPr/>
        </p:nvSpPr>
        <p:spPr bwMode="auto">
          <a:xfrm>
            <a:off x="7296800" y="6163392"/>
            <a:ext cx="597877" cy="332643"/>
          </a:xfrm>
          <a:prstGeom prst="rightArrow">
            <a:avLst>
              <a:gd name="adj1" fmla="val 50000"/>
              <a:gd name="adj2" fmla="val 4493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/>
          </a:p>
        </p:txBody>
      </p:sp>
      <p:sp>
        <p:nvSpPr>
          <p:cNvPr id="31" name="Rectangle 26"/>
          <p:cNvSpPr>
            <a:spLocks noChangeArrowheads="1"/>
          </p:cNvSpPr>
          <p:nvPr/>
        </p:nvSpPr>
        <p:spPr bwMode="auto">
          <a:xfrm>
            <a:off x="10048067" y="5658014"/>
            <a:ext cx="1661224" cy="1076961"/>
          </a:xfrm>
          <a:prstGeom prst="rect">
            <a:avLst/>
          </a:prstGeom>
          <a:noFill/>
          <a:ln w="38100">
            <a:solidFill>
              <a:srgbClr val="00B05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同对称</a:t>
            </a:r>
            <a:endParaRPr lang="en-US" altLang="zh-CN" sz="2800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三相负载</a:t>
            </a:r>
            <a:endParaRPr lang="en-US" altLang="zh-CN" sz="2800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8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2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986" grpId="0"/>
      <p:bldP spid="10" grpId="0"/>
      <p:bldP spid="17" grpId="0"/>
      <p:bldP spid="18" grpId="0"/>
      <p:bldP spid="19" grpId="0"/>
      <p:bldP spid="28" grpId="0"/>
      <p:bldP spid="30" grpId="0" animBg="1"/>
      <p:bldP spid="31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4" name="Rectangle 21"/>
          <p:cNvSpPr>
            <a:spLocks noChangeArrowheads="1"/>
          </p:cNvSpPr>
          <p:nvPr/>
        </p:nvSpPr>
        <p:spPr bwMode="auto">
          <a:xfrm>
            <a:off x="479376" y="861464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不对称三相电路中，已知对称三相电源的线电压为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=(30+j30)Ω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=(15+j20)Ω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(30+j40)Ω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，求电路中列出的各个电流相量值。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986" name="Rectangle 26"/>
          <p:cNvSpPr>
            <a:spLocks noChangeArrowheads="1"/>
          </p:cNvSpPr>
          <p:nvPr/>
        </p:nvSpPr>
        <p:spPr bwMode="auto">
          <a:xfrm>
            <a:off x="1199456" y="2492615"/>
            <a:ext cx="4680520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已知电源线电压为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，则相电压为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33"/>
          <p:cNvGrpSpPr/>
          <p:nvPr/>
        </p:nvGrpSpPr>
        <p:grpSpPr bwMode="auto">
          <a:xfrm>
            <a:off x="1173079" y="3566484"/>
            <a:ext cx="3033347" cy="609600"/>
            <a:chOff x="290" y="2322"/>
            <a:chExt cx="2070" cy="416"/>
          </a:xfrm>
        </p:grpSpPr>
        <p:graphicFrame>
          <p:nvGraphicFramePr>
            <p:cNvPr id="32772" name="Object 25"/>
            <p:cNvGraphicFramePr>
              <a:graphicFrameLocks noChangeAspect="1"/>
            </p:cNvGraphicFramePr>
            <p:nvPr/>
          </p:nvGraphicFramePr>
          <p:xfrm>
            <a:off x="707" y="2362"/>
            <a:ext cx="1653" cy="37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9053" name="Equation" r:id="rId1" imgW="25298400" imgH="5791200" progId="Equation.DSMT4">
                    <p:embed/>
                  </p:oleObj>
                </mc:Choice>
                <mc:Fallback>
                  <p:oleObj name="Equation" r:id="rId1" imgW="25298400" imgH="5791200" progId="Equation.DSMT4">
                    <p:embed/>
                    <p:pic>
                      <p:nvPicPr>
                        <p:cNvPr id="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7" y="2362"/>
                          <a:ext cx="1653" cy="37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2779" name="Rectangle 29"/>
            <p:cNvSpPr>
              <a:spLocks noChangeArrowheads="1"/>
            </p:cNvSpPr>
            <p:nvPr/>
          </p:nvSpPr>
          <p:spPr bwMode="auto">
            <a:xfrm>
              <a:off x="290" y="2322"/>
              <a:ext cx="372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20000"/>
                </a:lnSpc>
              </a:pP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设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32771" name="Object 30"/>
          <p:cNvGraphicFramePr>
            <a:graphicFrameLocks noChangeAspect="1"/>
          </p:cNvGraphicFramePr>
          <p:nvPr/>
        </p:nvGraphicFramePr>
        <p:xfrm>
          <a:off x="1747626" y="4291042"/>
          <a:ext cx="4711700" cy="1912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9054" name="Equation" r:id="rId3" imgW="59436000" imgH="23469600" progId="Equation.DSMT4">
                  <p:embed/>
                </p:oleObj>
              </mc:Choice>
              <mc:Fallback>
                <p:oleObj name="Equation" r:id="rId3" imgW="59436000" imgH="234696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47626" y="4291042"/>
                        <a:ext cx="4711700" cy="19129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79376" y="2489701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aphicFrame>
        <p:nvGraphicFramePr>
          <p:cNvPr id="13" name="Object 22"/>
          <p:cNvGraphicFramePr>
            <a:graphicFrameLocks noChangeAspect="1"/>
          </p:cNvGraphicFramePr>
          <p:nvPr/>
        </p:nvGraphicFramePr>
        <p:xfrm>
          <a:off x="7183315" y="2183287"/>
          <a:ext cx="4851889" cy="3004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9055" name="Visio" r:id="rId5" imgW="3116580" imgH="1925320" progId="Visio.Drawing.11">
                  <p:embed/>
                </p:oleObj>
              </mc:Choice>
              <mc:Fallback>
                <p:oleObj name="Visio" r:id="rId5" imgW="3116580" imgH="1925320" progId="Visio.Drawing.11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3315" y="2183287"/>
                        <a:ext cx="4851889" cy="30040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" name="Object 5"/>
          <p:cNvGraphicFramePr>
            <a:graphicFrameLocks noChangeAspect="1"/>
          </p:cNvGraphicFramePr>
          <p:nvPr/>
        </p:nvGraphicFramePr>
        <p:xfrm>
          <a:off x="6362206" y="2395707"/>
          <a:ext cx="1071563" cy="16813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9056" name="Visio" r:id="rId7" imgW="1009650" imgH="1571625" progId="Visio.Drawing.11">
                  <p:embed/>
                </p:oleObj>
              </mc:Choice>
              <mc:Fallback>
                <p:oleObj name="Visio" r:id="rId7" imgW="1009650" imgH="157162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62206" y="2395707"/>
                        <a:ext cx="1071563" cy="16813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5" name="Group 20"/>
          <p:cNvGrpSpPr/>
          <p:nvPr/>
        </p:nvGrpSpPr>
        <p:grpSpPr bwMode="auto">
          <a:xfrm>
            <a:off x="6425657" y="3145502"/>
            <a:ext cx="5230683" cy="128886"/>
            <a:chOff x="245" y="2958"/>
            <a:chExt cx="3431" cy="57"/>
          </a:xfrm>
        </p:grpSpPr>
        <p:sp>
          <p:nvSpPr>
            <p:cNvPr id="16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8" name="Text Box 32"/>
          <p:cNvSpPr txBox="1">
            <a:spLocks noChangeArrowheads="1"/>
          </p:cNvSpPr>
          <p:nvPr/>
        </p:nvSpPr>
        <p:spPr bwMode="auto">
          <a:xfrm>
            <a:off x="11652102" y="2921470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N’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19" name="Text Box 32"/>
          <p:cNvSpPr txBox="1">
            <a:spLocks noChangeArrowheads="1"/>
          </p:cNvSpPr>
          <p:nvPr/>
        </p:nvSpPr>
        <p:spPr bwMode="auto">
          <a:xfrm>
            <a:off x="5951984" y="2947204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20" name="Text Box 89" descr="40%"/>
          <p:cNvSpPr txBox="1">
            <a:spLocks noChangeArrowheads="1"/>
          </p:cNvSpPr>
          <p:nvPr/>
        </p:nvSpPr>
        <p:spPr bwMode="auto">
          <a:xfrm>
            <a:off x="8416219" y="5911592"/>
            <a:ext cx="2386079" cy="584775"/>
          </a:xfrm>
          <a:prstGeom prst="rect">
            <a:avLst/>
          </a:prstGeom>
          <a:pattFill prst="pct75">
            <a:fgClr>
              <a:srgbClr val="FFFF99"/>
            </a:fgClr>
            <a:bgClr>
              <a:schemeClr val="bg1"/>
            </a:bgClr>
          </a:pattFill>
          <a:ln w="38100">
            <a:solidFill>
              <a:srgbClr val="FF00FF"/>
            </a:solidFill>
            <a:miter lim="800000"/>
          </a:ln>
          <a:effectLst/>
        </p:spPr>
        <p:txBody>
          <a:bodyPr wrap="square" anchor="ctr">
            <a:spAutoFit/>
          </a:bodyPr>
          <a:lstStyle>
            <a:lvl1pPr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zh-CN" altLang="en-US" sz="3200" kern="0" dirty="0">
                <a:solidFill>
                  <a:srgbClr val="FF00FF"/>
                </a:solidFill>
                <a:sym typeface="Symbol" panose="05050102010706020507" pitchFamily="18" charset="2"/>
              </a:rPr>
              <a:t>一相计算法</a:t>
            </a:r>
            <a:endParaRPr lang="zh-CN" altLang="en-US" sz="3200" kern="0" dirty="0">
              <a:solidFill>
                <a:srgbClr val="FF00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2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 autoUpdateAnimBg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4" name="Rectangle 21"/>
          <p:cNvSpPr>
            <a:spLocks noChangeArrowheads="1"/>
          </p:cNvSpPr>
          <p:nvPr/>
        </p:nvSpPr>
        <p:spPr bwMode="auto">
          <a:xfrm>
            <a:off x="479376" y="861464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不对称三相电路中，已知对称三相电源的线电压为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=(30+j30)Ω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=(15+j20)Ω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(30+j40)Ω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，求电路中列出的各个电流相量值。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79376" y="2489701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13" name="Rectangle 30"/>
          <p:cNvSpPr>
            <a:spLocks noChangeArrowheads="1"/>
          </p:cNvSpPr>
          <p:nvPr/>
        </p:nvSpPr>
        <p:spPr bwMode="auto">
          <a:xfrm>
            <a:off x="1187723" y="2470496"/>
            <a:ext cx="476426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三角形联结的三相负载各线电流相量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4" name="Object 31"/>
          <p:cNvGraphicFramePr>
            <a:graphicFrameLocks noChangeAspect="1"/>
          </p:cNvGraphicFramePr>
          <p:nvPr/>
        </p:nvGraphicFramePr>
        <p:xfrm>
          <a:off x="1335011" y="3581668"/>
          <a:ext cx="4775200" cy="1228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4364" name="Equation" r:id="rId1" imgW="64008000" imgH="16459200" progId="Equation.DSMT4">
                  <p:embed/>
                </p:oleObj>
              </mc:Choice>
              <mc:Fallback>
                <p:oleObj name="Equation" r:id="rId1" imgW="64008000" imgH="164592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5011" y="3581668"/>
                        <a:ext cx="4775200" cy="12287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" name="Object 33"/>
          <p:cNvGraphicFramePr>
            <a:graphicFrameLocks noChangeAspect="1"/>
          </p:cNvGraphicFramePr>
          <p:nvPr/>
        </p:nvGraphicFramePr>
        <p:xfrm>
          <a:off x="1335011" y="4895245"/>
          <a:ext cx="7005638" cy="800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4365" name="Equation" r:id="rId3" imgW="96012000" imgH="10972800" progId="Equation.DSMT4">
                  <p:embed/>
                </p:oleObj>
              </mc:Choice>
              <mc:Fallback>
                <p:oleObj name="Equation" r:id="rId3" imgW="96012000" imgH="109728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5011" y="4895245"/>
                        <a:ext cx="7005638" cy="8001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" name="Object 35"/>
          <p:cNvGraphicFramePr>
            <a:graphicFrameLocks noChangeAspect="1"/>
          </p:cNvGraphicFramePr>
          <p:nvPr/>
        </p:nvGraphicFramePr>
        <p:xfrm>
          <a:off x="1312863" y="5948363"/>
          <a:ext cx="7229475" cy="819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4366" name="Equation" r:id="rId5" imgW="96621600" imgH="10972800" progId="Equation.DSMT4">
                  <p:embed/>
                </p:oleObj>
              </mc:Choice>
              <mc:Fallback>
                <p:oleObj name="Equation" r:id="rId5" imgW="96621600" imgH="10972800" progId="Equation.DSMT4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12863" y="5948363"/>
                        <a:ext cx="7229475" cy="8191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22"/>
          <p:cNvGraphicFramePr>
            <a:graphicFrameLocks noChangeAspect="1"/>
          </p:cNvGraphicFramePr>
          <p:nvPr/>
        </p:nvGraphicFramePr>
        <p:xfrm>
          <a:off x="7183315" y="2183287"/>
          <a:ext cx="4851889" cy="3004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4367" name="Visio" r:id="rId7" imgW="3116580" imgH="1925320" progId="Visio.Drawing.11">
                  <p:embed/>
                </p:oleObj>
              </mc:Choice>
              <mc:Fallback>
                <p:oleObj name="Visio" r:id="rId7" imgW="3116580" imgH="1925320" progId="Visio.Drawing.11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3315" y="2183287"/>
                        <a:ext cx="4851889" cy="30040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" name="Object 5"/>
          <p:cNvGraphicFramePr>
            <a:graphicFrameLocks noChangeAspect="1"/>
          </p:cNvGraphicFramePr>
          <p:nvPr/>
        </p:nvGraphicFramePr>
        <p:xfrm>
          <a:off x="6362206" y="2395707"/>
          <a:ext cx="1071563" cy="16813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4368" name="Visio" r:id="rId9" imgW="1009650" imgH="1571625" progId="Visio.Drawing.11">
                  <p:embed/>
                </p:oleObj>
              </mc:Choice>
              <mc:Fallback>
                <p:oleObj name="Visio" r:id="rId9" imgW="1009650" imgH="157162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62206" y="2395707"/>
                        <a:ext cx="1071563" cy="16813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" name="Group 20"/>
          <p:cNvGrpSpPr/>
          <p:nvPr/>
        </p:nvGrpSpPr>
        <p:grpSpPr bwMode="auto">
          <a:xfrm>
            <a:off x="6425657" y="3145502"/>
            <a:ext cx="5230683" cy="128886"/>
            <a:chOff x="245" y="2958"/>
            <a:chExt cx="3431" cy="57"/>
          </a:xfrm>
        </p:grpSpPr>
        <p:sp>
          <p:nvSpPr>
            <p:cNvPr id="20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2" name="Text Box 32"/>
          <p:cNvSpPr txBox="1">
            <a:spLocks noChangeArrowheads="1"/>
          </p:cNvSpPr>
          <p:nvPr/>
        </p:nvSpPr>
        <p:spPr bwMode="auto">
          <a:xfrm>
            <a:off x="11652102" y="2921470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N’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23" name="Text Box 32"/>
          <p:cNvSpPr txBox="1">
            <a:spLocks noChangeArrowheads="1"/>
          </p:cNvSpPr>
          <p:nvPr/>
        </p:nvSpPr>
        <p:spPr bwMode="auto">
          <a:xfrm>
            <a:off x="5951984" y="2947204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4" name="Rectangle 21"/>
          <p:cNvSpPr>
            <a:spLocks noChangeArrowheads="1"/>
          </p:cNvSpPr>
          <p:nvPr/>
        </p:nvSpPr>
        <p:spPr bwMode="auto">
          <a:xfrm>
            <a:off x="479376" y="861464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不对称三相电路中，已知对称三相电源的线电压为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=(30+j30)Ω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=(15+j20)Ω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(30+j40)Ω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，求电路中列出的各个电流相量值。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79376" y="2489701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17" name="Rectangle 38"/>
          <p:cNvSpPr>
            <a:spLocks noChangeArrowheads="1"/>
          </p:cNvSpPr>
          <p:nvPr/>
        </p:nvSpPr>
        <p:spPr bwMode="auto">
          <a:xfrm>
            <a:off x="1206771" y="2524002"/>
            <a:ext cx="19880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线电流相量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8" name="Object 37"/>
          <p:cNvGraphicFramePr>
            <a:graphicFrameLocks noChangeAspect="1"/>
          </p:cNvGraphicFramePr>
          <p:nvPr/>
        </p:nvGraphicFramePr>
        <p:xfrm>
          <a:off x="1229922" y="6071908"/>
          <a:ext cx="7832725" cy="558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5272" name="Equation" r:id="rId1" imgW="80772000" imgH="5791200" progId="Equation.DSMT4">
                  <p:embed/>
                </p:oleObj>
              </mc:Choice>
              <mc:Fallback>
                <p:oleObj name="Equation" r:id="rId1" imgW="80772000" imgH="5791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9922" y="6071908"/>
                        <a:ext cx="7832725" cy="5588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22"/>
          <p:cNvGraphicFramePr>
            <a:graphicFrameLocks noChangeAspect="1"/>
          </p:cNvGraphicFramePr>
          <p:nvPr/>
        </p:nvGraphicFramePr>
        <p:xfrm>
          <a:off x="7183315" y="2183287"/>
          <a:ext cx="4851889" cy="3004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5273" name="Visio" r:id="rId3" imgW="3116580" imgH="1925320" progId="Visio.Drawing.11">
                  <p:embed/>
                </p:oleObj>
              </mc:Choice>
              <mc:Fallback>
                <p:oleObj name="Visio" r:id="rId3" imgW="3116580" imgH="1925320" progId="Visio.Drawing.11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3315" y="2183287"/>
                        <a:ext cx="4851889" cy="30040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5"/>
          <p:cNvGraphicFramePr>
            <a:graphicFrameLocks noChangeAspect="1"/>
          </p:cNvGraphicFramePr>
          <p:nvPr/>
        </p:nvGraphicFramePr>
        <p:xfrm>
          <a:off x="6362206" y="2395707"/>
          <a:ext cx="1071563" cy="16813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5274" name="Visio" r:id="rId5" imgW="1009650" imgH="1571625" progId="Visio.Drawing.11">
                  <p:embed/>
                </p:oleObj>
              </mc:Choice>
              <mc:Fallback>
                <p:oleObj name="Visio" r:id="rId5" imgW="1009650" imgH="157162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62206" y="2395707"/>
                        <a:ext cx="1071563" cy="16813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Group 20"/>
          <p:cNvGrpSpPr/>
          <p:nvPr/>
        </p:nvGrpSpPr>
        <p:grpSpPr bwMode="auto">
          <a:xfrm>
            <a:off x="6425657" y="3145502"/>
            <a:ext cx="5230683" cy="128886"/>
            <a:chOff x="245" y="2958"/>
            <a:chExt cx="3431" cy="57"/>
          </a:xfrm>
        </p:grpSpPr>
        <p:sp>
          <p:nvSpPr>
            <p:cNvPr id="14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6" name="Text Box 32"/>
          <p:cNvSpPr txBox="1">
            <a:spLocks noChangeArrowheads="1"/>
          </p:cNvSpPr>
          <p:nvPr/>
        </p:nvSpPr>
        <p:spPr bwMode="auto">
          <a:xfrm>
            <a:off x="11652102" y="2921470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N’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19" name="Text Box 32"/>
          <p:cNvSpPr txBox="1">
            <a:spLocks noChangeArrowheads="1"/>
          </p:cNvSpPr>
          <p:nvPr/>
        </p:nvSpPr>
        <p:spPr bwMode="auto">
          <a:xfrm>
            <a:off x="5951984" y="2947204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graphicFrame>
        <p:nvGraphicFramePr>
          <p:cNvPr id="20" name="Object 37"/>
          <p:cNvGraphicFramePr>
            <a:graphicFrameLocks noChangeAspect="1"/>
          </p:cNvGraphicFramePr>
          <p:nvPr/>
        </p:nvGraphicFramePr>
        <p:xfrm>
          <a:off x="1229922" y="3118838"/>
          <a:ext cx="3487738" cy="1590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5275" name="Equation" r:id="rId7" imgW="35966400" imgH="16459200" progId="Equation.DSMT4">
                  <p:embed/>
                </p:oleObj>
              </mc:Choice>
              <mc:Fallback>
                <p:oleObj name="Equation" r:id="rId7" imgW="35966400" imgH="16459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9922" y="3118838"/>
                        <a:ext cx="3487738" cy="15906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Object 37"/>
          <p:cNvGraphicFramePr>
            <a:graphicFrameLocks noChangeAspect="1"/>
          </p:cNvGraphicFramePr>
          <p:nvPr/>
        </p:nvGraphicFramePr>
        <p:xfrm>
          <a:off x="1229922" y="4806904"/>
          <a:ext cx="6324600" cy="1120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5276" name="Equation" r:id="rId9" imgW="65227200" imgH="11582400" progId="Equation.DSMT4">
                  <p:embed/>
                </p:oleObj>
              </mc:Choice>
              <mc:Fallback>
                <p:oleObj name="Equation" r:id="rId9" imgW="65227200" imgH="115824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9922" y="4806904"/>
                        <a:ext cx="6324600" cy="11207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4" name="Rectangle 21"/>
          <p:cNvSpPr>
            <a:spLocks noChangeArrowheads="1"/>
          </p:cNvSpPr>
          <p:nvPr/>
        </p:nvSpPr>
        <p:spPr bwMode="auto">
          <a:xfrm>
            <a:off x="479376" y="861464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不对称三相电路中，已知对称三相电源的线电压为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=(30+j30)Ω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=(15+j20)Ω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(30+j40)Ω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，求电路中列出的各个电流相量值。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79376" y="2489701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sp>
        <p:nvSpPr>
          <p:cNvPr id="8" name="Rectangle 25"/>
          <p:cNvSpPr>
            <a:spLocks noChangeArrowheads="1"/>
          </p:cNvSpPr>
          <p:nvPr/>
        </p:nvSpPr>
        <p:spPr bwMode="auto">
          <a:xfrm>
            <a:off x="1127448" y="2485594"/>
            <a:ext cx="30492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负载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的电流相量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9" name="Object 29"/>
          <p:cNvGraphicFramePr>
            <a:graphicFrameLocks noChangeAspect="1"/>
          </p:cNvGraphicFramePr>
          <p:nvPr/>
        </p:nvGraphicFramePr>
        <p:xfrm>
          <a:off x="1271464" y="2998853"/>
          <a:ext cx="6848475" cy="3832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6261" name="Equation" r:id="rId1" imgW="79552800" imgH="44500800" progId="Equation.DSMT4">
                  <p:embed/>
                </p:oleObj>
              </mc:Choice>
              <mc:Fallback>
                <p:oleObj name="Equation" r:id="rId1" imgW="79552800" imgH="4450080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71464" y="2998853"/>
                        <a:ext cx="6848475" cy="3832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22"/>
          <p:cNvGraphicFramePr>
            <a:graphicFrameLocks noChangeAspect="1"/>
          </p:cNvGraphicFramePr>
          <p:nvPr/>
        </p:nvGraphicFramePr>
        <p:xfrm>
          <a:off x="7183315" y="2183287"/>
          <a:ext cx="4851889" cy="3004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6262" name="Visio" r:id="rId3" imgW="3116580" imgH="1925320" progId="Visio.Drawing.11">
                  <p:embed/>
                </p:oleObj>
              </mc:Choice>
              <mc:Fallback>
                <p:oleObj name="Visio" r:id="rId3" imgW="3116580" imgH="1925320" progId="Visio.Drawing.11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3315" y="2183287"/>
                        <a:ext cx="4851889" cy="30040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" name="Object 5"/>
          <p:cNvGraphicFramePr>
            <a:graphicFrameLocks noChangeAspect="1"/>
          </p:cNvGraphicFramePr>
          <p:nvPr/>
        </p:nvGraphicFramePr>
        <p:xfrm>
          <a:off x="6362206" y="2395707"/>
          <a:ext cx="1071563" cy="16813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6263" name="Visio" r:id="rId5" imgW="1009650" imgH="1571625" progId="Visio.Drawing.11">
                  <p:embed/>
                </p:oleObj>
              </mc:Choice>
              <mc:Fallback>
                <p:oleObj name="Visio" r:id="rId5" imgW="1009650" imgH="157162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62206" y="2395707"/>
                        <a:ext cx="1071563" cy="16813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5" name="Group 20"/>
          <p:cNvGrpSpPr/>
          <p:nvPr/>
        </p:nvGrpSpPr>
        <p:grpSpPr bwMode="auto">
          <a:xfrm>
            <a:off x="6425657" y="3145502"/>
            <a:ext cx="5230683" cy="128886"/>
            <a:chOff x="245" y="2958"/>
            <a:chExt cx="3431" cy="57"/>
          </a:xfrm>
        </p:grpSpPr>
        <p:sp>
          <p:nvSpPr>
            <p:cNvPr id="16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8" name="Text Box 32"/>
          <p:cNvSpPr txBox="1">
            <a:spLocks noChangeArrowheads="1"/>
          </p:cNvSpPr>
          <p:nvPr/>
        </p:nvSpPr>
        <p:spPr bwMode="auto">
          <a:xfrm>
            <a:off x="11652102" y="2921470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N’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19" name="Text Box 32"/>
          <p:cNvSpPr txBox="1">
            <a:spLocks noChangeArrowheads="1"/>
          </p:cNvSpPr>
          <p:nvPr/>
        </p:nvSpPr>
        <p:spPr bwMode="auto">
          <a:xfrm>
            <a:off x="5951984" y="2947204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4" name="Rectangle 21"/>
          <p:cNvSpPr>
            <a:spLocks noChangeArrowheads="1"/>
          </p:cNvSpPr>
          <p:nvPr/>
        </p:nvSpPr>
        <p:spPr bwMode="auto">
          <a:xfrm>
            <a:off x="479376" y="861464"/>
            <a:ext cx="110892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不对称三相电路中，已知对称三相电源的线电压为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=(30+j30)Ω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=(20+j40)Ω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=(15+j20)Ω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= (30+j40)Ω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，求电路中列出的各个电流相量值。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79376" y="2489701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800" b="1" dirty="0">
                <a:solidFill>
                  <a:srgbClr val="0000FF"/>
                </a:solidFill>
              </a:rPr>
              <a:t>解：</a:t>
            </a:r>
            <a:endParaRPr lang="zh-CN" altLang="en-US" sz="2800" b="1" dirty="0">
              <a:solidFill>
                <a:srgbClr val="0000FF"/>
              </a:solidFill>
            </a:endParaRPr>
          </a:p>
        </p:txBody>
      </p:sp>
      <p:grpSp>
        <p:nvGrpSpPr>
          <p:cNvPr id="13" name="Group 35"/>
          <p:cNvGrpSpPr/>
          <p:nvPr/>
        </p:nvGrpSpPr>
        <p:grpSpPr bwMode="auto">
          <a:xfrm>
            <a:off x="1132006" y="3145924"/>
            <a:ext cx="3392365" cy="3531575"/>
            <a:chOff x="1729" y="2455"/>
            <a:chExt cx="2315" cy="2410"/>
          </a:xfrm>
        </p:grpSpPr>
        <p:graphicFrame>
          <p:nvGraphicFramePr>
            <p:cNvPr id="14" name="Object 28"/>
            <p:cNvGraphicFramePr>
              <a:graphicFrameLocks noChangeAspect="1"/>
            </p:cNvGraphicFramePr>
            <p:nvPr/>
          </p:nvGraphicFramePr>
          <p:xfrm>
            <a:off x="1740" y="2455"/>
            <a:ext cx="2304" cy="75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7431" name="Equation" r:id="rId1" imgW="32918400" imgH="10972800" progId="Equation.DSMT4">
                    <p:embed/>
                  </p:oleObj>
                </mc:Choice>
                <mc:Fallback>
                  <p:oleObj name="Equation" r:id="rId1" imgW="32918400" imgH="109728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40" y="2455"/>
                          <a:ext cx="2304" cy="75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" name="Object 27"/>
            <p:cNvGraphicFramePr>
              <a:graphicFrameLocks noChangeAspect="1"/>
            </p:cNvGraphicFramePr>
            <p:nvPr/>
          </p:nvGraphicFramePr>
          <p:xfrm>
            <a:off x="1740" y="3336"/>
            <a:ext cx="2212" cy="6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7432" name="Equation" r:id="rId3" imgW="36271200" imgH="10972800" progId="Equation.DSMT4">
                    <p:embed/>
                  </p:oleObj>
                </mc:Choice>
                <mc:Fallback>
                  <p:oleObj name="Equation" r:id="rId3" imgW="36271200" imgH="109728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40" y="3336"/>
                          <a:ext cx="2212" cy="661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6" name="Object 26"/>
            <p:cNvGraphicFramePr>
              <a:graphicFrameLocks noChangeAspect="1"/>
            </p:cNvGraphicFramePr>
            <p:nvPr/>
          </p:nvGraphicFramePr>
          <p:xfrm>
            <a:off x="1729" y="4142"/>
            <a:ext cx="2236" cy="72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97433" name="Equation" r:id="rId5" imgW="32004000" imgH="10972800" progId="Equation.DSMT4">
                    <p:embed/>
                  </p:oleObj>
                </mc:Choice>
                <mc:Fallback>
                  <p:oleObj name="Equation" r:id="rId5" imgW="32004000" imgH="10972800" progId="Equation.DSMT4">
                    <p:embed/>
                    <p:pic>
                      <p:nvPicPr>
                        <p:cNvPr id="0" name="Object 2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29" y="4142"/>
                          <a:ext cx="2236" cy="72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7" name="Rectangle 34"/>
          <p:cNvSpPr>
            <a:spLocks noChangeArrowheads="1"/>
          </p:cNvSpPr>
          <p:nvPr/>
        </p:nvSpPr>
        <p:spPr bwMode="auto">
          <a:xfrm>
            <a:off x="1109924" y="2495055"/>
            <a:ext cx="19880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线电流相量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1" name="Object 22"/>
          <p:cNvGraphicFramePr>
            <a:graphicFrameLocks noChangeAspect="1"/>
          </p:cNvGraphicFramePr>
          <p:nvPr/>
        </p:nvGraphicFramePr>
        <p:xfrm>
          <a:off x="7183315" y="2183287"/>
          <a:ext cx="4851889" cy="3004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7434" name="Visio" r:id="rId7" imgW="3116580" imgH="1925320" progId="Visio.Drawing.11">
                  <p:embed/>
                </p:oleObj>
              </mc:Choice>
              <mc:Fallback>
                <p:oleObj name="Visio" r:id="rId7" imgW="3116580" imgH="1925320" progId="Visio.Drawing.11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3315" y="2183287"/>
                        <a:ext cx="4851889" cy="30040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" name="Object 5"/>
          <p:cNvGraphicFramePr>
            <a:graphicFrameLocks noChangeAspect="1"/>
          </p:cNvGraphicFramePr>
          <p:nvPr/>
        </p:nvGraphicFramePr>
        <p:xfrm>
          <a:off x="6362206" y="2395707"/>
          <a:ext cx="1071563" cy="16813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7435" name="Visio" r:id="rId9" imgW="1009650" imgH="1571625" progId="Visio.Drawing.11">
                  <p:embed/>
                </p:oleObj>
              </mc:Choice>
              <mc:Fallback>
                <p:oleObj name="Visio" r:id="rId9" imgW="1009650" imgH="1571625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62206" y="2395707"/>
                        <a:ext cx="1071563" cy="16813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0" name="Group 20"/>
          <p:cNvGrpSpPr/>
          <p:nvPr/>
        </p:nvGrpSpPr>
        <p:grpSpPr bwMode="auto">
          <a:xfrm>
            <a:off x="6425657" y="3145502"/>
            <a:ext cx="5230683" cy="128886"/>
            <a:chOff x="245" y="2958"/>
            <a:chExt cx="3431" cy="57"/>
          </a:xfrm>
        </p:grpSpPr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245" y="2958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2" name="Oval 24"/>
            <p:cNvSpPr>
              <a:spLocks noChangeArrowheads="1"/>
            </p:cNvSpPr>
            <p:nvPr/>
          </p:nvSpPr>
          <p:spPr bwMode="auto">
            <a:xfrm>
              <a:off x="3620" y="2959"/>
              <a:ext cx="56" cy="56"/>
            </a:xfrm>
            <a:prstGeom prst="ellipse">
              <a:avLst/>
            </a:prstGeom>
            <a:solidFill>
              <a:srgbClr val="FF0000"/>
            </a:solidFill>
            <a:ln w="28575" algn="ctr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3" name="Text Box 32"/>
          <p:cNvSpPr txBox="1">
            <a:spLocks noChangeArrowheads="1"/>
          </p:cNvSpPr>
          <p:nvPr/>
        </p:nvSpPr>
        <p:spPr bwMode="auto">
          <a:xfrm>
            <a:off x="11652102" y="2921470"/>
            <a:ext cx="5645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N’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  <p:sp>
        <p:nvSpPr>
          <p:cNvPr id="24" name="Text Box 32"/>
          <p:cNvSpPr txBox="1">
            <a:spLocks noChangeArrowheads="1"/>
          </p:cNvSpPr>
          <p:nvPr/>
        </p:nvSpPr>
        <p:spPr bwMode="auto">
          <a:xfrm>
            <a:off x="5951984" y="2947204"/>
            <a:ext cx="44435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en-US" altLang="zh-CN" sz="2800" b="1" kern="0" dirty="0">
                <a:solidFill>
                  <a:srgbClr val="FF0000"/>
                </a:solidFill>
              </a:rPr>
              <a:t>N</a:t>
            </a:r>
            <a:endParaRPr lang="en-US" altLang="zh-CN" sz="2800" b="1" kern="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04" name="Text Box 2"/>
          <p:cNvSpPr txBox="1">
            <a:spLocks noChangeArrowheads="1"/>
          </p:cNvSpPr>
          <p:nvPr/>
        </p:nvSpPr>
        <p:spPr bwMode="auto">
          <a:xfrm>
            <a:off x="551384" y="836712"/>
            <a:ext cx="5697016" cy="53340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eaLnBrk="1" hangingPunct="1">
              <a:lnSpc>
                <a:spcPct val="110000"/>
              </a:lnSpc>
              <a:spcBef>
                <a:spcPct val="50000"/>
              </a:spcBef>
              <a:defRPr/>
            </a:pP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照明系统故障分析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50" name="Text Box 48"/>
          <p:cNvSpPr txBox="1">
            <a:spLocks noChangeArrowheads="1"/>
          </p:cNvSpPr>
          <p:nvPr/>
        </p:nvSpPr>
        <p:spPr bwMode="auto">
          <a:xfrm>
            <a:off x="1199456" y="1302419"/>
            <a:ext cx="8983715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>
              <a:lnSpc>
                <a:spcPct val="105000"/>
              </a:lnSpc>
              <a:spcBef>
                <a:spcPct val="20000"/>
              </a:spcBef>
              <a:defRPr/>
            </a:pP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  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(1) A</a:t>
            </a: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相短路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: </a:t>
            </a: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中性线未断时，求各相负载电压；</a:t>
            </a:r>
            <a:endParaRPr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>
              <a:lnSpc>
                <a:spcPct val="105000"/>
              </a:lnSpc>
              <a:spcBef>
                <a:spcPct val="20000"/>
              </a:spcBef>
              <a:defRPr/>
            </a:pP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                         中性线断开时，求各相负载电压。</a:t>
            </a:r>
            <a:endParaRPr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>
              <a:lnSpc>
                <a:spcPct val="105000"/>
              </a:lnSpc>
              <a:spcBef>
                <a:spcPct val="20000"/>
              </a:spcBef>
              <a:defRPr/>
            </a:pP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  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(2) A</a:t>
            </a: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相断路</a:t>
            </a:r>
            <a:r>
              <a:rPr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: </a:t>
            </a: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中性线未断时，求各相负载电压；</a:t>
            </a:r>
            <a:endParaRPr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  <a:p>
            <a:pPr>
              <a:lnSpc>
                <a:spcPct val="105000"/>
              </a:lnSpc>
              <a:spcBef>
                <a:spcPct val="20000"/>
              </a:spcBef>
              <a:defRPr/>
            </a:pPr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                         中性线断开时，求各相负载电压。</a:t>
            </a:r>
            <a:endParaRPr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51" name="Text Box 3"/>
          <p:cNvSpPr txBox="1">
            <a:spLocks noChangeArrowheads="1"/>
          </p:cNvSpPr>
          <p:nvPr/>
        </p:nvSpPr>
        <p:spPr bwMode="auto">
          <a:xfrm>
            <a:off x="623341" y="3284984"/>
            <a:ext cx="75332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marL="663575" indent="-6635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9417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322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663575" marR="0" lvl="0" indent="-663575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解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:</a:t>
            </a:r>
            <a:endParaRPr kumimoji="1" lang="zh-CN" altLang="zh-CN" sz="3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52" name="Rectangle 4"/>
          <p:cNvSpPr>
            <a:spLocks noChangeArrowheads="1"/>
          </p:cNvSpPr>
          <p:nvPr/>
        </p:nvSpPr>
        <p:spPr bwMode="auto">
          <a:xfrm>
            <a:off x="1718251" y="3803235"/>
            <a:ext cx="243848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B0F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① 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B0F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中性线未断</a:t>
            </a:r>
            <a:endParaRPr kumimoji="1" lang="zh-CN" altLang="zh-CN" sz="2800" b="1" i="0" u="none" strike="noStrike" kern="0" cap="none" spc="0" normalizeH="0" baseline="0" noProof="0" dirty="0">
              <a:ln>
                <a:noFill/>
              </a:ln>
              <a:solidFill>
                <a:srgbClr val="00B0F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53" name="Group 5"/>
          <p:cNvGrpSpPr/>
          <p:nvPr/>
        </p:nvGrpSpPr>
        <p:grpSpPr bwMode="auto">
          <a:xfrm>
            <a:off x="9728365" y="3646400"/>
            <a:ext cx="800312" cy="1194162"/>
            <a:chOff x="4032" y="2330"/>
            <a:chExt cx="588" cy="1240"/>
          </a:xfrm>
        </p:grpSpPr>
        <p:sp>
          <p:nvSpPr>
            <p:cNvPr id="54" name="Line 6"/>
            <p:cNvSpPr>
              <a:spLocks noChangeShapeType="1"/>
            </p:cNvSpPr>
            <p:nvPr/>
          </p:nvSpPr>
          <p:spPr bwMode="auto">
            <a:xfrm flipH="1">
              <a:off x="4236" y="2330"/>
              <a:ext cx="384" cy="52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55" name="Line 7"/>
            <p:cNvSpPr>
              <a:spLocks noChangeShapeType="1"/>
            </p:cNvSpPr>
            <p:nvPr/>
          </p:nvSpPr>
          <p:spPr bwMode="auto">
            <a:xfrm flipV="1">
              <a:off x="4224" y="2784"/>
              <a:ext cx="312" cy="7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56" name="Line 8"/>
            <p:cNvSpPr>
              <a:spLocks noChangeShapeType="1"/>
            </p:cNvSpPr>
            <p:nvPr/>
          </p:nvSpPr>
          <p:spPr bwMode="auto">
            <a:xfrm flipH="1">
              <a:off x="4032" y="2790"/>
              <a:ext cx="492" cy="78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57" name="Group 9"/>
          <p:cNvGrpSpPr/>
          <p:nvPr/>
        </p:nvGrpSpPr>
        <p:grpSpPr bwMode="auto">
          <a:xfrm>
            <a:off x="7453485" y="3468962"/>
            <a:ext cx="4475163" cy="3235326"/>
            <a:chOff x="2736" y="2256"/>
            <a:chExt cx="2819" cy="2038"/>
          </a:xfrm>
        </p:grpSpPr>
        <p:sp>
          <p:nvSpPr>
            <p:cNvPr id="58" name="Text Box 10"/>
            <p:cNvSpPr txBox="1">
              <a:spLocks noChangeArrowheads="1"/>
            </p:cNvSpPr>
            <p:nvPr/>
          </p:nvSpPr>
          <p:spPr bwMode="auto">
            <a:xfrm>
              <a:off x="2736" y="3368"/>
              <a:ext cx="39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zh-CN" sz="2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     </a:t>
              </a:r>
              <a:endParaRPr kumimoji="1" lang="en-US" altLang="zh-CN" sz="2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59" name="Line 11"/>
            <p:cNvSpPr>
              <a:spLocks noChangeShapeType="1"/>
            </p:cNvSpPr>
            <p:nvPr/>
          </p:nvSpPr>
          <p:spPr bwMode="auto">
            <a:xfrm>
              <a:off x="4831" y="2440"/>
              <a:ext cx="0" cy="2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0" name="Oval 12"/>
            <p:cNvSpPr>
              <a:spLocks noChangeArrowheads="1"/>
            </p:cNvSpPr>
            <p:nvPr/>
          </p:nvSpPr>
          <p:spPr bwMode="auto">
            <a:xfrm>
              <a:off x="3079" y="3628"/>
              <a:ext cx="48" cy="48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1" name="Rectangle 13"/>
            <p:cNvSpPr>
              <a:spLocks noChangeArrowheads="1"/>
            </p:cNvSpPr>
            <p:nvPr/>
          </p:nvSpPr>
          <p:spPr bwMode="auto">
            <a:xfrm>
              <a:off x="4795" y="2860"/>
              <a:ext cx="46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  <a:r>
                <a:rPr kumimoji="1" lang="en-US" altLang="zh-CN" sz="2800" b="1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´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4843" y="2884"/>
              <a:ext cx="0" cy="2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 rot="7079317">
              <a:off x="4939" y="3028"/>
              <a:ext cx="0" cy="2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4" name="Line 16"/>
            <p:cNvSpPr>
              <a:spLocks noChangeShapeType="1"/>
            </p:cNvSpPr>
            <p:nvPr/>
          </p:nvSpPr>
          <p:spPr bwMode="auto">
            <a:xfrm rot="7079317" flipV="1">
              <a:off x="5370" y="3279"/>
              <a:ext cx="0" cy="3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5" name="Line 17"/>
            <p:cNvSpPr>
              <a:spLocks noChangeShapeType="1"/>
            </p:cNvSpPr>
            <p:nvPr/>
          </p:nvSpPr>
          <p:spPr bwMode="auto">
            <a:xfrm rot="-7079317" flipH="1" flipV="1">
              <a:off x="4717" y="3010"/>
              <a:ext cx="12" cy="3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6" name="Line 18"/>
            <p:cNvSpPr>
              <a:spLocks noChangeShapeType="1"/>
            </p:cNvSpPr>
            <p:nvPr/>
          </p:nvSpPr>
          <p:spPr bwMode="auto">
            <a:xfrm rot="-7079317" flipH="1" flipV="1">
              <a:off x="4262" y="3283"/>
              <a:ext cx="0" cy="3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7" name="Line 19"/>
            <p:cNvSpPr>
              <a:spLocks noChangeShapeType="1"/>
            </p:cNvSpPr>
            <p:nvPr/>
          </p:nvSpPr>
          <p:spPr bwMode="auto">
            <a:xfrm>
              <a:off x="5515" y="3508"/>
              <a:ext cx="0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8" name="Line 20"/>
            <p:cNvSpPr>
              <a:spLocks noChangeShapeType="1"/>
            </p:cNvSpPr>
            <p:nvPr/>
          </p:nvSpPr>
          <p:spPr bwMode="auto">
            <a:xfrm>
              <a:off x="3115" y="4132"/>
              <a:ext cx="10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69" name="Rectangle 21"/>
            <p:cNvSpPr>
              <a:spLocks noChangeArrowheads="1"/>
            </p:cNvSpPr>
            <p:nvPr/>
          </p:nvSpPr>
          <p:spPr bwMode="auto">
            <a:xfrm>
              <a:off x="4916" y="2596"/>
              <a:ext cx="37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R</a:t>
              </a:r>
              <a:r>
                <a:rPr kumimoji="1" lang="en-US" altLang="zh-CN" sz="28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0" name="Rectangle 22"/>
            <p:cNvSpPr>
              <a:spLocks noChangeArrowheads="1"/>
            </p:cNvSpPr>
            <p:nvPr/>
          </p:nvSpPr>
          <p:spPr bwMode="auto">
            <a:xfrm>
              <a:off x="4025" y="3082"/>
              <a:ext cx="38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R</a:t>
              </a:r>
              <a:r>
                <a:rPr kumimoji="1" lang="en-US" altLang="zh-CN" sz="28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71" name="Group 23"/>
            <p:cNvGrpSpPr/>
            <p:nvPr/>
          </p:nvGrpSpPr>
          <p:grpSpPr bwMode="auto">
            <a:xfrm>
              <a:off x="4747" y="2692"/>
              <a:ext cx="192" cy="187"/>
              <a:chOff x="4896" y="2537"/>
              <a:chExt cx="192" cy="187"/>
            </a:xfrm>
          </p:grpSpPr>
          <p:sp>
            <p:nvSpPr>
              <p:cNvPr id="92" name="Oval 24"/>
              <p:cNvSpPr>
                <a:spLocks noChangeArrowheads="1"/>
              </p:cNvSpPr>
              <p:nvPr/>
            </p:nvSpPr>
            <p:spPr bwMode="auto">
              <a:xfrm>
                <a:off x="4896" y="2537"/>
                <a:ext cx="192" cy="187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3" name="Line 25"/>
              <p:cNvSpPr>
                <a:spLocks noChangeShapeType="1"/>
              </p:cNvSpPr>
              <p:nvPr/>
            </p:nvSpPr>
            <p:spPr bwMode="auto">
              <a:xfrm>
                <a:off x="4928" y="2568"/>
                <a:ext cx="128" cy="1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4" name="Line 26"/>
              <p:cNvSpPr>
                <a:spLocks noChangeShapeType="1"/>
              </p:cNvSpPr>
              <p:nvPr/>
            </p:nvSpPr>
            <p:spPr bwMode="auto">
              <a:xfrm flipH="1">
                <a:off x="4928" y="2568"/>
                <a:ext cx="128" cy="1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72" name="Group 27"/>
            <p:cNvGrpSpPr/>
            <p:nvPr/>
          </p:nvGrpSpPr>
          <p:grpSpPr bwMode="auto">
            <a:xfrm>
              <a:off x="5035" y="3220"/>
              <a:ext cx="192" cy="187"/>
              <a:chOff x="4896" y="2537"/>
              <a:chExt cx="192" cy="187"/>
            </a:xfrm>
          </p:grpSpPr>
          <p:sp>
            <p:nvSpPr>
              <p:cNvPr id="89" name="Oval 28"/>
              <p:cNvSpPr>
                <a:spLocks noChangeArrowheads="1"/>
              </p:cNvSpPr>
              <p:nvPr/>
            </p:nvSpPr>
            <p:spPr bwMode="auto">
              <a:xfrm>
                <a:off x="4896" y="2537"/>
                <a:ext cx="192" cy="187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0" name="Line 29"/>
              <p:cNvSpPr>
                <a:spLocks noChangeShapeType="1"/>
              </p:cNvSpPr>
              <p:nvPr/>
            </p:nvSpPr>
            <p:spPr bwMode="auto">
              <a:xfrm>
                <a:off x="4928" y="2568"/>
                <a:ext cx="128" cy="1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1" name="Line 30"/>
              <p:cNvSpPr>
                <a:spLocks noChangeShapeType="1"/>
              </p:cNvSpPr>
              <p:nvPr/>
            </p:nvSpPr>
            <p:spPr bwMode="auto">
              <a:xfrm flipH="1">
                <a:off x="4928" y="2568"/>
                <a:ext cx="128" cy="1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73" name="Group 31"/>
            <p:cNvGrpSpPr/>
            <p:nvPr/>
          </p:nvGrpSpPr>
          <p:grpSpPr bwMode="auto">
            <a:xfrm>
              <a:off x="4385" y="3220"/>
              <a:ext cx="192" cy="187"/>
              <a:chOff x="4896" y="2537"/>
              <a:chExt cx="192" cy="187"/>
            </a:xfrm>
          </p:grpSpPr>
          <p:sp>
            <p:nvSpPr>
              <p:cNvPr id="86" name="Oval 32"/>
              <p:cNvSpPr>
                <a:spLocks noChangeArrowheads="1"/>
              </p:cNvSpPr>
              <p:nvPr/>
            </p:nvSpPr>
            <p:spPr bwMode="auto">
              <a:xfrm>
                <a:off x="4896" y="2537"/>
                <a:ext cx="192" cy="187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87" name="Line 33"/>
              <p:cNvSpPr>
                <a:spLocks noChangeShapeType="1"/>
              </p:cNvSpPr>
              <p:nvPr/>
            </p:nvSpPr>
            <p:spPr bwMode="auto">
              <a:xfrm>
                <a:off x="4928" y="2568"/>
                <a:ext cx="128" cy="1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88" name="Line 34"/>
              <p:cNvSpPr>
                <a:spLocks noChangeShapeType="1"/>
              </p:cNvSpPr>
              <p:nvPr/>
            </p:nvSpPr>
            <p:spPr bwMode="auto">
              <a:xfrm flipH="1">
                <a:off x="4928" y="2568"/>
                <a:ext cx="128" cy="1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74" name="Line 35"/>
            <p:cNvSpPr>
              <a:spLocks noChangeShapeType="1"/>
            </p:cNvSpPr>
            <p:nvPr/>
          </p:nvSpPr>
          <p:spPr bwMode="auto">
            <a:xfrm>
              <a:off x="3115" y="3106"/>
              <a:ext cx="1740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5" name="Line 36"/>
            <p:cNvSpPr>
              <a:spLocks noChangeShapeType="1"/>
            </p:cNvSpPr>
            <p:nvPr/>
          </p:nvSpPr>
          <p:spPr bwMode="auto">
            <a:xfrm>
              <a:off x="4123" y="3504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6" name="Rectangle 37"/>
            <p:cNvSpPr>
              <a:spLocks noChangeArrowheads="1"/>
            </p:cNvSpPr>
            <p:nvPr/>
          </p:nvSpPr>
          <p:spPr bwMode="auto">
            <a:xfrm>
              <a:off x="5187" y="3028"/>
              <a:ext cx="368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R</a:t>
              </a:r>
              <a:r>
                <a:rPr kumimoji="1" lang="en-US" altLang="zh-CN" sz="2800" b="1" i="0" u="none" strike="noStrike" kern="0" cap="none" spc="0" normalizeH="0" baseline="-2500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7" name="Oval 38"/>
            <p:cNvSpPr>
              <a:spLocks noChangeArrowheads="1"/>
            </p:cNvSpPr>
            <p:nvPr/>
          </p:nvSpPr>
          <p:spPr bwMode="auto">
            <a:xfrm>
              <a:off x="3067" y="3088"/>
              <a:ext cx="48" cy="48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8" name="Oval 39"/>
            <p:cNvSpPr>
              <a:spLocks noChangeArrowheads="1"/>
            </p:cNvSpPr>
            <p:nvPr/>
          </p:nvSpPr>
          <p:spPr bwMode="auto">
            <a:xfrm>
              <a:off x="3073" y="2405"/>
              <a:ext cx="48" cy="48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79" name="Oval 40"/>
            <p:cNvSpPr>
              <a:spLocks noChangeArrowheads="1"/>
            </p:cNvSpPr>
            <p:nvPr/>
          </p:nvSpPr>
          <p:spPr bwMode="auto">
            <a:xfrm>
              <a:off x="3067" y="4108"/>
              <a:ext cx="48" cy="48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0" name="Text Box 41"/>
            <p:cNvSpPr txBox="1">
              <a:spLocks noChangeArrowheads="1"/>
            </p:cNvSpPr>
            <p:nvPr/>
          </p:nvSpPr>
          <p:spPr bwMode="auto">
            <a:xfrm>
              <a:off x="2805" y="2256"/>
              <a:ext cx="28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1" name="Text Box 42"/>
            <p:cNvSpPr txBox="1">
              <a:spLocks noChangeArrowheads="1"/>
            </p:cNvSpPr>
            <p:nvPr/>
          </p:nvSpPr>
          <p:spPr bwMode="auto">
            <a:xfrm>
              <a:off x="2807" y="3444"/>
              <a:ext cx="267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2" name="Text Box 43"/>
            <p:cNvSpPr txBox="1">
              <a:spLocks noChangeArrowheads="1"/>
            </p:cNvSpPr>
            <p:nvPr/>
          </p:nvSpPr>
          <p:spPr bwMode="auto">
            <a:xfrm>
              <a:off x="2808" y="2946"/>
              <a:ext cx="28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3" name="Line 44"/>
            <p:cNvSpPr>
              <a:spLocks noChangeShapeType="1"/>
            </p:cNvSpPr>
            <p:nvPr/>
          </p:nvSpPr>
          <p:spPr bwMode="auto">
            <a:xfrm>
              <a:off x="3120" y="2428"/>
              <a:ext cx="17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4" name="Text Box 45"/>
            <p:cNvSpPr txBox="1">
              <a:spLocks noChangeArrowheads="1"/>
            </p:cNvSpPr>
            <p:nvPr/>
          </p:nvSpPr>
          <p:spPr bwMode="auto">
            <a:xfrm>
              <a:off x="2805" y="3964"/>
              <a:ext cx="28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85" name="Line 46"/>
            <p:cNvSpPr>
              <a:spLocks noChangeShapeType="1"/>
            </p:cNvSpPr>
            <p:nvPr/>
          </p:nvSpPr>
          <p:spPr bwMode="auto">
            <a:xfrm flipH="1">
              <a:off x="3115" y="3652"/>
              <a:ext cx="24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5" name="Rectangle 47"/>
          <p:cNvSpPr>
            <a:spLocks noChangeArrowheads="1"/>
          </p:cNvSpPr>
          <p:nvPr/>
        </p:nvSpPr>
        <p:spPr bwMode="auto">
          <a:xfrm>
            <a:off x="2135560" y="4342245"/>
            <a:ext cx="4165957" cy="21110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lnSpc>
                <a:spcPct val="120000"/>
              </a:lnSpc>
              <a:spcBef>
                <a:spcPct val="50000"/>
              </a:spcBef>
              <a:defRPr/>
            </a:pP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此时</a:t>
            </a:r>
            <a:r>
              <a:rPr kumimoji="1" lang="zh-CN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A相短路电流很大，将A相熔断丝熔断，而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B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相和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相未受影响，其相电压仍为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220V, 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正常工作。</a:t>
            </a:r>
            <a:r>
              <a:rPr kumimoji="1" lang="zh-CN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             </a:t>
            </a:r>
            <a:endParaRPr kumimoji="1" lang="zh-CN" altLang="zh-CN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97" name="Text Box 3"/>
          <p:cNvSpPr txBox="1">
            <a:spLocks noChangeArrowheads="1"/>
          </p:cNvSpPr>
          <p:nvPr/>
        </p:nvSpPr>
        <p:spPr bwMode="auto">
          <a:xfrm>
            <a:off x="1200457" y="3282629"/>
            <a:ext cx="3505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marL="663575" indent="-6635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9417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322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663575" marR="0" lvl="0" indent="-663575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(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)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A相短路</a:t>
            </a:r>
            <a:endParaRPr kumimoji="1" lang="zh-CN" altLang="zh-CN" sz="3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98" name="矩形 97"/>
          <p:cNvSpPr/>
          <p:nvPr/>
        </p:nvSpPr>
        <p:spPr bwMode="auto">
          <a:xfrm>
            <a:off x="8623632" y="3630572"/>
            <a:ext cx="631098" cy="241113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 autoUpdateAnimBg="0"/>
      <p:bldP spid="95" grpId="0" autoUpdateAnimBg="0"/>
      <p:bldP spid="97" grpId="0"/>
      <p:bldP spid="98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4" name="Text Box 2"/>
          <p:cNvSpPr txBox="1">
            <a:spLocks noChangeArrowheads="1"/>
          </p:cNvSpPr>
          <p:nvPr/>
        </p:nvSpPr>
        <p:spPr bwMode="auto">
          <a:xfrm>
            <a:off x="551384" y="836712"/>
            <a:ext cx="5697016" cy="53340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eaLnBrk="1" hangingPunct="1">
              <a:lnSpc>
                <a:spcPct val="110000"/>
              </a:lnSpc>
              <a:spcBef>
                <a:spcPct val="50000"/>
              </a:spcBef>
              <a:defRPr/>
            </a:pP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照明系统故障分析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5" name="Text Box 3"/>
          <p:cNvSpPr txBox="1">
            <a:spLocks noChangeArrowheads="1"/>
          </p:cNvSpPr>
          <p:nvPr/>
        </p:nvSpPr>
        <p:spPr bwMode="auto">
          <a:xfrm>
            <a:off x="623341" y="1343123"/>
            <a:ext cx="75332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marL="663575" indent="-6635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9417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322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663575" marR="0" lvl="0" indent="-663575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解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:</a:t>
            </a:r>
            <a:endParaRPr kumimoji="1" lang="zh-CN" altLang="zh-CN" sz="3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86" name="Rectangle 4"/>
          <p:cNvSpPr>
            <a:spLocks noChangeArrowheads="1"/>
          </p:cNvSpPr>
          <p:nvPr/>
        </p:nvSpPr>
        <p:spPr bwMode="auto">
          <a:xfrm>
            <a:off x="1748709" y="1844824"/>
            <a:ext cx="243848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B0F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② 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B0F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中性线断</a:t>
            </a:r>
            <a:r>
              <a:rPr lang="zh-CN" altLang="en-US" sz="2800" b="1" kern="0" dirty="0">
                <a:solidFill>
                  <a:srgbClr val="00B0F0"/>
                </a:solidFill>
              </a:rPr>
              <a:t>开</a:t>
            </a:r>
            <a:endParaRPr kumimoji="1" lang="zh-CN" altLang="zh-CN" sz="2800" b="1" i="0" u="none" strike="noStrike" kern="0" cap="none" spc="0" normalizeH="0" baseline="0" noProof="0" dirty="0">
              <a:ln>
                <a:noFill/>
              </a:ln>
              <a:solidFill>
                <a:srgbClr val="00B0F0"/>
              </a:solidFill>
              <a:uLnTx/>
              <a:uFillTx/>
            </a:endParaRPr>
          </a:p>
        </p:txBody>
      </p:sp>
      <p:sp>
        <p:nvSpPr>
          <p:cNvPr id="87" name="Text Box 3"/>
          <p:cNvSpPr txBox="1">
            <a:spLocks noChangeArrowheads="1"/>
          </p:cNvSpPr>
          <p:nvPr/>
        </p:nvSpPr>
        <p:spPr bwMode="auto">
          <a:xfrm>
            <a:off x="1200457" y="1340768"/>
            <a:ext cx="3505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marL="663575" indent="-6635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9417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322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663575" marR="0" lvl="0" indent="-663575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(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1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)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A相短路</a:t>
            </a:r>
            <a:endParaRPr kumimoji="1" lang="zh-CN" altLang="zh-CN" sz="3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88" name="AutoShape 2"/>
          <p:cNvSpPr>
            <a:spLocks noChangeArrowheads="1"/>
          </p:cNvSpPr>
          <p:nvPr/>
        </p:nvSpPr>
        <p:spPr bwMode="auto">
          <a:xfrm rot="16200000">
            <a:off x="8948464" y="3224808"/>
            <a:ext cx="609600" cy="457200"/>
          </a:xfrm>
          <a:prstGeom prst="notchedRightArrow">
            <a:avLst>
              <a:gd name="adj1" fmla="val 50000"/>
              <a:gd name="adj2" fmla="val 33333"/>
            </a:avLst>
          </a:prstGeom>
          <a:solidFill>
            <a:srgbClr val="FFFF66"/>
          </a:solidFill>
          <a:ln w="9525">
            <a:solidFill>
              <a:srgbClr val="FF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89" name="Rectangle 3"/>
          <p:cNvSpPr>
            <a:spLocks noChangeArrowheads="1"/>
          </p:cNvSpPr>
          <p:nvPr/>
        </p:nvSpPr>
        <p:spPr bwMode="auto">
          <a:xfrm>
            <a:off x="2010888" y="5428674"/>
            <a:ext cx="9617276" cy="1117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lnSpc>
                <a:spcPct val="120000"/>
              </a:lnSpc>
              <a:defRPr/>
            </a:pP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此情况下，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B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相和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相的电灯组由于承受电压上所加的电压都超过额定电压（</a:t>
            </a: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220V)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，这是不允许的。       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90" name="Group 5"/>
          <p:cNvGrpSpPr/>
          <p:nvPr/>
        </p:nvGrpSpPr>
        <p:grpSpPr bwMode="auto">
          <a:xfrm>
            <a:off x="9558052" y="1853420"/>
            <a:ext cx="811201" cy="1199940"/>
            <a:chOff x="4032" y="2324"/>
            <a:chExt cx="596" cy="1246"/>
          </a:xfrm>
        </p:grpSpPr>
        <p:sp>
          <p:nvSpPr>
            <p:cNvPr id="91" name="Line 6"/>
            <p:cNvSpPr>
              <a:spLocks noChangeShapeType="1"/>
            </p:cNvSpPr>
            <p:nvPr/>
          </p:nvSpPr>
          <p:spPr bwMode="auto">
            <a:xfrm flipH="1">
              <a:off x="4244" y="2324"/>
              <a:ext cx="384" cy="52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2" name="Line 7"/>
            <p:cNvSpPr>
              <a:spLocks noChangeShapeType="1"/>
            </p:cNvSpPr>
            <p:nvPr/>
          </p:nvSpPr>
          <p:spPr bwMode="auto">
            <a:xfrm flipV="1">
              <a:off x="4224" y="2784"/>
              <a:ext cx="312" cy="7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3" name="Line 8"/>
            <p:cNvSpPr>
              <a:spLocks noChangeShapeType="1"/>
            </p:cNvSpPr>
            <p:nvPr/>
          </p:nvSpPr>
          <p:spPr bwMode="auto">
            <a:xfrm flipH="1">
              <a:off x="4032" y="2790"/>
              <a:ext cx="492" cy="78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94" name="Text Box 9"/>
          <p:cNvSpPr txBox="1">
            <a:spLocks noChangeArrowheads="1"/>
          </p:cNvSpPr>
          <p:nvPr/>
        </p:nvSpPr>
        <p:spPr bwMode="auto">
          <a:xfrm>
            <a:off x="2102114" y="2336230"/>
            <a:ext cx="4360692" cy="112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lnSpc>
                <a:spcPct val="120000"/>
              </a:lnSpc>
              <a:defRPr/>
            </a:pP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此时负载中性点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´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即为</a:t>
            </a:r>
            <a:r>
              <a:rPr kumimoji="1" lang="en-US" altLang="zh-CN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A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，因此负载各相电压为</a:t>
            </a:r>
            <a:endParaRPr kumimoji="1"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95" name="Object 10"/>
          <p:cNvGraphicFramePr>
            <a:graphicFrameLocks noChangeAspect="1"/>
          </p:cNvGraphicFramePr>
          <p:nvPr/>
        </p:nvGraphicFramePr>
        <p:xfrm>
          <a:off x="2152377" y="3564454"/>
          <a:ext cx="3400425" cy="169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29056" name="Equation" r:id="rId1" imgW="1498600" imgH="685800" progId="Equation.3">
                  <p:embed/>
                </p:oleObj>
              </mc:Choice>
              <mc:Fallback>
                <p:oleObj name="Equation" r:id="rId1" imgW="1498600" imgH="685800" progId="Equation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52377" y="3564454"/>
                        <a:ext cx="3400425" cy="169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6" name="Group 11"/>
          <p:cNvGrpSpPr/>
          <p:nvPr/>
        </p:nvGrpSpPr>
        <p:grpSpPr bwMode="auto">
          <a:xfrm>
            <a:off x="10929664" y="2081808"/>
            <a:ext cx="228600" cy="762000"/>
            <a:chOff x="4800" y="672"/>
            <a:chExt cx="144" cy="480"/>
          </a:xfrm>
        </p:grpSpPr>
        <p:sp>
          <p:nvSpPr>
            <p:cNvPr id="97" name="Line 12"/>
            <p:cNvSpPr>
              <a:spLocks noChangeShapeType="1"/>
            </p:cNvSpPr>
            <p:nvPr/>
          </p:nvSpPr>
          <p:spPr bwMode="auto">
            <a:xfrm>
              <a:off x="4800" y="67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8" name="Line 13"/>
            <p:cNvSpPr>
              <a:spLocks noChangeShapeType="1"/>
            </p:cNvSpPr>
            <p:nvPr/>
          </p:nvSpPr>
          <p:spPr bwMode="auto">
            <a:xfrm>
              <a:off x="4800" y="115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9" name="Line 14"/>
            <p:cNvSpPr>
              <a:spLocks noChangeShapeType="1"/>
            </p:cNvSpPr>
            <p:nvPr/>
          </p:nvSpPr>
          <p:spPr bwMode="auto">
            <a:xfrm>
              <a:off x="4944" y="672"/>
              <a:ext cx="0" cy="4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100" name="Group 15"/>
          <p:cNvGrpSpPr/>
          <p:nvPr/>
        </p:nvGrpSpPr>
        <p:grpSpPr bwMode="auto">
          <a:xfrm>
            <a:off x="7605439" y="1700808"/>
            <a:ext cx="4467225" cy="3387726"/>
            <a:chOff x="2706" y="432"/>
            <a:chExt cx="2814" cy="2134"/>
          </a:xfrm>
        </p:grpSpPr>
        <p:sp>
          <p:nvSpPr>
            <p:cNvPr id="101" name="Line 16"/>
            <p:cNvSpPr>
              <a:spLocks noChangeShapeType="1"/>
            </p:cNvSpPr>
            <p:nvPr/>
          </p:nvSpPr>
          <p:spPr bwMode="auto">
            <a:xfrm>
              <a:off x="3085" y="2415"/>
              <a:ext cx="10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2" name="Line 17"/>
            <p:cNvSpPr>
              <a:spLocks noChangeShapeType="1"/>
            </p:cNvSpPr>
            <p:nvPr/>
          </p:nvSpPr>
          <p:spPr bwMode="auto">
            <a:xfrm>
              <a:off x="3096" y="600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03" name="Group 18"/>
            <p:cNvGrpSpPr/>
            <p:nvPr/>
          </p:nvGrpSpPr>
          <p:grpSpPr bwMode="auto">
            <a:xfrm>
              <a:off x="2706" y="432"/>
              <a:ext cx="396" cy="2134"/>
              <a:chOff x="2274" y="192"/>
              <a:chExt cx="396" cy="2134"/>
            </a:xfrm>
          </p:grpSpPr>
          <p:sp>
            <p:nvSpPr>
              <p:cNvPr id="149" name="Text Box 19"/>
              <p:cNvSpPr txBox="1">
                <a:spLocks noChangeArrowheads="1"/>
              </p:cNvSpPr>
              <p:nvPr/>
            </p:nvSpPr>
            <p:spPr bwMode="auto">
              <a:xfrm>
                <a:off x="2274" y="1292"/>
                <a:ext cx="39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zh-CN" altLang="zh-CN" sz="2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     </a:t>
                </a:r>
                <a:endParaRPr kumimoji="1" lang="en-US" altLang="zh-CN" sz="2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0" name="Oval 20"/>
              <p:cNvSpPr>
                <a:spLocks noChangeArrowheads="1"/>
              </p:cNvSpPr>
              <p:nvPr/>
            </p:nvSpPr>
            <p:spPr bwMode="auto">
              <a:xfrm>
                <a:off x="2617" y="1648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1" name="Oval 21"/>
              <p:cNvSpPr>
                <a:spLocks noChangeArrowheads="1"/>
              </p:cNvSpPr>
              <p:nvPr/>
            </p:nvSpPr>
            <p:spPr bwMode="auto">
              <a:xfrm>
                <a:off x="2605" y="1012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2" name="Oval 22"/>
              <p:cNvSpPr>
                <a:spLocks noChangeArrowheads="1"/>
              </p:cNvSpPr>
              <p:nvPr/>
            </p:nvSpPr>
            <p:spPr bwMode="auto">
              <a:xfrm>
                <a:off x="2611" y="352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3" name="Oval 23"/>
              <p:cNvSpPr>
                <a:spLocks noChangeArrowheads="1"/>
              </p:cNvSpPr>
              <p:nvPr/>
            </p:nvSpPr>
            <p:spPr bwMode="auto">
              <a:xfrm>
                <a:off x="2613" y="2135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4" name="Text Box 24"/>
              <p:cNvSpPr txBox="1">
                <a:spLocks noChangeArrowheads="1"/>
              </p:cNvSpPr>
              <p:nvPr/>
            </p:nvSpPr>
            <p:spPr bwMode="auto">
              <a:xfrm>
                <a:off x="2373" y="192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A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5" name="Text Box 25"/>
              <p:cNvSpPr txBox="1">
                <a:spLocks noChangeArrowheads="1"/>
              </p:cNvSpPr>
              <p:nvPr/>
            </p:nvSpPr>
            <p:spPr bwMode="auto">
              <a:xfrm>
                <a:off x="2361" y="1509"/>
                <a:ext cx="267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B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6" name="Text Box 26"/>
              <p:cNvSpPr txBox="1">
                <a:spLocks noChangeArrowheads="1"/>
              </p:cNvSpPr>
              <p:nvPr/>
            </p:nvSpPr>
            <p:spPr bwMode="auto">
              <a:xfrm>
                <a:off x="2346" y="870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N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57" name="Text Box 27"/>
              <p:cNvSpPr txBox="1">
                <a:spLocks noChangeArrowheads="1"/>
              </p:cNvSpPr>
              <p:nvPr/>
            </p:nvSpPr>
            <p:spPr bwMode="auto">
              <a:xfrm>
                <a:off x="2388" y="1996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C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4" name="Line 28"/>
            <p:cNvSpPr>
              <a:spLocks noChangeShapeType="1"/>
            </p:cNvSpPr>
            <p:nvPr/>
          </p:nvSpPr>
          <p:spPr bwMode="auto">
            <a:xfrm flipH="1">
              <a:off x="3072" y="1920"/>
              <a:ext cx="24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" name="Line 29"/>
            <p:cNvSpPr>
              <a:spLocks noChangeShapeType="1"/>
            </p:cNvSpPr>
            <p:nvPr/>
          </p:nvSpPr>
          <p:spPr bwMode="auto">
            <a:xfrm>
              <a:off x="4080" y="1798"/>
              <a:ext cx="0" cy="6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06" name="Group 30"/>
            <p:cNvGrpSpPr/>
            <p:nvPr/>
          </p:nvGrpSpPr>
          <p:grpSpPr bwMode="auto">
            <a:xfrm>
              <a:off x="3984" y="576"/>
              <a:ext cx="1536" cy="1344"/>
              <a:chOff x="3984" y="576"/>
              <a:chExt cx="1536" cy="1344"/>
            </a:xfrm>
          </p:grpSpPr>
          <p:sp>
            <p:nvSpPr>
              <p:cNvPr id="108" name="Rectangle 31"/>
              <p:cNvSpPr>
                <a:spLocks noChangeArrowheads="1"/>
              </p:cNvSpPr>
              <p:nvPr/>
            </p:nvSpPr>
            <p:spPr bwMode="auto">
              <a:xfrm>
                <a:off x="4834" y="961"/>
                <a:ext cx="502" cy="48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N</a:t>
                </a:r>
                <a:r>
                  <a:rPr kumimoji="1" lang="en-US" altLang="zh-CN" sz="4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´</a:t>
                </a:r>
                <a:endParaRPr kumimoji="1" lang="en-US" altLang="zh-CN" sz="4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09" name="Group 32"/>
              <p:cNvGrpSpPr/>
              <p:nvPr/>
            </p:nvGrpSpPr>
            <p:grpSpPr bwMode="auto">
              <a:xfrm>
                <a:off x="4800" y="604"/>
                <a:ext cx="1" cy="692"/>
                <a:chOff x="4800" y="604"/>
                <a:chExt cx="1" cy="692"/>
              </a:xfrm>
            </p:grpSpPr>
            <p:sp>
              <p:nvSpPr>
                <p:cNvPr id="147" name="Line 33"/>
                <p:cNvSpPr>
                  <a:spLocks noChangeShapeType="1"/>
                </p:cNvSpPr>
                <p:nvPr/>
              </p:nvSpPr>
              <p:spPr bwMode="auto">
                <a:xfrm>
                  <a:off x="4801" y="604"/>
                  <a:ext cx="0" cy="25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8" name="Line 34"/>
                <p:cNvSpPr>
                  <a:spLocks noChangeShapeType="1"/>
                </p:cNvSpPr>
                <p:nvPr/>
              </p:nvSpPr>
              <p:spPr bwMode="auto">
                <a:xfrm>
                  <a:off x="4800" y="1056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110" name="Line 35"/>
              <p:cNvSpPr>
                <a:spLocks noChangeShapeType="1"/>
              </p:cNvSpPr>
              <p:nvPr/>
            </p:nvSpPr>
            <p:spPr bwMode="auto">
              <a:xfrm>
                <a:off x="5472" y="1770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11" name="Rectangle 36"/>
              <p:cNvSpPr>
                <a:spLocks noChangeArrowheads="1"/>
              </p:cNvSpPr>
              <p:nvPr/>
            </p:nvSpPr>
            <p:spPr bwMode="auto">
              <a:xfrm>
                <a:off x="5019" y="673"/>
                <a:ext cx="288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1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r>
                  <a:rPr kumimoji="1" lang="en-US" altLang="zh-CN" sz="2800" b="1" i="0" u="none" strike="noStrike" kern="0" cap="none" spc="0" normalizeH="0" baseline="-25000" noProof="0" dirty="0" err="1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A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13" name="Rectangle 37"/>
              <p:cNvSpPr>
                <a:spLocks noChangeArrowheads="1"/>
              </p:cNvSpPr>
              <p:nvPr/>
            </p:nvSpPr>
            <p:spPr bwMode="auto">
              <a:xfrm>
                <a:off x="3984" y="1276"/>
                <a:ext cx="386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1800" b="1" i="1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r>
                  <a:rPr kumimoji="1" lang="en-US" altLang="zh-CN" sz="1800" b="1" i="0" u="none" strike="noStrike" kern="0" cap="none" spc="0" normalizeH="0" baseline="-25000" noProof="0" dirty="0" err="1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C</a:t>
                </a:r>
                <a:endParaRPr kumimoji="1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14" name="Group 38"/>
              <p:cNvGrpSpPr/>
              <p:nvPr/>
            </p:nvGrpSpPr>
            <p:grpSpPr bwMode="auto">
              <a:xfrm>
                <a:off x="4683" y="856"/>
                <a:ext cx="213" cy="204"/>
                <a:chOff x="4896" y="2537"/>
                <a:chExt cx="192" cy="187"/>
              </a:xfrm>
            </p:grpSpPr>
            <p:sp>
              <p:nvSpPr>
                <p:cNvPr id="144" name="Oval 39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5" name="Line 40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46" name="Line 41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  <p:grpSp>
            <p:nvGrpSpPr>
              <p:cNvPr id="115" name="Group 42"/>
              <p:cNvGrpSpPr/>
              <p:nvPr/>
            </p:nvGrpSpPr>
            <p:grpSpPr bwMode="auto">
              <a:xfrm>
                <a:off x="4032" y="1401"/>
                <a:ext cx="797" cy="279"/>
                <a:chOff x="2880" y="1065"/>
                <a:chExt cx="797" cy="279"/>
              </a:xfrm>
            </p:grpSpPr>
            <p:grpSp>
              <p:nvGrpSpPr>
                <p:cNvPr id="137" name="Group 43"/>
                <p:cNvGrpSpPr/>
                <p:nvPr/>
              </p:nvGrpSpPr>
              <p:grpSpPr bwMode="auto">
                <a:xfrm rot="-459681">
                  <a:off x="2880" y="1065"/>
                  <a:ext cx="797" cy="279"/>
                  <a:chOff x="2912" y="1000"/>
                  <a:chExt cx="797" cy="279"/>
                </a:xfrm>
              </p:grpSpPr>
              <p:sp>
                <p:nvSpPr>
                  <p:cNvPr id="142" name="Line 4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535" y="838"/>
                    <a:ext cx="12" cy="336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43" name="Line 45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080" y="1111"/>
                    <a:ext cx="0" cy="336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grpSp>
              <p:nvGrpSpPr>
                <p:cNvPr id="138" name="Group 46"/>
                <p:cNvGrpSpPr/>
                <p:nvPr/>
              </p:nvGrpSpPr>
              <p:grpSpPr bwMode="auto">
                <a:xfrm>
                  <a:off x="3168" y="1104"/>
                  <a:ext cx="213" cy="204"/>
                  <a:chOff x="4896" y="2537"/>
                  <a:chExt cx="192" cy="187"/>
                </a:xfrm>
              </p:grpSpPr>
              <p:sp>
                <p:nvSpPr>
                  <p:cNvPr id="139" name="Oval 47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40" name="Line 48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41" name="Line 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</p:grpSp>
          <p:sp>
            <p:nvSpPr>
              <p:cNvPr id="116" name="Rectangle 50"/>
              <p:cNvSpPr>
                <a:spLocks noChangeArrowheads="1"/>
              </p:cNvSpPr>
              <p:nvPr/>
            </p:nvSpPr>
            <p:spPr bwMode="auto">
              <a:xfrm>
                <a:off x="5240" y="1144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1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i</a:t>
                </a:r>
                <a:r>
                  <a:rPr kumimoji="1" lang="en-US" altLang="zh-CN" sz="2800" b="1" i="0" u="none" strike="noStrike" kern="0" cap="none" spc="0" normalizeH="0" baseline="-25000" noProof="0" dirty="0" err="1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B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117" name="Group 51"/>
              <p:cNvGrpSpPr/>
              <p:nvPr/>
            </p:nvGrpSpPr>
            <p:grpSpPr bwMode="auto">
              <a:xfrm flipH="1">
                <a:off x="4752" y="1392"/>
                <a:ext cx="768" cy="288"/>
                <a:chOff x="2880" y="1065"/>
                <a:chExt cx="797" cy="279"/>
              </a:xfrm>
            </p:grpSpPr>
            <p:grpSp>
              <p:nvGrpSpPr>
                <p:cNvPr id="130" name="Group 52"/>
                <p:cNvGrpSpPr/>
                <p:nvPr/>
              </p:nvGrpSpPr>
              <p:grpSpPr bwMode="auto">
                <a:xfrm rot="-459681">
                  <a:off x="2880" y="1065"/>
                  <a:ext cx="797" cy="279"/>
                  <a:chOff x="2912" y="1000"/>
                  <a:chExt cx="797" cy="279"/>
                </a:xfrm>
              </p:grpSpPr>
              <p:sp>
                <p:nvSpPr>
                  <p:cNvPr id="135" name="Line 53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535" y="838"/>
                    <a:ext cx="12" cy="336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36" name="Line 54"/>
                  <p:cNvSpPr>
                    <a:spLocks noChangeShapeType="1"/>
                  </p:cNvSpPr>
                  <p:nvPr/>
                </p:nvSpPr>
                <p:spPr bwMode="auto">
                  <a:xfrm rot="-7079317" flipH="1" flipV="1">
                    <a:off x="3080" y="1111"/>
                    <a:ext cx="0" cy="336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  <p:grpSp>
              <p:nvGrpSpPr>
                <p:cNvPr id="131" name="Group 55"/>
                <p:cNvGrpSpPr/>
                <p:nvPr/>
              </p:nvGrpSpPr>
              <p:grpSpPr bwMode="auto">
                <a:xfrm>
                  <a:off x="3168" y="1104"/>
                  <a:ext cx="213" cy="204"/>
                  <a:chOff x="4896" y="2537"/>
                  <a:chExt cx="192" cy="187"/>
                </a:xfrm>
              </p:grpSpPr>
              <p:sp>
                <p:nvSpPr>
                  <p:cNvPr id="132" name="Oval 56"/>
                  <p:cNvSpPr>
                    <a:spLocks noChangeArrowheads="1"/>
                  </p:cNvSpPr>
                  <p:nvPr/>
                </p:nvSpPr>
                <p:spPr bwMode="auto">
                  <a:xfrm>
                    <a:off x="4896" y="2537"/>
                    <a:ext cx="192" cy="187"/>
                  </a:xfrm>
                  <a:prstGeom prst="ellips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2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33" name="Line 57"/>
                  <p:cNvSpPr>
                    <a:spLocks noChangeShapeType="1"/>
                  </p:cNvSpPr>
                  <p:nvPr/>
                </p:nvSpPr>
                <p:spPr bwMode="auto">
                  <a:xfrm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  <p:sp>
                <p:nvSpPr>
                  <p:cNvPr id="134" name="Line 5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8" y="2568"/>
                    <a:ext cx="128" cy="12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1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</a:endParaRPr>
                  </a:p>
                </p:txBody>
              </p:sp>
            </p:grpSp>
          </p:grpSp>
          <p:sp>
            <p:nvSpPr>
              <p:cNvPr id="118" name="Text Box 59"/>
              <p:cNvSpPr txBox="1">
                <a:spLocks noChangeArrowheads="1"/>
              </p:cNvSpPr>
              <p:nvPr/>
            </p:nvSpPr>
            <p:spPr bwMode="auto">
              <a:xfrm>
                <a:off x="4239" y="1584"/>
                <a:ext cx="22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+</a:t>
                </a:r>
                <a:endParaRPr kumimoji="1" lang="en-US" altLang="zh-CN" sz="16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19" name="Text Box 60"/>
              <p:cNvSpPr txBox="1">
                <a:spLocks noChangeArrowheads="1"/>
              </p:cNvSpPr>
              <p:nvPr/>
            </p:nvSpPr>
            <p:spPr bwMode="auto">
              <a:xfrm>
                <a:off x="5136" y="1584"/>
                <a:ext cx="22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+</a:t>
                </a:r>
                <a:endParaRPr kumimoji="1" lang="en-US" altLang="zh-CN" sz="16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0" name="Text Box 61"/>
              <p:cNvSpPr txBox="1">
                <a:spLocks noChangeArrowheads="1"/>
              </p:cNvSpPr>
              <p:nvPr/>
            </p:nvSpPr>
            <p:spPr bwMode="auto">
              <a:xfrm>
                <a:off x="4424" y="576"/>
                <a:ext cx="22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+</a:t>
                </a:r>
                <a:endParaRPr kumimoji="1" lang="en-US" altLang="zh-CN" sz="16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1" name="Text Box 62"/>
              <p:cNvSpPr txBox="1">
                <a:spLocks noChangeArrowheads="1"/>
              </p:cNvSpPr>
              <p:nvPr/>
            </p:nvSpPr>
            <p:spPr bwMode="auto">
              <a:xfrm>
                <a:off x="4828" y="129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–</a:t>
                </a:r>
                <a:endParaRPr kumimoji="1" lang="en-US" altLang="zh-CN" sz="16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2" name="Text Box 63"/>
              <p:cNvSpPr txBox="1">
                <a:spLocks noChangeArrowheads="1"/>
              </p:cNvSpPr>
              <p:nvPr/>
            </p:nvSpPr>
            <p:spPr bwMode="auto">
              <a:xfrm>
                <a:off x="4560" y="1296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–</a:t>
                </a:r>
                <a:endParaRPr kumimoji="1" lang="en-US" altLang="zh-CN" sz="16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3" name="Text Box 64"/>
              <p:cNvSpPr txBox="1">
                <a:spLocks noChangeArrowheads="1"/>
              </p:cNvSpPr>
              <p:nvPr/>
            </p:nvSpPr>
            <p:spPr bwMode="auto">
              <a:xfrm>
                <a:off x="4424" y="1008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33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–</a:t>
                </a:r>
                <a:endParaRPr kumimoji="1" lang="en-US" altLang="zh-CN" sz="16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aphicFrame>
            <p:nvGraphicFramePr>
              <p:cNvPr id="124" name="Object 65"/>
              <p:cNvGraphicFramePr>
                <a:graphicFrameLocks noChangeAspect="1"/>
              </p:cNvGraphicFramePr>
              <p:nvPr/>
            </p:nvGraphicFramePr>
            <p:xfrm>
              <a:off x="4416" y="810"/>
              <a:ext cx="290" cy="29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29057" name="Equation" r:id="rId3" imgW="186690" imgH="186690" progId="Equation.3">
                      <p:embed/>
                    </p:oleObj>
                  </mc:Choice>
                  <mc:Fallback>
                    <p:oleObj name="Equation" r:id="rId3" imgW="186690" imgH="186690" progId="Equation.3">
                      <p:embed/>
                      <p:pic>
                        <p:nvPicPr>
                          <p:cNvPr id="0" name="Object 6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416" y="810"/>
                            <a:ext cx="290" cy="29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25" name="Object 66"/>
              <p:cNvGraphicFramePr>
                <a:graphicFrameLocks noChangeAspect="1"/>
              </p:cNvGraphicFramePr>
              <p:nvPr/>
            </p:nvGraphicFramePr>
            <p:xfrm>
              <a:off x="4800" y="1536"/>
              <a:ext cx="285" cy="2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29058" name="Equation" r:id="rId5" imgW="186690" imgH="186690" progId="Equation.3">
                      <p:embed/>
                    </p:oleObj>
                  </mc:Choice>
                  <mc:Fallback>
                    <p:oleObj name="Equation" r:id="rId5" imgW="186690" imgH="186690" progId="Equation.3">
                      <p:embed/>
                      <p:pic>
                        <p:nvPicPr>
                          <p:cNvPr id="0" name="Object 6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800" y="1536"/>
                            <a:ext cx="285" cy="28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26" name="Object 67"/>
              <p:cNvGraphicFramePr>
                <a:graphicFrameLocks noChangeAspect="1"/>
              </p:cNvGraphicFramePr>
              <p:nvPr/>
            </p:nvGraphicFramePr>
            <p:xfrm>
              <a:off x="4464" y="1536"/>
              <a:ext cx="291" cy="30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29059" name="Equation" r:id="rId7" imgW="186690" imgH="199390" progId="Equation.3">
                      <p:embed/>
                    </p:oleObj>
                  </mc:Choice>
                  <mc:Fallback>
                    <p:oleObj name="Equation" r:id="rId7" imgW="186690" imgH="199390" progId="Equation.3">
                      <p:embed/>
                      <p:pic>
                        <p:nvPicPr>
                          <p:cNvPr id="0" name="Object 6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464" y="1536"/>
                            <a:ext cx="291" cy="30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7" name="Line 68"/>
              <p:cNvSpPr>
                <a:spLocks noChangeShapeType="1"/>
              </p:cNvSpPr>
              <p:nvPr/>
            </p:nvSpPr>
            <p:spPr bwMode="auto">
              <a:xfrm>
                <a:off x="5040" y="672"/>
                <a:ext cx="0" cy="38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8" name="Line 69"/>
              <p:cNvSpPr>
                <a:spLocks noChangeShapeType="1"/>
              </p:cNvSpPr>
              <p:nvPr/>
            </p:nvSpPr>
            <p:spPr bwMode="auto">
              <a:xfrm flipH="1" flipV="1">
                <a:off x="5136" y="1296"/>
                <a:ext cx="240" cy="24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29" name="Line 70"/>
              <p:cNvSpPr>
                <a:spLocks noChangeShapeType="1"/>
              </p:cNvSpPr>
              <p:nvPr/>
            </p:nvSpPr>
            <p:spPr bwMode="auto">
              <a:xfrm flipV="1">
                <a:off x="4176" y="1344"/>
                <a:ext cx="240" cy="24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7" name="Line 71"/>
            <p:cNvSpPr>
              <a:spLocks noChangeShapeType="1"/>
            </p:cNvSpPr>
            <p:nvPr/>
          </p:nvSpPr>
          <p:spPr bwMode="auto">
            <a:xfrm>
              <a:off x="3094" y="1274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159" name="Group 73"/>
          <p:cNvGrpSpPr/>
          <p:nvPr/>
        </p:nvGrpSpPr>
        <p:grpSpPr bwMode="auto">
          <a:xfrm>
            <a:off x="10929664" y="2081808"/>
            <a:ext cx="228600" cy="762000"/>
            <a:chOff x="4800" y="672"/>
            <a:chExt cx="144" cy="480"/>
          </a:xfrm>
        </p:grpSpPr>
        <p:sp>
          <p:nvSpPr>
            <p:cNvPr id="160" name="Line 74"/>
            <p:cNvSpPr>
              <a:spLocks noChangeShapeType="1"/>
            </p:cNvSpPr>
            <p:nvPr/>
          </p:nvSpPr>
          <p:spPr bwMode="auto">
            <a:xfrm>
              <a:off x="4800" y="67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61" name="Line 75"/>
            <p:cNvSpPr>
              <a:spLocks noChangeShapeType="1"/>
            </p:cNvSpPr>
            <p:nvPr/>
          </p:nvSpPr>
          <p:spPr bwMode="auto">
            <a:xfrm>
              <a:off x="4800" y="115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62" name="Line 76"/>
            <p:cNvSpPr>
              <a:spLocks noChangeShapeType="1"/>
            </p:cNvSpPr>
            <p:nvPr/>
          </p:nvSpPr>
          <p:spPr bwMode="auto">
            <a:xfrm>
              <a:off x="4944" y="672"/>
              <a:ext cx="0" cy="4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163" name="Group 77"/>
          <p:cNvGrpSpPr/>
          <p:nvPr/>
        </p:nvGrpSpPr>
        <p:grpSpPr bwMode="auto">
          <a:xfrm>
            <a:off x="10929664" y="2081808"/>
            <a:ext cx="228600" cy="762000"/>
            <a:chOff x="4800" y="672"/>
            <a:chExt cx="144" cy="480"/>
          </a:xfrm>
        </p:grpSpPr>
        <p:sp>
          <p:nvSpPr>
            <p:cNvPr id="164" name="Line 78"/>
            <p:cNvSpPr>
              <a:spLocks noChangeShapeType="1"/>
            </p:cNvSpPr>
            <p:nvPr/>
          </p:nvSpPr>
          <p:spPr bwMode="auto">
            <a:xfrm>
              <a:off x="4800" y="67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65" name="Line 79"/>
            <p:cNvSpPr>
              <a:spLocks noChangeShapeType="1"/>
            </p:cNvSpPr>
            <p:nvPr/>
          </p:nvSpPr>
          <p:spPr bwMode="auto">
            <a:xfrm>
              <a:off x="4800" y="115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66" name="Line 80"/>
            <p:cNvSpPr>
              <a:spLocks noChangeShapeType="1"/>
            </p:cNvSpPr>
            <p:nvPr/>
          </p:nvSpPr>
          <p:spPr bwMode="auto">
            <a:xfrm>
              <a:off x="4944" y="672"/>
              <a:ext cx="0" cy="4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kumimoji="1" lang="zh-CN" altLang="en-US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167" name="矩形 166"/>
          <p:cNvSpPr/>
          <p:nvPr/>
        </p:nvSpPr>
        <p:spPr bwMode="auto">
          <a:xfrm>
            <a:off x="8851627" y="2931593"/>
            <a:ext cx="631080" cy="191616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utoUpdateAnimBg="0"/>
      <p:bldP spid="88" grpId="0" animBg="1"/>
      <p:bldP spid="89" grpId="0" autoUpdateAnimBg="0"/>
      <p:bldP spid="94" grpId="0" autoUpdateAnimBg="0"/>
      <p:bldP spid="167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84" name="Text Box 2"/>
          <p:cNvSpPr txBox="1">
            <a:spLocks noChangeArrowheads="1"/>
          </p:cNvSpPr>
          <p:nvPr/>
        </p:nvSpPr>
        <p:spPr bwMode="auto">
          <a:xfrm>
            <a:off x="551384" y="836712"/>
            <a:ext cx="5697016" cy="53340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rtl="0" eaLnBrk="0" fontAlgn="base" hangingPunct="0">
              <a:spcBef>
                <a:spcPct val="20000"/>
              </a:spcBef>
              <a:spcAft>
                <a:spcPct val="0"/>
              </a:spcAft>
              <a:buNone/>
              <a:defRPr kumimoji="1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eaLnBrk="1" hangingPunct="1">
              <a:lnSpc>
                <a:spcPct val="110000"/>
              </a:lnSpc>
              <a:spcBef>
                <a:spcPct val="50000"/>
              </a:spcBef>
              <a:defRPr/>
            </a:pP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照明系统故障分析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5" name="Text Box 3"/>
          <p:cNvSpPr txBox="1">
            <a:spLocks noChangeArrowheads="1"/>
          </p:cNvSpPr>
          <p:nvPr/>
        </p:nvSpPr>
        <p:spPr bwMode="auto">
          <a:xfrm>
            <a:off x="623341" y="1343123"/>
            <a:ext cx="75332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marL="663575" indent="-6635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9417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322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663575" marR="0" lvl="0" indent="-663575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解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:</a:t>
            </a:r>
            <a:endParaRPr kumimoji="1" lang="zh-CN" altLang="zh-CN" sz="3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67" name="Rectangle 3"/>
          <p:cNvSpPr>
            <a:spLocks noChangeArrowheads="1"/>
          </p:cNvSpPr>
          <p:nvPr/>
        </p:nvSpPr>
        <p:spPr bwMode="auto">
          <a:xfrm>
            <a:off x="1920618" y="3215316"/>
            <a:ext cx="2438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8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hangingPunct="1">
              <a:defRPr/>
            </a:pPr>
            <a:r>
              <a:rPr kumimoji="1" lang="zh-CN" altLang="en-US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② 中性线断开</a:t>
            </a:r>
            <a:endParaRPr kumimoji="1" lang="zh-CN" altLang="en-US" sz="2800" b="1" dirty="0">
              <a:solidFill>
                <a:srgbClr val="00B0F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68" name="Rectangle 4"/>
          <p:cNvSpPr>
            <a:spLocks noChangeArrowheads="1"/>
          </p:cNvSpPr>
          <p:nvPr/>
        </p:nvSpPr>
        <p:spPr bwMode="auto">
          <a:xfrm>
            <a:off x="2323038" y="2204604"/>
            <a:ext cx="4537220" cy="1040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B</a:t>
            </a: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、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相灯仍承受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220V</a:t>
            </a: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电压，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正常工作。</a:t>
            </a:r>
            <a:endParaRPr kumimoji="1" lang="zh-CN" altLang="en-US" sz="2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69" name="Text Box 5"/>
          <p:cNvSpPr txBox="1">
            <a:spLocks noChangeArrowheads="1"/>
          </p:cNvSpPr>
          <p:nvPr/>
        </p:nvSpPr>
        <p:spPr bwMode="auto">
          <a:xfrm>
            <a:off x="1882518" y="1732125"/>
            <a:ext cx="243848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eaLnBrk="1" hangingPunct="1">
              <a:defRPr/>
            </a:pPr>
            <a:r>
              <a:rPr kumimoji="1" lang="zh-CN" altLang="en-US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① 中性线未断</a:t>
            </a:r>
            <a:endParaRPr kumimoji="1" lang="zh-CN" altLang="en-US" sz="2800" b="1" dirty="0">
              <a:solidFill>
                <a:srgbClr val="00B0F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2382084" y="3731824"/>
            <a:ext cx="4938052" cy="5663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lnSpc>
                <a:spcPct val="110000"/>
              </a:lnSpc>
              <a:defRPr/>
            </a:pPr>
            <a:r>
              <a:rPr kumimoji="1" lang="zh-CN" altLang="en-US" sz="2800" b="1" dirty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变为单相电路，</a:t>
            </a:r>
            <a:r>
              <a:rPr kumimoji="1"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如图所示</a:t>
            </a:r>
            <a:endParaRPr kumimoji="1"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171" name="Object 7"/>
          <p:cNvGraphicFramePr>
            <a:graphicFrameLocks noChangeAspect="1"/>
          </p:cNvGraphicFramePr>
          <p:nvPr/>
        </p:nvGraphicFramePr>
        <p:xfrm>
          <a:off x="2565110" y="4231120"/>
          <a:ext cx="4572000" cy="1120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8495" name="Equation" r:id="rId1" imgW="2070100" imgH="431800" progId="Equation.3">
                  <p:embed/>
                </p:oleObj>
              </mc:Choice>
              <mc:Fallback>
                <p:oleObj name="Equation" r:id="rId1" imgW="2070100" imgH="43180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65110" y="4231120"/>
                        <a:ext cx="4572000" cy="1120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2" name="Object 8"/>
          <p:cNvGraphicFramePr>
            <a:graphicFrameLocks noChangeAspect="1"/>
          </p:cNvGraphicFramePr>
          <p:nvPr/>
        </p:nvGraphicFramePr>
        <p:xfrm>
          <a:off x="2565110" y="5421045"/>
          <a:ext cx="4465638" cy="568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8496" name="Equation" r:id="rId3" imgW="1930400" imgH="215900" progId="Equation.3">
                  <p:embed/>
                </p:oleObj>
              </mc:Choice>
              <mc:Fallback>
                <p:oleObj name="Equation" r:id="rId3" imgW="1930400" imgH="21590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65110" y="5421045"/>
                        <a:ext cx="4465638" cy="568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3" name="Object 9"/>
          <p:cNvGraphicFramePr>
            <a:graphicFrameLocks noChangeAspect="1"/>
          </p:cNvGraphicFramePr>
          <p:nvPr/>
        </p:nvGraphicFramePr>
        <p:xfrm>
          <a:off x="2534948" y="6139706"/>
          <a:ext cx="4495800" cy="601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8497" name="Equation" r:id="rId5" imgW="1943100" imgH="228600" progId="Equation.3">
                  <p:embed/>
                </p:oleObj>
              </mc:Choice>
              <mc:Fallback>
                <p:oleObj name="Equation" r:id="rId5" imgW="1943100" imgH="228600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34948" y="6139706"/>
                        <a:ext cx="4495800" cy="6016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74" name="Group 10"/>
          <p:cNvGrpSpPr/>
          <p:nvPr/>
        </p:nvGrpSpPr>
        <p:grpSpPr bwMode="auto">
          <a:xfrm>
            <a:off x="9773316" y="4064842"/>
            <a:ext cx="2324098" cy="2676526"/>
            <a:chOff x="3874" y="2043"/>
            <a:chExt cx="1464" cy="1686"/>
          </a:xfrm>
        </p:grpSpPr>
        <p:sp>
          <p:nvSpPr>
            <p:cNvPr id="175" name="Text Box 11"/>
            <p:cNvSpPr txBox="1">
              <a:spLocks noChangeArrowheads="1"/>
            </p:cNvSpPr>
            <p:nvPr/>
          </p:nvSpPr>
          <p:spPr bwMode="auto">
            <a:xfrm>
              <a:off x="3969" y="2666"/>
              <a:ext cx="11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en-US" altLang="zh-CN" sz="28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76" name="Line 12"/>
            <p:cNvSpPr>
              <a:spLocks noChangeShapeType="1"/>
            </p:cNvSpPr>
            <p:nvPr/>
          </p:nvSpPr>
          <p:spPr bwMode="auto">
            <a:xfrm flipH="1" flipV="1">
              <a:off x="4197" y="2431"/>
              <a:ext cx="5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77" name="Oval 13"/>
            <p:cNvSpPr>
              <a:spLocks noChangeArrowheads="1"/>
            </p:cNvSpPr>
            <p:nvPr/>
          </p:nvSpPr>
          <p:spPr bwMode="auto">
            <a:xfrm>
              <a:off x="4136" y="2411"/>
              <a:ext cx="54" cy="53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78" name="Line 14"/>
            <p:cNvSpPr>
              <a:spLocks noChangeShapeType="1"/>
            </p:cNvSpPr>
            <p:nvPr/>
          </p:nvSpPr>
          <p:spPr bwMode="auto">
            <a:xfrm flipH="1" flipV="1">
              <a:off x="4192" y="3583"/>
              <a:ext cx="5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79" name="Oval 15"/>
            <p:cNvSpPr>
              <a:spLocks noChangeArrowheads="1"/>
            </p:cNvSpPr>
            <p:nvPr/>
          </p:nvSpPr>
          <p:spPr bwMode="auto">
            <a:xfrm>
              <a:off x="4143" y="3564"/>
              <a:ext cx="55" cy="5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0" name="Text Box 16"/>
            <p:cNvSpPr txBox="1">
              <a:spLocks noChangeArrowheads="1"/>
            </p:cNvSpPr>
            <p:nvPr/>
          </p:nvSpPr>
          <p:spPr bwMode="auto">
            <a:xfrm>
              <a:off x="4184" y="2150"/>
              <a:ext cx="11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en-US" altLang="zh-CN" sz="28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1" name="Line 17"/>
            <p:cNvSpPr>
              <a:spLocks noChangeShapeType="1"/>
            </p:cNvSpPr>
            <p:nvPr/>
          </p:nvSpPr>
          <p:spPr bwMode="auto">
            <a:xfrm>
              <a:off x="4244" y="2252"/>
              <a:ext cx="321" cy="56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tailEnd type="triangl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2" name="Line 18"/>
            <p:cNvSpPr>
              <a:spLocks noChangeShapeType="1"/>
            </p:cNvSpPr>
            <p:nvPr/>
          </p:nvSpPr>
          <p:spPr bwMode="auto">
            <a:xfrm>
              <a:off x="4288" y="2337"/>
              <a:ext cx="375" cy="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3" name="Text Box 19"/>
            <p:cNvSpPr txBox="1">
              <a:spLocks noChangeArrowheads="1"/>
            </p:cNvSpPr>
            <p:nvPr/>
          </p:nvSpPr>
          <p:spPr bwMode="auto">
            <a:xfrm>
              <a:off x="4335" y="2043"/>
              <a:ext cx="224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I</a:t>
              </a:r>
              <a:endParaRPr kumimoji="1" lang="en-US" altLang="zh-CN" sz="2800" b="1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4" name="Text Box 20"/>
            <p:cNvSpPr txBox="1">
              <a:spLocks noChangeArrowheads="1"/>
            </p:cNvSpPr>
            <p:nvPr/>
          </p:nvSpPr>
          <p:spPr bwMode="auto">
            <a:xfrm>
              <a:off x="3874" y="2282"/>
              <a:ext cx="29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5" name="Rectangle 21"/>
            <p:cNvSpPr>
              <a:spLocks noChangeArrowheads="1"/>
            </p:cNvSpPr>
            <p:nvPr/>
          </p:nvSpPr>
          <p:spPr bwMode="auto">
            <a:xfrm>
              <a:off x="3890" y="3399"/>
              <a:ext cx="28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C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186" name="Group 22"/>
            <p:cNvGrpSpPr/>
            <p:nvPr/>
          </p:nvGrpSpPr>
          <p:grpSpPr bwMode="auto">
            <a:xfrm>
              <a:off x="4661" y="2433"/>
              <a:ext cx="224" cy="1166"/>
              <a:chOff x="4510" y="2544"/>
              <a:chExt cx="231" cy="1201"/>
            </a:xfrm>
          </p:grpSpPr>
          <p:sp>
            <p:nvSpPr>
              <p:cNvPr id="194" name="Oval 23"/>
              <p:cNvSpPr>
                <a:spLocks noChangeArrowheads="1"/>
              </p:cNvSpPr>
              <p:nvPr/>
            </p:nvSpPr>
            <p:spPr bwMode="auto">
              <a:xfrm flipV="1">
                <a:off x="4510" y="2784"/>
                <a:ext cx="231" cy="224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6666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95" name="Line 24"/>
              <p:cNvSpPr>
                <a:spLocks noChangeShapeType="1"/>
              </p:cNvSpPr>
              <p:nvPr/>
            </p:nvSpPr>
            <p:spPr bwMode="auto">
              <a:xfrm flipH="1">
                <a:off x="4626" y="3024"/>
                <a:ext cx="0" cy="24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96" name="Line 25"/>
              <p:cNvSpPr>
                <a:spLocks noChangeShapeType="1"/>
              </p:cNvSpPr>
              <p:nvPr/>
            </p:nvSpPr>
            <p:spPr bwMode="auto">
              <a:xfrm flipH="1">
                <a:off x="4626" y="2544"/>
                <a:ext cx="0" cy="2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97" name="Line 26"/>
              <p:cNvSpPr>
                <a:spLocks noChangeShapeType="1"/>
              </p:cNvSpPr>
              <p:nvPr/>
            </p:nvSpPr>
            <p:spPr bwMode="auto">
              <a:xfrm>
                <a:off x="4539" y="2812"/>
                <a:ext cx="173" cy="16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98" name="Line 27"/>
              <p:cNvSpPr>
                <a:spLocks noChangeShapeType="1"/>
              </p:cNvSpPr>
              <p:nvPr/>
            </p:nvSpPr>
            <p:spPr bwMode="auto">
              <a:xfrm flipV="1">
                <a:off x="4539" y="2812"/>
                <a:ext cx="173" cy="16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99" name="Line 28"/>
              <p:cNvSpPr>
                <a:spLocks noChangeShapeType="1"/>
              </p:cNvSpPr>
              <p:nvPr/>
            </p:nvSpPr>
            <p:spPr bwMode="auto">
              <a:xfrm flipV="1">
                <a:off x="4626" y="3470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200" name="Group 29"/>
              <p:cNvGrpSpPr/>
              <p:nvPr/>
            </p:nvGrpSpPr>
            <p:grpSpPr bwMode="auto">
              <a:xfrm>
                <a:off x="4510" y="3264"/>
                <a:ext cx="231" cy="224"/>
                <a:chOff x="4510" y="3280"/>
                <a:chExt cx="231" cy="224"/>
              </a:xfrm>
            </p:grpSpPr>
            <p:sp>
              <p:nvSpPr>
                <p:cNvPr id="201" name="Oval 30"/>
                <p:cNvSpPr>
                  <a:spLocks noChangeArrowheads="1"/>
                </p:cNvSpPr>
                <p:nvPr/>
              </p:nvSpPr>
              <p:spPr bwMode="auto">
                <a:xfrm>
                  <a:off x="4510" y="3280"/>
                  <a:ext cx="231" cy="224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miter lim="800000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6666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02" name="Line 31"/>
                <p:cNvSpPr>
                  <a:spLocks noChangeShapeType="1"/>
                </p:cNvSpPr>
                <p:nvPr/>
              </p:nvSpPr>
              <p:spPr bwMode="auto">
                <a:xfrm flipV="1">
                  <a:off x="4539" y="3308"/>
                  <a:ext cx="173" cy="16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03" name="Line 32"/>
                <p:cNvSpPr>
                  <a:spLocks noChangeShapeType="1"/>
                </p:cNvSpPr>
                <p:nvPr/>
              </p:nvSpPr>
              <p:spPr bwMode="auto">
                <a:xfrm>
                  <a:off x="4531" y="3288"/>
                  <a:ext cx="173" cy="16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sp>
          <p:nvSpPr>
            <p:cNvPr id="187" name="Text Box 33"/>
            <p:cNvSpPr txBox="1">
              <a:spLocks noChangeArrowheads="1"/>
            </p:cNvSpPr>
            <p:nvPr/>
          </p:nvSpPr>
          <p:spPr bwMode="auto">
            <a:xfrm>
              <a:off x="4835" y="2610"/>
              <a:ext cx="50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U</a:t>
              </a: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´</a:t>
              </a:r>
              <a:r>
                <a:rPr kumimoji="1" lang="en-US" altLang="zh-CN" sz="2800" b="1" i="0" u="none" strike="noStrike" kern="0" cap="none" spc="0" normalizeH="0" baseline="-25000" noProof="0" dirty="0">
                  <a:ln>
                    <a:noFill/>
                  </a:ln>
                  <a:solidFill>
                    <a:srgbClr val="FF33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8" name="Text Box 34"/>
            <p:cNvSpPr txBox="1">
              <a:spLocks noChangeArrowheads="1"/>
            </p:cNvSpPr>
            <p:nvPr/>
          </p:nvSpPr>
          <p:spPr bwMode="auto">
            <a:xfrm>
              <a:off x="4823" y="3084"/>
              <a:ext cx="495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U</a:t>
              </a:r>
              <a:r>
                <a:rPr kumimoji="1" lang="en-US" altLang="zh-CN" sz="28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´</a:t>
              </a:r>
              <a:r>
                <a:rPr kumimoji="1" lang="en-US" altLang="zh-CN" sz="2800" b="1" i="0" u="none" strike="noStrike" kern="0" cap="none" spc="0" normalizeH="0" baseline="-25000" noProof="0" dirty="0">
                  <a:ln>
                    <a:noFill/>
                  </a:ln>
                  <a:solidFill>
                    <a:srgbClr val="FF33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B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89" name="Text Box 35"/>
            <p:cNvSpPr txBox="1">
              <a:spLocks noChangeArrowheads="1"/>
            </p:cNvSpPr>
            <p:nvPr/>
          </p:nvSpPr>
          <p:spPr bwMode="auto">
            <a:xfrm>
              <a:off x="4853" y="2404"/>
              <a:ext cx="24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kumimoji="1" lang="en-US" altLang="zh-CN" sz="2800" b="1" i="0" u="none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90" name="Text Box 36"/>
            <p:cNvSpPr txBox="1">
              <a:spLocks noChangeArrowheads="1"/>
            </p:cNvSpPr>
            <p:nvPr/>
          </p:nvSpPr>
          <p:spPr bwMode="auto">
            <a:xfrm>
              <a:off x="4867" y="2759"/>
              <a:ext cx="22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–</a:t>
              </a:r>
              <a:endPara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91" name="Text Box 37"/>
            <p:cNvSpPr txBox="1">
              <a:spLocks noChangeArrowheads="1"/>
            </p:cNvSpPr>
            <p:nvPr/>
          </p:nvSpPr>
          <p:spPr bwMode="auto">
            <a:xfrm>
              <a:off x="4849" y="3225"/>
              <a:ext cx="22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–</a:t>
              </a:r>
              <a:endParaRPr kumimoji="1" lang="en-US" altLang="zh-CN" sz="2800" b="1" i="0" u="none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92" name="Text Box 38"/>
            <p:cNvSpPr txBox="1">
              <a:spLocks noChangeArrowheads="1"/>
            </p:cNvSpPr>
            <p:nvPr/>
          </p:nvSpPr>
          <p:spPr bwMode="auto">
            <a:xfrm>
              <a:off x="4853" y="2896"/>
              <a:ext cx="24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66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2800" b="1" i="0" u="none" strike="noStrike" kern="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kumimoji="1" lang="en-US" altLang="zh-CN" sz="2800" b="1" i="0" u="none" strike="noStrike" kern="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204" name="Group 40"/>
          <p:cNvGrpSpPr/>
          <p:nvPr/>
        </p:nvGrpSpPr>
        <p:grpSpPr bwMode="auto">
          <a:xfrm>
            <a:off x="7614320" y="908368"/>
            <a:ext cx="4475163" cy="3236913"/>
            <a:chOff x="2721" y="247"/>
            <a:chExt cx="2819" cy="2039"/>
          </a:xfrm>
        </p:grpSpPr>
        <p:grpSp>
          <p:nvGrpSpPr>
            <p:cNvPr id="205" name="Group 41"/>
            <p:cNvGrpSpPr/>
            <p:nvPr/>
          </p:nvGrpSpPr>
          <p:grpSpPr bwMode="auto">
            <a:xfrm>
              <a:off x="2721" y="247"/>
              <a:ext cx="2819" cy="2039"/>
              <a:chOff x="2961" y="631"/>
              <a:chExt cx="2819" cy="2039"/>
            </a:xfrm>
          </p:grpSpPr>
          <p:sp>
            <p:nvSpPr>
              <p:cNvPr id="207" name="Text Box 42"/>
              <p:cNvSpPr txBox="1">
                <a:spLocks noChangeArrowheads="1"/>
              </p:cNvSpPr>
              <p:nvPr/>
            </p:nvSpPr>
            <p:spPr bwMode="auto">
              <a:xfrm>
                <a:off x="3714" y="1344"/>
                <a:ext cx="116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en-US" altLang="zh-CN" sz="32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08" name="Text Box 43"/>
              <p:cNvSpPr txBox="1">
                <a:spLocks noChangeArrowheads="1"/>
              </p:cNvSpPr>
              <p:nvPr/>
            </p:nvSpPr>
            <p:spPr bwMode="auto">
              <a:xfrm>
                <a:off x="2961" y="1736"/>
                <a:ext cx="396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zh-CN" altLang="zh-CN" sz="28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     </a:t>
                </a:r>
                <a:endParaRPr kumimoji="1" lang="en-US" altLang="zh-CN" sz="28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09" name="Line 44"/>
              <p:cNvSpPr>
                <a:spLocks noChangeShapeType="1"/>
              </p:cNvSpPr>
              <p:nvPr/>
            </p:nvSpPr>
            <p:spPr bwMode="auto">
              <a:xfrm>
                <a:off x="5056" y="808"/>
                <a:ext cx="0" cy="25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0" name="Oval 45"/>
              <p:cNvSpPr>
                <a:spLocks noChangeArrowheads="1"/>
              </p:cNvSpPr>
              <p:nvPr/>
            </p:nvSpPr>
            <p:spPr bwMode="auto">
              <a:xfrm>
                <a:off x="3456" y="1996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1" name="Rectangle 46"/>
              <p:cNvSpPr>
                <a:spLocks noChangeArrowheads="1"/>
              </p:cNvSpPr>
              <p:nvPr/>
            </p:nvSpPr>
            <p:spPr bwMode="auto">
              <a:xfrm>
                <a:off x="5056" y="1249"/>
                <a:ext cx="487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N</a:t>
                </a:r>
                <a:r>
                  <a:rPr kumimoji="1" lang="en-US" altLang="zh-CN" sz="2800" b="1" kern="0" dirty="0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´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2" name="Line 47"/>
              <p:cNvSpPr>
                <a:spLocks noChangeShapeType="1"/>
              </p:cNvSpPr>
              <p:nvPr/>
            </p:nvSpPr>
            <p:spPr bwMode="auto">
              <a:xfrm>
                <a:off x="5068" y="1252"/>
                <a:ext cx="0" cy="24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3" name="Line 48"/>
              <p:cNvSpPr>
                <a:spLocks noChangeShapeType="1"/>
              </p:cNvSpPr>
              <p:nvPr/>
            </p:nvSpPr>
            <p:spPr bwMode="auto">
              <a:xfrm rot="7079317">
                <a:off x="5164" y="1396"/>
                <a:ext cx="0" cy="28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4" name="Line 49"/>
              <p:cNvSpPr>
                <a:spLocks noChangeShapeType="1"/>
              </p:cNvSpPr>
              <p:nvPr/>
            </p:nvSpPr>
            <p:spPr bwMode="auto">
              <a:xfrm rot="7079317" flipV="1">
                <a:off x="5595" y="1647"/>
                <a:ext cx="0" cy="30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5" name="Line 50"/>
              <p:cNvSpPr>
                <a:spLocks noChangeShapeType="1"/>
              </p:cNvSpPr>
              <p:nvPr/>
            </p:nvSpPr>
            <p:spPr bwMode="auto">
              <a:xfrm rot="-7079317" flipH="1" flipV="1">
                <a:off x="4930" y="1399"/>
                <a:ext cx="11" cy="3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6" name="Line 51"/>
              <p:cNvSpPr>
                <a:spLocks noChangeShapeType="1"/>
              </p:cNvSpPr>
              <p:nvPr/>
            </p:nvSpPr>
            <p:spPr bwMode="auto">
              <a:xfrm rot="-7079317" flipH="1" flipV="1">
                <a:off x="4487" y="1651"/>
                <a:ext cx="0" cy="33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7" name="Line 52"/>
              <p:cNvSpPr>
                <a:spLocks noChangeShapeType="1"/>
              </p:cNvSpPr>
              <p:nvPr/>
            </p:nvSpPr>
            <p:spPr bwMode="auto">
              <a:xfrm>
                <a:off x="5733" y="1862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8" name="Rectangle 53"/>
              <p:cNvSpPr>
                <a:spLocks noChangeArrowheads="1"/>
              </p:cNvSpPr>
              <p:nvPr/>
            </p:nvSpPr>
            <p:spPr bwMode="auto">
              <a:xfrm>
                <a:off x="5121" y="964"/>
                <a:ext cx="376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66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R</a:t>
                </a:r>
                <a:r>
                  <a:rPr kumimoji="1" lang="en-US" altLang="zh-CN" sz="2800" b="1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66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A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19" name="Rectangle 54"/>
              <p:cNvSpPr>
                <a:spLocks noChangeArrowheads="1"/>
              </p:cNvSpPr>
              <p:nvPr/>
            </p:nvSpPr>
            <p:spPr bwMode="auto">
              <a:xfrm>
                <a:off x="4243" y="1458"/>
                <a:ext cx="386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66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R</a:t>
                </a:r>
                <a:r>
                  <a:rPr kumimoji="1" lang="en-US" altLang="zh-CN" sz="2800" b="1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66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C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220" name="Group 55"/>
              <p:cNvGrpSpPr/>
              <p:nvPr/>
            </p:nvGrpSpPr>
            <p:grpSpPr bwMode="auto">
              <a:xfrm>
                <a:off x="4972" y="1060"/>
                <a:ext cx="213" cy="204"/>
                <a:chOff x="4896" y="2537"/>
                <a:chExt cx="192" cy="187"/>
              </a:xfrm>
            </p:grpSpPr>
            <p:sp>
              <p:nvSpPr>
                <p:cNvPr id="242" name="Oval 56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43" name="Line 57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44" name="Line 58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  <p:grpSp>
            <p:nvGrpSpPr>
              <p:cNvPr id="221" name="Group 59"/>
              <p:cNvGrpSpPr/>
              <p:nvPr/>
            </p:nvGrpSpPr>
            <p:grpSpPr bwMode="auto">
              <a:xfrm>
                <a:off x="5260" y="1588"/>
                <a:ext cx="213" cy="204"/>
                <a:chOff x="4896" y="2537"/>
                <a:chExt cx="192" cy="187"/>
              </a:xfrm>
            </p:grpSpPr>
            <p:sp>
              <p:nvSpPr>
                <p:cNvPr id="239" name="Oval 60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40" name="Line 61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41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  <p:grpSp>
            <p:nvGrpSpPr>
              <p:cNvPr id="222" name="Group 63"/>
              <p:cNvGrpSpPr/>
              <p:nvPr/>
            </p:nvGrpSpPr>
            <p:grpSpPr bwMode="auto">
              <a:xfrm>
                <a:off x="4610" y="1588"/>
                <a:ext cx="213" cy="204"/>
                <a:chOff x="4896" y="2537"/>
                <a:chExt cx="192" cy="187"/>
              </a:xfrm>
            </p:grpSpPr>
            <p:sp>
              <p:nvSpPr>
                <p:cNvPr id="236" name="Oval 64"/>
                <p:cNvSpPr>
                  <a:spLocks noChangeArrowheads="1"/>
                </p:cNvSpPr>
                <p:nvPr/>
              </p:nvSpPr>
              <p:spPr bwMode="auto">
                <a:xfrm>
                  <a:off x="4896" y="2537"/>
                  <a:ext cx="192" cy="187"/>
                </a:xfrm>
                <a:prstGeom prst="ellips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37" name="Line 65"/>
                <p:cNvSpPr>
                  <a:spLocks noChangeShapeType="1"/>
                </p:cNvSpPr>
                <p:nvPr/>
              </p:nvSpPr>
              <p:spPr bwMode="auto">
                <a:xfrm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238" name="Line 66"/>
                <p:cNvSpPr>
                  <a:spLocks noChangeShapeType="1"/>
                </p:cNvSpPr>
                <p:nvPr/>
              </p:nvSpPr>
              <p:spPr bwMode="auto">
                <a:xfrm flipH="1">
                  <a:off x="4928" y="2568"/>
                  <a:ext cx="128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1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  <p:sp>
            <p:nvSpPr>
              <p:cNvPr id="223" name="Line 67"/>
              <p:cNvSpPr>
                <a:spLocks noChangeShapeType="1"/>
              </p:cNvSpPr>
              <p:nvPr/>
            </p:nvSpPr>
            <p:spPr bwMode="auto">
              <a:xfrm>
                <a:off x="4348" y="1895"/>
                <a:ext cx="0" cy="62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4" name="Rectangle 68"/>
              <p:cNvSpPr>
                <a:spLocks noChangeArrowheads="1"/>
              </p:cNvSpPr>
              <p:nvPr/>
            </p:nvSpPr>
            <p:spPr bwMode="auto">
              <a:xfrm>
                <a:off x="5412" y="1396"/>
                <a:ext cx="368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66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R</a:t>
                </a:r>
                <a:r>
                  <a:rPr kumimoji="1" lang="en-US" altLang="zh-CN" sz="2800" b="1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66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B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66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5" name="Oval 69"/>
              <p:cNvSpPr>
                <a:spLocks noChangeArrowheads="1"/>
              </p:cNvSpPr>
              <p:nvPr/>
            </p:nvSpPr>
            <p:spPr bwMode="auto">
              <a:xfrm>
                <a:off x="3444" y="1456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6" name="Oval 70"/>
              <p:cNvSpPr>
                <a:spLocks noChangeArrowheads="1"/>
              </p:cNvSpPr>
              <p:nvPr/>
            </p:nvSpPr>
            <p:spPr bwMode="auto">
              <a:xfrm>
                <a:off x="3408" y="773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7" name="Oval 71"/>
              <p:cNvSpPr>
                <a:spLocks noChangeArrowheads="1"/>
              </p:cNvSpPr>
              <p:nvPr/>
            </p:nvSpPr>
            <p:spPr bwMode="auto">
              <a:xfrm>
                <a:off x="3444" y="2476"/>
                <a:ext cx="48" cy="48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8" name="Text Box 72"/>
              <p:cNvSpPr txBox="1">
                <a:spLocks noChangeArrowheads="1"/>
              </p:cNvSpPr>
              <p:nvPr/>
            </p:nvSpPr>
            <p:spPr bwMode="auto">
              <a:xfrm>
                <a:off x="3156" y="631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A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29" name="Text Box 73"/>
              <p:cNvSpPr txBox="1">
                <a:spLocks noChangeArrowheads="1"/>
              </p:cNvSpPr>
              <p:nvPr/>
            </p:nvSpPr>
            <p:spPr bwMode="auto">
              <a:xfrm>
                <a:off x="3180" y="1833"/>
                <a:ext cx="267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B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0" name="Text Box 74"/>
              <p:cNvSpPr txBox="1">
                <a:spLocks noChangeArrowheads="1"/>
              </p:cNvSpPr>
              <p:nvPr/>
            </p:nvSpPr>
            <p:spPr bwMode="auto">
              <a:xfrm>
                <a:off x="3174" y="1306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N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1" name="Text Box 75"/>
              <p:cNvSpPr txBox="1">
                <a:spLocks noChangeArrowheads="1"/>
              </p:cNvSpPr>
              <p:nvPr/>
            </p:nvSpPr>
            <p:spPr bwMode="auto">
              <a:xfrm>
                <a:off x="3172" y="2340"/>
                <a:ext cx="280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</a:rPr>
                  <a:t>C</a:t>
                </a:r>
                <a:endParaRPr kumimoji="1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2" name="Line 76"/>
              <p:cNvSpPr>
                <a:spLocks noChangeShapeType="1"/>
              </p:cNvSpPr>
              <p:nvPr/>
            </p:nvSpPr>
            <p:spPr bwMode="auto">
              <a:xfrm>
                <a:off x="3493" y="2500"/>
                <a:ext cx="86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3" name="Line 77"/>
              <p:cNvSpPr>
                <a:spLocks noChangeShapeType="1"/>
              </p:cNvSpPr>
              <p:nvPr/>
            </p:nvSpPr>
            <p:spPr bwMode="auto">
              <a:xfrm>
                <a:off x="3504" y="1474"/>
                <a:ext cx="1543" cy="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4" name="Line 78"/>
              <p:cNvSpPr>
                <a:spLocks noChangeShapeType="1"/>
              </p:cNvSpPr>
              <p:nvPr/>
            </p:nvSpPr>
            <p:spPr bwMode="auto">
              <a:xfrm>
                <a:off x="3456" y="796"/>
                <a:ext cx="16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235" name="Line 79"/>
              <p:cNvSpPr>
                <a:spLocks noChangeShapeType="1"/>
              </p:cNvSpPr>
              <p:nvPr/>
            </p:nvSpPr>
            <p:spPr bwMode="auto">
              <a:xfrm flipH="1">
                <a:off x="3497" y="2006"/>
                <a:ext cx="22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1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206" name="Rectangle 80"/>
            <p:cNvSpPr>
              <a:spLocks noChangeArrowheads="1"/>
            </p:cNvSpPr>
            <p:nvPr/>
          </p:nvSpPr>
          <p:spPr bwMode="auto">
            <a:xfrm>
              <a:off x="4560" y="1680"/>
              <a:ext cx="28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33CC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1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(</a:t>
              </a:r>
              <a:r>
                <a:rPr kumimoji="1" lang="en-US" altLang="zh-CN" sz="1800" b="1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a</a:t>
              </a:r>
              <a:r>
                <a:rPr kumimoji="1" lang="en-US" altLang="zh-CN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</a:rPr>
                <a:t>)</a:t>
              </a:r>
              <a:endParaRPr kumimoji="1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sp>
        <p:nvSpPr>
          <p:cNvPr id="247" name="Text Box 3"/>
          <p:cNvSpPr txBox="1">
            <a:spLocks noChangeArrowheads="1"/>
          </p:cNvSpPr>
          <p:nvPr/>
        </p:nvSpPr>
        <p:spPr bwMode="auto">
          <a:xfrm>
            <a:off x="1308166" y="1268760"/>
            <a:ext cx="3505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marL="663575" indent="-6635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9417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3220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663575" marR="0" lvl="0" indent="-663575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(2)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A相</a:t>
            </a:r>
            <a:r>
              <a:rPr kumimoji="1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断</a:t>
            </a:r>
            <a:r>
              <a:rPr kumimoji="1" lang="zh-CN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</a:rPr>
              <a:t>路</a:t>
            </a:r>
            <a:endParaRPr kumimoji="1" lang="zh-CN" altLang="zh-CN" sz="3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86" name="矩形 85"/>
          <p:cNvSpPr/>
          <p:nvPr/>
        </p:nvSpPr>
        <p:spPr bwMode="auto">
          <a:xfrm>
            <a:off x="8826579" y="1119419"/>
            <a:ext cx="631080" cy="191616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87" name="矩形 86"/>
          <p:cNvSpPr/>
          <p:nvPr/>
        </p:nvSpPr>
        <p:spPr bwMode="auto">
          <a:xfrm>
            <a:off x="8826579" y="2146060"/>
            <a:ext cx="631080" cy="191616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utoUpdateAnimBg="0"/>
      <p:bldP spid="168" grpId="0" autoUpdateAnimBg="0"/>
      <p:bldP spid="169" grpId="0" autoUpdateAnimBg="0"/>
      <p:bldP spid="170" grpId="0" autoUpdateAnimBg="0"/>
      <p:bldP spid="247" grpId="0"/>
      <p:bldP spid="86" grpId="0" animBg="1"/>
      <p:bldP spid="87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Rectangle 2"/>
          <p:cNvSpPr>
            <a:spLocks noChangeArrowheads="1"/>
          </p:cNvSpPr>
          <p:nvPr/>
        </p:nvSpPr>
        <p:spPr bwMode="auto">
          <a:xfrm>
            <a:off x="551384" y="2183184"/>
            <a:ext cx="11017224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defRPr/>
            </a:pPr>
            <a:r>
              <a:rPr lang="en-US" altLang="zh-CN" sz="2800" b="1" kern="0" dirty="0">
                <a:solidFill>
                  <a:srgbClr val="0000FF"/>
                </a:solidFill>
              </a:rPr>
              <a:t>(1) </a:t>
            </a:r>
            <a:r>
              <a:rPr lang="zh-CN" altLang="en-US" sz="2800" b="1" dirty="0"/>
              <a:t>不对称负载</a:t>
            </a:r>
            <a:r>
              <a:rPr lang="en-US" altLang="zh-CN" sz="2800" b="1" dirty="0"/>
              <a:t>Y</a:t>
            </a:r>
            <a:r>
              <a:rPr lang="zh-CN" altLang="en-US" sz="2800" b="1" dirty="0"/>
              <a:t>联结又未接中性线时，负载相电压不再对称，且负载电阻越大，负载承受的电压越高。</a:t>
            </a:r>
            <a:endParaRPr lang="zh-CN" altLang="en-US" sz="2800" b="1" dirty="0"/>
          </a:p>
        </p:txBody>
      </p:sp>
      <p:graphicFrame>
        <p:nvGraphicFramePr>
          <p:cNvPr id="139" name="Object 7"/>
          <p:cNvGraphicFramePr>
            <a:graphicFrameLocks noChangeAspect="1"/>
          </p:cNvGraphicFramePr>
          <p:nvPr/>
        </p:nvGraphicFramePr>
        <p:xfrm>
          <a:off x="10101758" y="859682"/>
          <a:ext cx="1466850" cy="1273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17098" name="剪辑" r:id="rId1" imgW="952500" imgH="828675" progId="MS_ClipArt_Gallery.2">
                  <p:embed/>
                </p:oleObj>
              </mc:Choice>
              <mc:Fallback>
                <p:oleObj name="剪辑" r:id="rId1" imgW="952500" imgH="828675" progId="MS_ClipArt_Gallery.2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101758" y="859682"/>
                        <a:ext cx="1466850" cy="1273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" name="AutoShape 8" descr="40%"/>
          <p:cNvSpPr>
            <a:spLocks noChangeArrowheads="1"/>
          </p:cNvSpPr>
          <p:nvPr/>
        </p:nvSpPr>
        <p:spPr bwMode="auto">
          <a:xfrm>
            <a:off x="551384" y="1067516"/>
            <a:ext cx="1965325" cy="838200"/>
          </a:xfrm>
          <a:prstGeom prst="cloudCallout">
            <a:avLst>
              <a:gd name="adj1" fmla="val 67931"/>
              <a:gd name="adj2" fmla="val 77273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rgbClr val="FF3300"/>
              </a:solidFill>
              <a:ea typeface="楷体_GB2312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" name="Rectangle 2"/>
          <p:cNvSpPr>
            <a:spLocks noChangeArrowheads="1"/>
          </p:cNvSpPr>
          <p:nvPr/>
        </p:nvSpPr>
        <p:spPr bwMode="auto">
          <a:xfrm>
            <a:off x="551384" y="3323658"/>
            <a:ext cx="9649072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  <a:defRPr/>
            </a:pPr>
            <a:r>
              <a:rPr lang="en-US" altLang="zh-CN" sz="2800" b="1" kern="0" dirty="0">
                <a:solidFill>
                  <a:srgbClr val="0000FF"/>
                </a:solidFill>
              </a:rPr>
              <a:t>(2) </a:t>
            </a:r>
            <a:r>
              <a:rPr lang="zh-CN" altLang="en-US" sz="2800" b="1" dirty="0"/>
              <a:t>中线的作用：保证星形联结三相不对称负载的相电压对称。</a:t>
            </a:r>
            <a:endParaRPr lang="zh-CN" altLang="en-US" sz="2800" b="1" dirty="0"/>
          </a:p>
        </p:txBody>
      </p:sp>
      <p:sp>
        <p:nvSpPr>
          <p:cNvPr id="16" name="Rectangle 2"/>
          <p:cNvSpPr>
            <a:spLocks noChangeArrowheads="1"/>
          </p:cNvSpPr>
          <p:nvPr/>
        </p:nvSpPr>
        <p:spPr bwMode="auto">
          <a:xfrm>
            <a:off x="551384" y="4005064"/>
            <a:ext cx="11017224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  <a:defRPr/>
            </a:pPr>
            <a:r>
              <a:rPr lang="en-US" altLang="zh-CN" sz="2800" b="1" kern="0" dirty="0">
                <a:solidFill>
                  <a:srgbClr val="0000FF"/>
                </a:solidFill>
              </a:rPr>
              <a:t>(3) </a:t>
            </a:r>
            <a:r>
              <a:rPr lang="zh-CN" altLang="en-US" sz="2800" b="1" dirty="0">
                <a:latin typeface="宋体" panose="02010600030101010101" pitchFamily="2" charset="-122"/>
              </a:rPr>
              <a:t>相电压</a:t>
            </a:r>
            <a:r>
              <a:rPr lang="en-US" altLang="zh-CN" sz="2800" b="1" dirty="0"/>
              <a:t>220V</a:t>
            </a:r>
            <a:r>
              <a:rPr lang="zh-CN" altLang="en-US" sz="2800" b="1" dirty="0">
                <a:latin typeface="宋体" panose="02010600030101010101" pitchFamily="2" charset="-122"/>
              </a:rPr>
              <a:t>低压供电系统，</a:t>
            </a:r>
            <a:r>
              <a:rPr lang="zh-CN" altLang="en-US" sz="2800" b="1" dirty="0"/>
              <a:t>负载三相不对称，必须采用三相四线制供电方式，且中性线（指干线）内不允许接熔断器或刀闸开关。</a:t>
            </a:r>
            <a:endParaRPr lang="zh-CN" altLang="en-US" sz="2800" b="1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utoUpdateAnimBg="0"/>
      <p:bldP spid="184" grpId="0" animBg="1" autoUpdateAnimBg="0"/>
      <p:bldP spid="7" grpId="0"/>
      <p:bldP spid="16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37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53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7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8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Rectangle 20"/>
          <p:cNvSpPr>
            <a:spLocks noChangeArrowheads="1"/>
          </p:cNvSpPr>
          <p:nvPr/>
        </p:nvSpPr>
        <p:spPr bwMode="auto">
          <a:xfrm>
            <a:off x="839416" y="1682081"/>
            <a:ext cx="820891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1.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相序器的功能：</a:t>
            </a:r>
            <a:r>
              <a:rPr lang="zh-CN" altLang="en-US" sz="2800" kern="0" dirty="0">
                <a:latin typeface="宋体" panose="02010600030101010101" pitchFamily="2" charset="-122"/>
              </a:rPr>
              <a:t>测定三个端线的相序。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44" name="Rectangle 3"/>
          <p:cNvSpPr txBox="1">
            <a:spLocks noChangeArrowheads="1"/>
          </p:cNvSpPr>
          <p:nvPr/>
        </p:nvSpPr>
        <p:spPr>
          <a:xfrm>
            <a:off x="1189973" y="2200585"/>
            <a:ext cx="7930363" cy="1150365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lang="zh-CN" altLang="en-US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相序器的构成：</a:t>
            </a: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由一个电容和两个电阻值相等的白炽灯星形联结组成。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46" name="Object 9"/>
          <p:cNvGraphicFramePr>
            <a:graphicFrameLocks noChangeAspect="1"/>
          </p:cNvGraphicFramePr>
          <p:nvPr/>
        </p:nvGraphicFramePr>
        <p:xfrm>
          <a:off x="10056440" y="1623888"/>
          <a:ext cx="1763713" cy="158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53355" name="Visio" r:id="rId3" imgW="1162685" imgH="1016000" progId="Visio.Drawing.6">
                  <p:embed/>
                </p:oleObj>
              </mc:Choice>
              <mc:Fallback>
                <p:oleObj name="Visio" r:id="rId3" imgW="1162685" imgH="1016000" progId="Visio.Drawing.6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056440" y="1623888"/>
                        <a:ext cx="1763713" cy="15890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" name="Rectangle 3"/>
          <p:cNvSpPr txBox="1">
            <a:spLocks noChangeArrowheads="1"/>
          </p:cNvSpPr>
          <p:nvPr/>
        </p:nvSpPr>
        <p:spPr>
          <a:xfrm>
            <a:off x="1189973" y="3284984"/>
            <a:ext cx="7858355" cy="108012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lang="zh-CN" altLang="en-US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相序器的测定：</a:t>
            </a: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在接上电源后根据灯泡的明暗来确定三个端线的相序。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8" name="Rectangle 3"/>
          <p:cNvSpPr txBox="1">
            <a:spLocks noChangeArrowheads="1"/>
          </p:cNvSpPr>
          <p:nvPr/>
        </p:nvSpPr>
        <p:spPr>
          <a:xfrm>
            <a:off x="1189973" y="4454094"/>
            <a:ext cx="7930363" cy="1711210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kern="0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(3) </a:t>
            </a:r>
            <a:r>
              <a:rPr lang="zh-CN" altLang="en-US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关键点：</a:t>
            </a: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弄清负载</a:t>
            </a:r>
            <a:r>
              <a:rPr lang="zh-CN" altLang="en-US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中性点位移</a:t>
            </a: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，即确定</a:t>
            </a:r>
            <a:r>
              <a:rPr lang="en-US" altLang="zh-CN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b="1" dirty="0">
                <a:solidFill>
                  <a:srgbClr val="FF00FF"/>
                </a:solidFill>
                <a:ea typeface="宋体" panose="02010600030101010101" pitchFamily="2" charset="-122"/>
              </a:rPr>
              <a:t>’</a:t>
            </a:r>
            <a:r>
              <a:rPr lang="en-US" altLang="zh-CN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在相量图中的位置。为此，建立与电容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相连接的戴维宁等效电路。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44" grpId="0"/>
      <p:bldP spid="47" grpId="0"/>
      <p:bldP spid="48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07" name="Rectangle 20"/>
          <p:cNvSpPr>
            <a:spLocks noChangeArrowheads="1"/>
          </p:cNvSpPr>
          <p:nvPr/>
        </p:nvSpPr>
        <p:spPr bwMode="auto">
          <a:xfrm>
            <a:off x="839416" y="1682081"/>
            <a:ext cx="30239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相序器的原理：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52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9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65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2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0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74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37" name="Object 41"/>
          <p:cNvGraphicFramePr>
            <a:graphicFrameLocks noChangeAspect="1"/>
          </p:cNvGraphicFramePr>
          <p:nvPr/>
        </p:nvGraphicFramePr>
        <p:xfrm>
          <a:off x="7402053" y="3401828"/>
          <a:ext cx="4175125" cy="189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0093" name="Visio" r:id="rId2" imgW="5791200" imgH="2628900" progId="Visio.Drawing.11">
                  <p:embed/>
                </p:oleObj>
              </mc:Choice>
              <mc:Fallback>
                <p:oleObj name="Visio" r:id="rId2" imgW="5791200" imgH="262890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02053" y="3401828"/>
                        <a:ext cx="4175125" cy="1893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8" name="Object 8"/>
          <p:cNvGraphicFramePr>
            <a:graphicFrameLocks noChangeAspect="1"/>
          </p:cNvGraphicFramePr>
          <p:nvPr/>
        </p:nvGraphicFramePr>
        <p:xfrm>
          <a:off x="1342717" y="5301208"/>
          <a:ext cx="2274593" cy="83520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0094" name="Equation" r:id="rId4" imgW="26212800" imgH="9753600" progId="Equation.DSMT4">
                  <p:embed/>
                </p:oleObj>
              </mc:Choice>
              <mc:Fallback>
                <p:oleObj name="Equation" r:id="rId4" imgW="26212800" imgH="97536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42717" y="5301208"/>
                        <a:ext cx="2274593" cy="83520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9" name="Object 10"/>
          <p:cNvGraphicFramePr>
            <a:graphicFrameLocks noChangeAspect="1"/>
          </p:cNvGraphicFramePr>
          <p:nvPr/>
        </p:nvGraphicFramePr>
        <p:xfrm>
          <a:off x="1285217" y="3182577"/>
          <a:ext cx="3393062" cy="156512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0095" name="Equation" r:id="rId6" imgW="44196000" imgH="20421600" progId="Equation.DSMT4">
                  <p:embed/>
                </p:oleObj>
              </mc:Choice>
              <mc:Fallback>
                <p:oleObj name="Equation" r:id="rId6" imgW="44196000" imgH="204216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85217" y="3182577"/>
                        <a:ext cx="3393062" cy="156512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0" name="Object 41"/>
          <p:cNvGraphicFramePr>
            <a:graphicFrameLocks noChangeAspect="1"/>
          </p:cNvGraphicFramePr>
          <p:nvPr/>
        </p:nvGraphicFramePr>
        <p:xfrm>
          <a:off x="7392144" y="918787"/>
          <a:ext cx="4175125" cy="189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0096" name="Visio" r:id="rId8" imgW="5791200" imgH="2628900" progId="Visio.Drawing.11">
                  <p:embed/>
                </p:oleObj>
              </mc:Choice>
              <mc:Fallback>
                <p:oleObj name="Visio" r:id="rId8" imgW="5791200" imgH="262890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2144" y="918787"/>
                        <a:ext cx="4175125" cy="1893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1" name="Object 44"/>
          <p:cNvGraphicFramePr>
            <a:graphicFrameLocks noChangeAspect="1"/>
          </p:cNvGraphicFramePr>
          <p:nvPr/>
        </p:nvGraphicFramePr>
        <p:xfrm>
          <a:off x="5132575" y="4348771"/>
          <a:ext cx="1455738" cy="2376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0097" name="Visio" r:id="rId10" imgW="1571625" imgH="2524125" progId="Visio.Drawing.11">
                  <p:embed/>
                </p:oleObj>
              </mc:Choice>
              <mc:Fallback>
                <p:oleObj name="Visio" r:id="rId10" imgW="1571625" imgH="2524125" progId="Visio.Drawing.11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32575" y="4348771"/>
                        <a:ext cx="1455738" cy="2376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2" name="Rectangle 3"/>
          <p:cNvSpPr txBox="1">
            <a:spLocks noChangeArrowheads="1"/>
          </p:cNvSpPr>
          <p:nvPr/>
        </p:nvSpPr>
        <p:spPr>
          <a:xfrm>
            <a:off x="1188541" y="2129463"/>
            <a:ext cx="2944291" cy="60573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戴维宁定理</a:t>
            </a:r>
            <a:endParaRPr lang="zh-CN" altLang="en-US" b="1" kern="0" dirty="0">
              <a:solidFill>
                <a:srgbClr val="C0000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43" name="Object 19"/>
          <p:cNvGraphicFramePr>
            <a:graphicFrameLocks noChangeAspect="1"/>
          </p:cNvGraphicFramePr>
          <p:nvPr/>
        </p:nvGraphicFramePr>
        <p:xfrm>
          <a:off x="11308295" y="3922022"/>
          <a:ext cx="614362" cy="550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0098" name="Equation" r:id="rId13" imgW="5791200" imgH="5791200" progId="Equation.DSMT4">
                  <p:embed/>
                </p:oleObj>
              </mc:Choice>
              <mc:Fallback>
                <p:oleObj name="Equation" r:id="rId13" imgW="5791200" imgH="5791200" progId="Equation.DSMT4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308295" y="3922022"/>
                        <a:ext cx="614362" cy="5508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4" name="AutoShape 87"/>
          <p:cNvSpPr>
            <a:spLocks noChangeArrowheads="1"/>
          </p:cNvSpPr>
          <p:nvPr/>
        </p:nvSpPr>
        <p:spPr bwMode="auto">
          <a:xfrm flipH="1">
            <a:off x="10948255" y="3810851"/>
            <a:ext cx="381000" cy="551676"/>
          </a:xfrm>
          <a:custGeom>
            <a:avLst/>
            <a:gdLst>
              <a:gd name="G0" fmla="+- 15126 0 0"/>
              <a:gd name="G1" fmla="+- 2912 0 0"/>
              <a:gd name="G2" fmla="+- 12158 0 2912"/>
              <a:gd name="G3" fmla="+- G2 0 2912"/>
              <a:gd name="G4" fmla="*/ G3 32768 32059"/>
              <a:gd name="G5" fmla="*/ G4 1 2"/>
              <a:gd name="G6" fmla="+- 21600 0 15126"/>
              <a:gd name="G7" fmla="*/ G6 2912 6079"/>
              <a:gd name="G8" fmla="+- G7 15126 0"/>
              <a:gd name="T0" fmla="*/ 15126 w 21600"/>
              <a:gd name="T1" fmla="*/ 0 h 21600"/>
              <a:gd name="T2" fmla="*/ 15126 w 21600"/>
              <a:gd name="T3" fmla="*/ 12158 h 21600"/>
              <a:gd name="T4" fmla="*/ 3237 w 21600"/>
              <a:gd name="T5" fmla="*/ 21600 h 21600"/>
              <a:gd name="T6" fmla="*/ 21600 w 21600"/>
              <a:gd name="T7" fmla="*/ 6079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G1 h 21600"/>
              <a:gd name="T14" fmla="*/ G8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close/>
              </a:path>
            </a:pathLst>
          </a:custGeom>
          <a:gradFill rotWithShape="0">
            <a:gsLst>
              <a:gs pos="0">
                <a:srgbClr val="FFFF00"/>
              </a:gs>
              <a:gs pos="100000">
                <a:srgbClr val="FF0000"/>
              </a:gs>
            </a:gsLst>
            <a:lin ang="18900000" scaled="1"/>
          </a:gradFill>
          <a:ln w="38100">
            <a:solidFill>
              <a:srgbClr val="FF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000" tIns="46800" rIns="90000" bIns="46800" anchor="ctr">
            <a:spAutoFit/>
          </a:bodyPr>
          <a:lstStyle/>
          <a:p>
            <a:endParaRPr lang="zh-CN" altLang="en-US"/>
          </a:p>
        </p:txBody>
      </p:sp>
      <p:sp>
        <p:nvSpPr>
          <p:cNvPr id="145" name="Rectangle 3"/>
          <p:cNvSpPr txBox="1">
            <a:spLocks noChangeArrowheads="1"/>
          </p:cNvSpPr>
          <p:nvPr/>
        </p:nvSpPr>
        <p:spPr>
          <a:xfrm>
            <a:off x="1175161" y="2697780"/>
            <a:ext cx="1877648" cy="60573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开路电压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6" name="Rectangle 3"/>
          <p:cNvSpPr txBox="1">
            <a:spLocks noChangeArrowheads="1"/>
          </p:cNvSpPr>
          <p:nvPr/>
        </p:nvSpPr>
        <p:spPr>
          <a:xfrm>
            <a:off x="1285217" y="4797152"/>
            <a:ext cx="1877648" cy="60573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等效电阻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47" name="组合 146"/>
          <p:cNvGrpSpPr/>
          <p:nvPr/>
        </p:nvGrpSpPr>
        <p:grpSpPr>
          <a:xfrm>
            <a:off x="8715381" y="1353821"/>
            <a:ext cx="2404609" cy="1067067"/>
            <a:chOff x="6011534" y="1353821"/>
            <a:chExt cx="2404609" cy="1067067"/>
          </a:xfrm>
        </p:grpSpPr>
        <p:cxnSp>
          <p:nvCxnSpPr>
            <p:cNvPr id="148" name="直接连接符 147"/>
            <p:cNvCxnSpPr/>
            <p:nvPr/>
          </p:nvCxnSpPr>
          <p:spPr bwMode="auto">
            <a:xfrm>
              <a:off x="7984095" y="2205301"/>
              <a:ext cx="432048" cy="215587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9" name="直接连接符 148"/>
            <p:cNvCxnSpPr/>
            <p:nvPr/>
          </p:nvCxnSpPr>
          <p:spPr bwMode="auto">
            <a:xfrm flipH="1">
              <a:off x="6876256" y="2420888"/>
              <a:ext cx="1512168" cy="0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0" name="直接连接符 149"/>
            <p:cNvCxnSpPr/>
            <p:nvPr/>
          </p:nvCxnSpPr>
          <p:spPr bwMode="auto">
            <a:xfrm flipH="1" flipV="1">
              <a:off x="6012160" y="1882920"/>
              <a:ext cx="864096" cy="537968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1" name="直接连接符 150"/>
            <p:cNvCxnSpPr/>
            <p:nvPr/>
          </p:nvCxnSpPr>
          <p:spPr bwMode="auto">
            <a:xfrm flipV="1">
              <a:off x="6011534" y="1353821"/>
              <a:ext cx="0" cy="534487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</p:cxnSp>
      </p:grpSp>
      <p:grpSp>
        <p:nvGrpSpPr>
          <p:cNvPr id="2" name="组合 1"/>
          <p:cNvGrpSpPr/>
          <p:nvPr/>
        </p:nvGrpSpPr>
        <p:grpSpPr>
          <a:xfrm>
            <a:off x="7573795" y="3673308"/>
            <a:ext cx="1631730" cy="1246393"/>
            <a:chOff x="4869948" y="3673308"/>
            <a:chExt cx="1631730" cy="1246393"/>
          </a:xfrm>
        </p:grpSpPr>
        <p:grpSp>
          <p:nvGrpSpPr>
            <p:cNvPr id="152" name="组合 151"/>
            <p:cNvGrpSpPr/>
            <p:nvPr/>
          </p:nvGrpSpPr>
          <p:grpSpPr>
            <a:xfrm>
              <a:off x="4869948" y="4098017"/>
              <a:ext cx="1631730" cy="821684"/>
              <a:chOff x="5008438" y="2039607"/>
              <a:chExt cx="1631730" cy="821684"/>
            </a:xfrm>
          </p:grpSpPr>
          <p:sp>
            <p:nvSpPr>
              <p:cNvPr id="153" name="矩形 152"/>
              <p:cNvSpPr/>
              <p:nvPr/>
            </p:nvSpPr>
            <p:spPr bwMode="auto">
              <a:xfrm>
                <a:off x="5008438" y="2039607"/>
                <a:ext cx="1631730" cy="821684"/>
              </a:xfrm>
              <a:prstGeom prst="rect">
                <a:avLst/>
              </a:prstGeom>
              <a:solidFill>
                <a:schemeClr val="bg1"/>
              </a:solidFill>
              <a:ln w="2857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ctr" anchorCtr="0" compatLnSpc="1">
                <a:spAutoFit/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2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  <a:ea typeface="黑体" panose="02010609060101010101" pitchFamily="49" charset="-122"/>
                </a:endParaRPr>
              </a:p>
            </p:txBody>
          </p:sp>
          <p:cxnSp>
            <p:nvCxnSpPr>
              <p:cNvPr id="154" name="直接连接符 153"/>
              <p:cNvCxnSpPr/>
              <p:nvPr/>
            </p:nvCxnSpPr>
            <p:spPr bwMode="auto">
              <a:xfrm flipH="1">
                <a:off x="5046432" y="2436582"/>
                <a:ext cx="786893" cy="388833"/>
              </a:xfrm>
              <a:prstGeom prst="line">
                <a:avLst/>
              </a:prstGeom>
              <a:solidFill>
                <a:srgbClr val="DDDDDD"/>
              </a:solidFill>
              <a:ln w="2857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55" name="直接连接符 154"/>
              <p:cNvCxnSpPr/>
              <p:nvPr/>
            </p:nvCxnSpPr>
            <p:spPr bwMode="auto">
              <a:xfrm>
                <a:off x="5833325" y="2436582"/>
                <a:ext cx="784477" cy="376777"/>
              </a:xfrm>
              <a:prstGeom prst="line">
                <a:avLst/>
              </a:prstGeom>
              <a:solidFill>
                <a:srgbClr val="DDDDDD"/>
              </a:solidFill>
              <a:ln w="2857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56" name="组合 155"/>
            <p:cNvGrpSpPr/>
            <p:nvPr/>
          </p:nvGrpSpPr>
          <p:grpSpPr>
            <a:xfrm>
              <a:off x="5269161" y="3673308"/>
              <a:ext cx="848874" cy="821684"/>
              <a:chOff x="5235294" y="3673308"/>
              <a:chExt cx="848874" cy="821684"/>
            </a:xfrm>
          </p:grpSpPr>
          <p:sp>
            <p:nvSpPr>
              <p:cNvPr id="157" name="矩形 156"/>
              <p:cNvSpPr/>
              <p:nvPr/>
            </p:nvSpPr>
            <p:spPr bwMode="auto">
              <a:xfrm>
                <a:off x="5235294" y="3673308"/>
                <a:ext cx="848874" cy="821684"/>
              </a:xfrm>
              <a:prstGeom prst="rect">
                <a:avLst/>
              </a:prstGeom>
              <a:solidFill>
                <a:schemeClr val="bg1"/>
              </a:solidFill>
              <a:ln w="2857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ctr" anchorCtr="0" compatLnSpc="1">
                <a:spAutoFit/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2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  <a:ea typeface="黑体" panose="02010609060101010101" pitchFamily="49" charset="-122"/>
                </a:endParaRPr>
              </a:p>
            </p:txBody>
          </p:sp>
          <p:cxnSp>
            <p:nvCxnSpPr>
              <p:cNvPr id="158" name="直接连接符 157"/>
              <p:cNvCxnSpPr/>
              <p:nvPr/>
            </p:nvCxnSpPr>
            <p:spPr bwMode="auto">
              <a:xfrm flipH="1">
                <a:off x="5659732" y="3673308"/>
                <a:ext cx="8398" cy="821684"/>
              </a:xfrm>
              <a:prstGeom prst="line">
                <a:avLst/>
              </a:prstGeom>
              <a:solidFill>
                <a:srgbClr val="DDDDDD"/>
              </a:solidFill>
              <a:ln w="2857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159" name="AutoShape 87"/>
          <p:cNvSpPr>
            <a:spLocks noChangeArrowheads="1"/>
          </p:cNvSpPr>
          <p:nvPr/>
        </p:nvSpPr>
        <p:spPr bwMode="auto">
          <a:xfrm flipH="1">
            <a:off x="10927295" y="1294591"/>
            <a:ext cx="381000" cy="551676"/>
          </a:xfrm>
          <a:custGeom>
            <a:avLst/>
            <a:gdLst>
              <a:gd name="G0" fmla="+- 15126 0 0"/>
              <a:gd name="G1" fmla="+- 2912 0 0"/>
              <a:gd name="G2" fmla="+- 12158 0 2912"/>
              <a:gd name="G3" fmla="+- G2 0 2912"/>
              <a:gd name="G4" fmla="*/ G3 32768 32059"/>
              <a:gd name="G5" fmla="*/ G4 1 2"/>
              <a:gd name="G6" fmla="+- 21600 0 15126"/>
              <a:gd name="G7" fmla="*/ G6 2912 6079"/>
              <a:gd name="G8" fmla="+- G7 15126 0"/>
              <a:gd name="T0" fmla="*/ 15126 w 21600"/>
              <a:gd name="T1" fmla="*/ 0 h 21600"/>
              <a:gd name="T2" fmla="*/ 15126 w 21600"/>
              <a:gd name="T3" fmla="*/ 12158 h 21600"/>
              <a:gd name="T4" fmla="*/ 3237 w 21600"/>
              <a:gd name="T5" fmla="*/ 21600 h 21600"/>
              <a:gd name="T6" fmla="*/ 21600 w 21600"/>
              <a:gd name="T7" fmla="*/ 6079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G1 h 21600"/>
              <a:gd name="T14" fmla="*/ G8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close/>
              </a:path>
            </a:pathLst>
          </a:custGeom>
          <a:gradFill rotWithShape="0">
            <a:gsLst>
              <a:gs pos="0">
                <a:srgbClr val="FFFF00"/>
              </a:gs>
              <a:gs pos="100000">
                <a:srgbClr val="FF0000"/>
              </a:gs>
            </a:gsLst>
            <a:lin ang="18900000" scaled="1"/>
          </a:gradFill>
          <a:ln w="38100">
            <a:solidFill>
              <a:srgbClr val="FF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000" tIns="46800" rIns="90000" bIns="46800" anchor="ctr">
            <a:spAutoFit/>
          </a:bodyPr>
          <a:lstStyle/>
          <a:p>
            <a:endParaRPr lang="zh-CN" altLang="en-US"/>
          </a:p>
        </p:txBody>
      </p:sp>
      <p:sp>
        <p:nvSpPr>
          <p:cNvPr id="160" name="矩形 159"/>
          <p:cNvSpPr/>
          <p:nvPr/>
        </p:nvSpPr>
        <p:spPr bwMode="auto">
          <a:xfrm>
            <a:off x="10444199" y="1016816"/>
            <a:ext cx="405271" cy="756000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61" name="矩形 160"/>
          <p:cNvSpPr/>
          <p:nvPr/>
        </p:nvSpPr>
        <p:spPr bwMode="auto">
          <a:xfrm>
            <a:off x="10471822" y="1016816"/>
            <a:ext cx="405271" cy="756000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ysDot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62" name="矩形 161"/>
          <p:cNvSpPr/>
          <p:nvPr/>
        </p:nvSpPr>
        <p:spPr bwMode="auto">
          <a:xfrm>
            <a:off x="10439766" y="3430201"/>
            <a:ext cx="405271" cy="756000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53" name="Rectangle 3"/>
          <p:cNvSpPr txBox="1">
            <a:spLocks noChangeArrowheads="1"/>
          </p:cNvSpPr>
          <p:nvPr/>
        </p:nvSpPr>
        <p:spPr>
          <a:xfrm>
            <a:off x="1234250" y="6165304"/>
            <a:ext cx="2696797" cy="60573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戴维宁等效电路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142" grpId="0"/>
      <p:bldP spid="144" grpId="0" animBg="1"/>
      <p:bldP spid="145" grpId="0"/>
      <p:bldP spid="146" grpId="0"/>
      <p:bldP spid="159" grpId="0" animBg="1"/>
      <p:bldP spid="160" grpId="0" animBg="1"/>
      <p:bldP spid="161" grpId="0" animBg="1"/>
      <p:bldP spid="162" grpId="0" animBg="1"/>
      <p:bldP spid="53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10" name="Rectangle 20"/>
          <p:cNvSpPr>
            <a:spLocks noChangeArrowheads="1"/>
          </p:cNvSpPr>
          <p:nvPr/>
        </p:nvSpPr>
        <p:spPr bwMode="auto">
          <a:xfrm>
            <a:off x="839416" y="1682081"/>
            <a:ext cx="30239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相序器的原理：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111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12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113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7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30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8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33" name="Object 10"/>
          <p:cNvGraphicFramePr>
            <a:graphicFrameLocks noChangeAspect="1"/>
          </p:cNvGraphicFramePr>
          <p:nvPr/>
        </p:nvGraphicFramePr>
        <p:xfrm>
          <a:off x="3949239" y="2083912"/>
          <a:ext cx="2046287" cy="623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0247" name="Equation" r:id="rId2" imgW="32918400" imgH="10058400" progId="Equation.DSMT4">
                  <p:embed/>
                </p:oleObj>
              </mc:Choice>
              <mc:Fallback>
                <p:oleObj name="Equation" r:id="rId2" imgW="32918400" imgH="100584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49239" y="2083912"/>
                        <a:ext cx="2046287" cy="623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4" name="组合 133"/>
          <p:cNvGrpSpPr/>
          <p:nvPr/>
        </p:nvGrpSpPr>
        <p:grpSpPr>
          <a:xfrm>
            <a:off x="1144569" y="3319793"/>
            <a:ext cx="4340241" cy="1001711"/>
            <a:chOff x="167482" y="4457221"/>
            <a:chExt cx="4340241" cy="1001711"/>
          </a:xfrm>
        </p:grpSpPr>
        <p:sp>
          <p:nvSpPr>
            <p:cNvPr id="135" name="Rectangle 3"/>
            <p:cNvSpPr txBox="1">
              <a:spLocks noChangeArrowheads="1"/>
            </p:cNvSpPr>
            <p:nvPr/>
          </p:nvSpPr>
          <p:spPr>
            <a:xfrm>
              <a:off x="167482" y="4457221"/>
              <a:ext cx="2867025" cy="508000"/>
            </a:xfrm>
          </p:spPr>
          <p:txBody>
            <a:bodyPr/>
            <a:lstStyle>
              <a:lvl1pPr marL="449580" indent="-44958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SzPct val="120000"/>
                <a:buBlip>
                  <a:blip r:embed="rId4"/>
                </a:buBlip>
                <a:defRPr sz="2800">
                  <a:solidFill>
                    <a:srgbClr val="133984"/>
                  </a:solidFill>
                  <a:latin typeface="+mn-lt"/>
                  <a:ea typeface="+mn-ea"/>
                  <a:cs typeface="+mn-cs"/>
                </a:defRPr>
              </a:lvl1pPr>
              <a:lvl2pPr marL="914400" indent="-285750" algn="l" rtl="0" eaLnBrk="0" fontAlgn="base" hangingPunct="0">
                <a:lnSpc>
                  <a:spcPct val="11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66"/>
                </a:buClr>
                <a:buChar char="•"/>
                <a:defRPr sz="2400">
                  <a:solidFill>
                    <a:srgbClr val="133984"/>
                  </a:solidFill>
                  <a:latin typeface="+mn-lt"/>
                  <a:ea typeface="+mn-ea"/>
                </a:defRPr>
              </a:lvl2pPr>
              <a:lvl3pPr marL="132270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3pPr>
              <a:lvl4pPr marL="1730375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4pPr>
              <a:lvl5pPr marL="213868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5pPr>
              <a:lvl6pPr marL="25958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6pPr>
              <a:lvl7pPr marL="30530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7pPr>
              <a:lvl8pPr marL="35102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8pPr>
              <a:lvl9pPr marL="396748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buFontTx/>
                <a:buNone/>
              </a:pPr>
              <a:r>
                <a:rPr lang="zh-CN" altLang="en-US" b="1" kern="0" dirty="0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rPr>
                <a:t>从相量图上可知</a:t>
              </a:r>
              <a:r>
                <a:rPr lang="zh-CN" altLang="en-US" kern="0" dirty="0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rPr>
                <a:t> </a:t>
              </a:r>
              <a:endParaRPr lang="zh-CN" altLang="en-US" kern="0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graphicFrame>
          <p:nvGraphicFramePr>
            <p:cNvPr id="136" name="Object 14"/>
            <p:cNvGraphicFramePr>
              <a:graphicFrameLocks noChangeAspect="1"/>
            </p:cNvGraphicFramePr>
            <p:nvPr/>
          </p:nvGraphicFramePr>
          <p:xfrm>
            <a:off x="2797175" y="4514271"/>
            <a:ext cx="936625" cy="384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48" name="Equation" r:id="rId5" imgW="14020800" imgH="5791200" progId="Equation.DSMT4">
                    <p:embed/>
                  </p:oleObj>
                </mc:Choice>
                <mc:Fallback>
                  <p:oleObj name="Equation" r:id="rId5" imgW="14020800" imgH="5791200" progId="Equation.DSMT4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97175" y="4514271"/>
                          <a:ext cx="936625" cy="3841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7" name="Rectangle 16"/>
            <p:cNvSpPr>
              <a:spLocks noChangeArrowheads="1"/>
            </p:cNvSpPr>
            <p:nvPr/>
          </p:nvSpPr>
          <p:spPr bwMode="auto">
            <a:xfrm>
              <a:off x="3650473" y="4468333"/>
              <a:ext cx="576262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>
                  <a:ea typeface="宋体" panose="02010600030101010101" pitchFamily="2" charset="-122"/>
                </a:rPr>
                <a:t>与</a:t>
              </a:r>
              <a:endParaRPr lang="zh-CN" altLang="en-US" sz="2800">
                <a:ea typeface="宋体" panose="02010600030101010101" pitchFamily="2" charset="-122"/>
              </a:endParaRPr>
            </a:p>
          </p:txBody>
        </p:sp>
        <p:graphicFrame>
          <p:nvGraphicFramePr>
            <p:cNvPr id="138" name="Object 17"/>
            <p:cNvGraphicFramePr>
              <a:graphicFrameLocks noChangeAspect="1"/>
            </p:cNvGraphicFramePr>
            <p:nvPr/>
          </p:nvGraphicFramePr>
          <p:xfrm>
            <a:off x="4153710" y="4517545"/>
            <a:ext cx="354013" cy="3603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49" name="Equation" r:id="rId7" imgW="5486400" imgH="5791200" progId="Equation.DSMT4">
                    <p:embed/>
                  </p:oleObj>
                </mc:Choice>
                <mc:Fallback>
                  <p:oleObj name="Equation" r:id="rId7" imgW="5486400" imgH="5791200" progId="Equation.DSMT4">
                    <p:embed/>
                    <p:pic>
                      <p:nvPicPr>
                        <p:cNvPr id="0" name="Object 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53710" y="4517545"/>
                          <a:ext cx="354013" cy="3603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9" name="Rectangle 19"/>
            <p:cNvSpPr>
              <a:spLocks noChangeArrowheads="1"/>
            </p:cNvSpPr>
            <p:nvPr/>
          </p:nvSpPr>
          <p:spPr bwMode="auto">
            <a:xfrm>
              <a:off x="177799" y="4965221"/>
              <a:ext cx="3560763" cy="4937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latin typeface="宋体" panose="02010600030101010101" pitchFamily="2" charset="-122"/>
                  <a:ea typeface="宋体" panose="02010600030101010101" pitchFamily="2" charset="-122"/>
                </a:rPr>
                <a:t>大小相等</a:t>
              </a:r>
              <a:r>
                <a:rPr lang="en-US" altLang="zh-CN" sz="2800" b="1" dirty="0">
                  <a:latin typeface="宋体" panose="02010600030101010101" pitchFamily="2" charset="-122"/>
                  <a:ea typeface="宋体" panose="02010600030101010101" pitchFamily="2" charset="-122"/>
                </a:rPr>
                <a:t>,</a:t>
              </a:r>
              <a:r>
                <a:rPr lang="zh-CN" altLang="en-US" sz="2800" b="1" dirty="0">
                  <a:latin typeface="宋体" panose="02010600030101010101" pitchFamily="2" charset="-122"/>
                  <a:ea typeface="宋体" panose="02010600030101010101" pitchFamily="2" charset="-122"/>
                </a:rPr>
                <a:t>方向相反。</a:t>
              </a:r>
              <a:endPara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</p:grpSp>
      <p:grpSp>
        <p:nvGrpSpPr>
          <p:cNvPr id="140" name="组合 139"/>
          <p:cNvGrpSpPr/>
          <p:nvPr/>
        </p:nvGrpSpPr>
        <p:grpSpPr>
          <a:xfrm>
            <a:off x="1160466" y="4426003"/>
            <a:ext cx="3650464" cy="596900"/>
            <a:chOff x="198438" y="5437188"/>
            <a:chExt cx="3650464" cy="596900"/>
          </a:xfrm>
        </p:grpSpPr>
        <p:graphicFrame>
          <p:nvGraphicFramePr>
            <p:cNvPr id="141" name="Object 20"/>
            <p:cNvGraphicFramePr>
              <a:graphicFrameLocks noChangeAspect="1"/>
            </p:cNvGraphicFramePr>
            <p:nvPr/>
          </p:nvGraphicFramePr>
          <p:xfrm>
            <a:off x="198438" y="5437188"/>
            <a:ext cx="1047750" cy="5969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0" name="Equation" r:id="rId9" imgW="17678400" imgH="10058400" progId="Equation.DSMT4">
                    <p:embed/>
                  </p:oleObj>
                </mc:Choice>
                <mc:Fallback>
                  <p:oleObj name="Equation" r:id="rId9" imgW="17678400" imgH="10058400" progId="Equation.DSMT4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438" y="5437188"/>
                          <a:ext cx="1047750" cy="5969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2" name="Rectangle 22"/>
            <p:cNvSpPr>
              <a:spLocks noChangeArrowheads="1"/>
            </p:cNvSpPr>
            <p:nvPr/>
          </p:nvSpPr>
          <p:spPr bwMode="auto">
            <a:xfrm>
              <a:off x="1226337" y="5530370"/>
              <a:ext cx="576262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>
                  <a:ea typeface="宋体" panose="02010600030101010101" pitchFamily="2" charset="-122"/>
                </a:rPr>
                <a:t>与</a:t>
              </a:r>
              <a:endParaRPr lang="zh-CN" altLang="en-US" sz="2800">
                <a:ea typeface="宋体" panose="02010600030101010101" pitchFamily="2" charset="-122"/>
              </a:endParaRPr>
            </a:p>
          </p:txBody>
        </p:sp>
        <p:graphicFrame>
          <p:nvGraphicFramePr>
            <p:cNvPr id="143" name="Object 23"/>
            <p:cNvGraphicFramePr>
              <a:graphicFrameLocks noChangeAspect="1"/>
            </p:cNvGraphicFramePr>
            <p:nvPr/>
          </p:nvGraphicFramePr>
          <p:xfrm>
            <a:off x="1698625" y="5558581"/>
            <a:ext cx="411677" cy="42285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1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98625" y="5558581"/>
                          <a:ext cx="411677" cy="42285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4" name="Rectangle 25"/>
            <p:cNvSpPr>
              <a:spLocks noChangeArrowheads="1"/>
            </p:cNvSpPr>
            <p:nvPr/>
          </p:nvSpPr>
          <p:spPr bwMode="auto">
            <a:xfrm>
              <a:off x="1945473" y="5530370"/>
              <a:ext cx="1903429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方向一致。</a:t>
              </a:r>
              <a:endParaRPr lang="zh-CN" altLang="en-US" sz="2800" dirty="0">
                <a:ea typeface="宋体" panose="02010600030101010101" pitchFamily="2" charset="-122"/>
              </a:endParaRPr>
            </a:p>
          </p:txBody>
        </p:sp>
      </p:grpSp>
      <p:grpSp>
        <p:nvGrpSpPr>
          <p:cNvPr id="145" name="组合 144"/>
          <p:cNvGrpSpPr/>
          <p:nvPr/>
        </p:nvGrpSpPr>
        <p:grpSpPr>
          <a:xfrm>
            <a:off x="1115373" y="5735558"/>
            <a:ext cx="4795498" cy="446345"/>
            <a:chOff x="-803023" y="6134145"/>
            <a:chExt cx="4667982" cy="446345"/>
          </a:xfrm>
        </p:grpSpPr>
        <p:sp>
          <p:nvSpPr>
            <p:cNvPr id="146" name="Rectangle 26"/>
            <p:cNvSpPr>
              <a:spLocks noChangeArrowheads="1"/>
            </p:cNvSpPr>
            <p:nvPr/>
          </p:nvSpPr>
          <p:spPr bwMode="auto">
            <a:xfrm>
              <a:off x="-803023" y="6134145"/>
              <a:ext cx="2836227" cy="434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latin typeface="Times New Roman" panose="02020603050405020304" pitchFamily="18" charset="0"/>
                  <a:ea typeface="宋体" panose="02010600030101010101" pitchFamily="2" charset="-122"/>
                </a:rPr>
                <a:t>可知</a:t>
              </a:r>
              <a:r>
                <a:rPr lang="en-US" altLang="zh-CN" sz="2800" b="1" i="1" dirty="0">
                  <a:solidFill>
                    <a:srgbClr val="00B0F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p</a:t>
              </a:r>
              <a:r>
                <a:rPr lang="zh-CN" altLang="en-US" sz="2800" b="1" dirty="0">
                  <a:latin typeface="宋体" panose="02010600030101010101" pitchFamily="2" charset="-122"/>
                  <a:ea typeface="宋体" panose="02010600030101010101" pitchFamily="2" charset="-122"/>
                </a:rPr>
                <a:t>点也正好在</a:t>
              </a:r>
              <a:endPara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graphicFrame>
          <p:nvGraphicFramePr>
            <p:cNvPr id="147" name="Object 27"/>
            <p:cNvGraphicFramePr>
              <a:graphicFrameLocks noChangeAspect="1"/>
            </p:cNvGraphicFramePr>
            <p:nvPr/>
          </p:nvGraphicFramePr>
          <p:xfrm>
            <a:off x="1902385" y="6211573"/>
            <a:ext cx="474663" cy="3603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2" name="Equation" r:id="rId13" imgW="7620000" imgH="5791200" progId="Equation.DSMT4">
                    <p:embed/>
                  </p:oleObj>
                </mc:Choice>
                <mc:Fallback>
                  <p:oleObj name="Equation" r:id="rId13" imgW="7620000" imgH="5791200" progId="Equation.DSMT4">
                    <p:embed/>
                    <p:pic>
                      <p:nvPicPr>
                        <p:cNvPr id="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02385" y="6211573"/>
                          <a:ext cx="474663" cy="3603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8" name="Rectangle 29"/>
            <p:cNvSpPr>
              <a:spLocks noChangeArrowheads="1"/>
            </p:cNvSpPr>
            <p:nvPr/>
          </p:nvSpPr>
          <p:spPr bwMode="auto">
            <a:xfrm>
              <a:off x="2323620" y="6148690"/>
              <a:ext cx="1541339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的中点</a:t>
              </a:r>
              <a:endParaRPr lang="zh-CN" altLang="en-US" sz="2800" dirty="0">
                <a:ea typeface="宋体" panose="02010600030101010101" pitchFamily="2" charset="-122"/>
              </a:endParaRPr>
            </a:p>
          </p:txBody>
        </p:sp>
      </p:grpSp>
      <p:grpSp>
        <p:nvGrpSpPr>
          <p:cNvPr id="149" name="组合 148"/>
          <p:cNvGrpSpPr/>
          <p:nvPr/>
        </p:nvGrpSpPr>
        <p:grpSpPr>
          <a:xfrm>
            <a:off x="1101728" y="6304861"/>
            <a:ext cx="4596654" cy="431800"/>
            <a:chOff x="4517411" y="6172513"/>
            <a:chExt cx="4596654" cy="431800"/>
          </a:xfrm>
        </p:grpSpPr>
        <p:sp>
          <p:nvSpPr>
            <p:cNvPr id="150" name="Rectangle 30"/>
            <p:cNvSpPr>
              <a:spLocks noChangeArrowheads="1"/>
            </p:cNvSpPr>
            <p:nvPr/>
          </p:nvSpPr>
          <p:spPr bwMode="auto">
            <a:xfrm>
              <a:off x="4517411" y="6172513"/>
              <a:ext cx="936625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所以</a:t>
              </a:r>
              <a:endParaRPr lang="zh-CN" altLang="en-US" sz="2800" b="1" dirty="0">
                <a:ea typeface="宋体" panose="02010600030101010101" pitchFamily="2" charset="-122"/>
              </a:endParaRPr>
            </a:p>
          </p:txBody>
        </p:sp>
        <p:graphicFrame>
          <p:nvGraphicFramePr>
            <p:cNvPr id="151" name="Object 31"/>
            <p:cNvGraphicFramePr>
              <a:graphicFrameLocks noChangeAspect="1"/>
            </p:cNvGraphicFramePr>
            <p:nvPr/>
          </p:nvGraphicFramePr>
          <p:xfrm>
            <a:off x="5354638" y="6219825"/>
            <a:ext cx="458787" cy="3714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3" name="Equation" r:id="rId15" imgW="7010400" imgH="5791200" progId="Equation.DSMT4">
                    <p:embed/>
                  </p:oleObj>
                </mc:Choice>
                <mc:Fallback>
                  <p:oleObj name="Equation" r:id="rId15" imgW="7010400" imgH="5791200" progId="Equation.DSMT4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54638" y="6219825"/>
                          <a:ext cx="458787" cy="3714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2" name="Rectangle 33"/>
            <p:cNvSpPr>
              <a:spLocks noChangeArrowheads="1"/>
            </p:cNvSpPr>
            <p:nvPr/>
          </p:nvSpPr>
          <p:spPr bwMode="auto">
            <a:xfrm>
              <a:off x="5712900" y="6172513"/>
              <a:ext cx="3401165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如相量图上红线</a:t>
              </a:r>
              <a:endParaRPr lang="zh-CN" altLang="en-US" sz="2800" b="1" dirty="0">
                <a:ea typeface="宋体" panose="02010600030101010101" pitchFamily="2" charset="-122"/>
              </a:endParaRPr>
            </a:p>
          </p:txBody>
        </p:sp>
      </p:grpSp>
      <p:sp>
        <p:nvSpPr>
          <p:cNvPr id="153" name="Rectangle 3"/>
          <p:cNvSpPr txBox="1">
            <a:spLocks noChangeArrowheads="1"/>
          </p:cNvSpPr>
          <p:nvPr/>
        </p:nvSpPr>
        <p:spPr>
          <a:xfrm>
            <a:off x="1216467" y="2084553"/>
            <a:ext cx="2944291" cy="605732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4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532130" indent="-53213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戴维宁等效电路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4" name="Text Box 10"/>
          <p:cNvSpPr txBox="1">
            <a:spLocks noChangeArrowheads="1"/>
          </p:cNvSpPr>
          <p:nvPr/>
        </p:nvSpPr>
        <p:spPr bwMode="auto">
          <a:xfrm>
            <a:off x="9065510" y="4390669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>
                <a:solidFill>
                  <a:srgbClr val="00B0F0"/>
                </a:solidFill>
              </a:rPr>
              <a:t>p</a:t>
            </a:r>
            <a:endParaRPr lang="en-US" altLang="zh-CN" sz="2800" b="1" i="1" dirty="0">
              <a:solidFill>
                <a:srgbClr val="00B0F0"/>
              </a:solidFill>
            </a:endParaRPr>
          </a:p>
        </p:txBody>
      </p:sp>
      <p:grpSp>
        <p:nvGrpSpPr>
          <p:cNvPr id="155" name="组合 154"/>
          <p:cNvGrpSpPr/>
          <p:nvPr/>
        </p:nvGrpSpPr>
        <p:grpSpPr>
          <a:xfrm>
            <a:off x="8744882" y="3284984"/>
            <a:ext cx="3086723" cy="3374949"/>
            <a:chOff x="4451390" y="1780949"/>
            <a:chExt cx="3086723" cy="3374949"/>
          </a:xfrm>
        </p:grpSpPr>
        <p:sp>
          <p:nvSpPr>
            <p:cNvPr id="156" name="Line 19"/>
            <p:cNvSpPr>
              <a:spLocks noChangeShapeType="1"/>
            </p:cNvSpPr>
            <p:nvPr/>
          </p:nvSpPr>
          <p:spPr bwMode="auto">
            <a:xfrm rot="7106826" flipV="1">
              <a:off x="4832350" y="3974827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7" name="Line 20"/>
            <p:cNvSpPr>
              <a:spLocks noChangeShapeType="1"/>
            </p:cNvSpPr>
            <p:nvPr/>
          </p:nvSpPr>
          <p:spPr bwMode="auto">
            <a:xfrm rot="14282560" flipV="1">
              <a:off x="4792663" y="2755627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58" name="Line 21"/>
            <p:cNvSpPr>
              <a:spLocks noChangeShapeType="1"/>
            </p:cNvSpPr>
            <p:nvPr/>
          </p:nvSpPr>
          <p:spPr bwMode="auto">
            <a:xfrm flipV="1">
              <a:off x="5908675" y="3373165"/>
              <a:ext cx="1465263" cy="0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59" name="Object 18"/>
            <p:cNvGraphicFramePr>
              <a:graphicFrameLocks noChangeAspect="1"/>
            </p:cNvGraphicFramePr>
            <p:nvPr/>
          </p:nvGraphicFramePr>
          <p:xfrm>
            <a:off x="6933275" y="3414562"/>
            <a:ext cx="604838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4" name="Equation" r:id="rId17" imgW="5486400" imgH="5791200" progId="Equation.DSMT4">
                    <p:embed/>
                  </p:oleObj>
                </mc:Choice>
                <mc:Fallback>
                  <p:oleObj name="Equation" r:id="rId17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933275" y="3414562"/>
                          <a:ext cx="604838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60" name="Object 18"/>
            <p:cNvGraphicFramePr>
              <a:graphicFrameLocks noChangeAspect="1"/>
            </p:cNvGraphicFramePr>
            <p:nvPr/>
          </p:nvGraphicFramePr>
          <p:xfrm>
            <a:off x="4451390" y="1780949"/>
            <a:ext cx="6731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5" name="Equation" r:id="rId19" imgW="6096000" imgH="5791200" progId="Equation.DSMT4">
                    <p:embed/>
                  </p:oleObj>
                </mc:Choice>
                <mc:Fallback>
                  <p:oleObj name="Equation" r:id="rId19" imgW="6096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451390" y="1780949"/>
                          <a:ext cx="6731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61" name="Object 18"/>
            <p:cNvGraphicFramePr>
              <a:graphicFrameLocks noChangeAspect="1"/>
            </p:cNvGraphicFramePr>
            <p:nvPr/>
          </p:nvGraphicFramePr>
          <p:xfrm>
            <a:off x="5156901" y="4517723"/>
            <a:ext cx="60642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6" name="Equation" r:id="rId21" imgW="5486400" imgH="5791200" progId="Equation.DSMT4">
                    <p:embed/>
                  </p:oleObj>
                </mc:Choice>
                <mc:Fallback>
                  <p:oleObj name="Equation" r:id="rId21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56901" y="4517723"/>
                          <a:ext cx="60642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62" name="组合 161"/>
          <p:cNvGrpSpPr/>
          <p:nvPr/>
        </p:nvGrpSpPr>
        <p:grpSpPr>
          <a:xfrm>
            <a:off x="9475122" y="4144413"/>
            <a:ext cx="2324421" cy="681723"/>
            <a:chOff x="5435452" y="4255169"/>
            <a:chExt cx="2324421" cy="681723"/>
          </a:xfrm>
        </p:grpSpPr>
        <p:graphicFrame>
          <p:nvGraphicFramePr>
            <p:cNvPr id="163" name="Object 18"/>
            <p:cNvGraphicFramePr>
              <a:graphicFrameLocks noChangeAspect="1"/>
            </p:cNvGraphicFramePr>
            <p:nvPr/>
          </p:nvGraphicFramePr>
          <p:xfrm>
            <a:off x="6983586" y="4255169"/>
            <a:ext cx="776287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7" name="Equation" r:id="rId23" imgW="7010400" imgH="5791200" progId="Equation.DSMT4">
                    <p:embed/>
                  </p:oleObj>
                </mc:Choice>
                <mc:Fallback>
                  <p:oleObj name="Equation" r:id="rId23" imgW="7010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983586" y="4255169"/>
                          <a:ext cx="776287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4" name="Line 16"/>
            <p:cNvSpPr>
              <a:spLocks noChangeShapeType="1"/>
            </p:cNvSpPr>
            <p:nvPr/>
          </p:nvSpPr>
          <p:spPr bwMode="auto">
            <a:xfrm rot="10800000" flipH="1" flipV="1">
              <a:off x="5435452" y="4920806"/>
              <a:ext cx="2182205" cy="160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65" name="组合 164"/>
          <p:cNvGrpSpPr/>
          <p:nvPr/>
        </p:nvGrpSpPr>
        <p:grpSpPr>
          <a:xfrm>
            <a:off x="7856337" y="4308949"/>
            <a:ext cx="2252432" cy="931344"/>
            <a:chOff x="3849220" y="4464999"/>
            <a:chExt cx="2252432" cy="931344"/>
          </a:xfrm>
        </p:grpSpPr>
        <p:sp>
          <p:nvSpPr>
            <p:cNvPr id="166" name="Line 20"/>
            <p:cNvSpPr>
              <a:spLocks noChangeShapeType="1"/>
            </p:cNvSpPr>
            <p:nvPr/>
          </p:nvSpPr>
          <p:spPr bwMode="auto">
            <a:xfrm rot="3482560" flipH="1">
              <a:off x="5144678" y="4439368"/>
              <a:ext cx="717614" cy="119633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prstDash val="sys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67" name="Object 18"/>
            <p:cNvGraphicFramePr>
              <a:graphicFrameLocks noChangeAspect="1"/>
            </p:cNvGraphicFramePr>
            <p:nvPr/>
          </p:nvGraphicFramePr>
          <p:xfrm>
            <a:off x="3849220" y="4464999"/>
            <a:ext cx="1291068" cy="5328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58" name="Equation" r:id="rId25" imgW="14020800" imgH="5791200" progId="Equation.DSMT4">
                    <p:embed/>
                  </p:oleObj>
                </mc:Choice>
                <mc:Fallback>
                  <p:oleObj name="Equation" r:id="rId25" imgW="140208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49220" y="4464999"/>
                          <a:ext cx="1291068" cy="532864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cxnSp>
        <p:nvCxnSpPr>
          <p:cNvPr id="168" name="直接连接符 167"/>
          <p:cNvCxnSpPr/>
          <p:nvPr/>
        </p:nvCxnSpPr>
        <p:spPr bwMode="auto">
          <a:xfrm flipH="1" flipV="1">
            <a:off x="9469308" y="4936167"/>
            <a:ext cx="665069" cy="1271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C00000"/>
            </a:solidFill>
            <a:prstDash val="sysDash"/>
            <a:round/>
            <a:headEnd type="triangle" w="med" len="med"/>
            <a:tailEnd type="none" w="med" len="med"/>
          </a:ln>
          <a:effectLst/>
        </p:spPr>
      </p:cxnSp>
      <p:graphicFrame>
        <p:nvGraphicFramePr>
          <p:cNvPr id="169" name="Object 18"/>
          <p:cNvGraphicFramePr>
            <a:graphicFrameLocks noChangeAspect="1"/>
          </p:cNvGraphicFramePr>
          <p:nvPr/>
        </p:nvGraphicFramePr>
        <p:xfrm>
          <a:off x="8012546" y="4936167"/>
          <a:ext cx="1509571" cy="85804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0259" name="Equation" r:id="rId27" imgW="17678400" imgH="10058400" progId="Equation.DSMT4">
                  <p:embed/>
                </p:oleObj>
              </mc:Choice>
              <mc:Fallback>
                <p:oleObj name="Equation" r:id="rId27" imgW="17678400" imgH="100584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12546" y="4936167"/>
                        <a:ext cx="1509571" cy="858046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70" name="组合 169"/>
          <p:cNvGrpSpPr/>
          <p:nvPr/>
        </p:nvGrpSpPr>
        <p:grpSpPr>
          <a:xfrm>
            <a:off x="8730906" y="3806145"/>
            <a:ext cx="1362618" cy="2592518"/>
            <a:chOff x="5863182" y="1600392"/>
            <a:chExt cx="1362618" cy="2592518"/>
          </a:xfrm>
        </p:grpSpPr>
        <p:sp>
          <p:nvSpPr>
            <p:cNvPr id="171" name="Line 20"/>
            <p:cNvSpPr>
              <a:spLocks noChangeShapeType="1"/>
            </p:cNvSpPr>
            <p:nvPr/>
          </p:nvSpPr>
          <p:spPr bwMode="auto">
            <a:xfrm rot="3482560">
              <a:off x="5526169" y="2050272"/>
              <a:ext cx="2149511" cy="1249751"/>
            </a:xfrm>
            <a:prstGeom prst="line">
              <a:avLst/>
            </a:prstGeom>
            <a:noFill/>
            <a:ln w="38100">
              <a:solidFill>
                <a:srgbClr val="00B0F0"/>
              </a:solidFill>
              <a:prstDash val="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72" name="Object 18"/>
            <p:cNvGraphicFramePr>
              <a:graphicFrameLocks noChangeAspect="1"/>
            </p:cNvGraphicFramePr>
            <p:nvPr/>
          </p:nvGraphicFramePr>
          <p:xfrm>
            <a:off x="5863182" y="3554735"/>
            <a:ext cx="842962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260" name="Equation" r:id="rId29" imgW="7620000" imgH="5791200" progId="Equation.DSMT4">
                    <p:embed/>
                  </p:oleObj>
                </mc:Choice>
                <mc:Fallback>
                  <p:oleObj name="Equation" r:id="rId29" imgW="7620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863182" y="3554735"/>
                          <a:ext cx="842962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73" name="Text Box 10"/>
          <p:cNvSpPr txBox="1">
            <a:spLocks noChangeArrowheads="1"/>
          </p:cNvSpPr>
          <p:nvPr/>
        </p:nvSpPr>
        <p:spPr bwMode="auto">
          <a:xfrm>
            <a:off x="10084764" y="4818962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/>
              <a:t>N</a:t>
            </a:r>
            <a:endParaRPr lang="en-US" altLang="zh-CN" sz="2800" b="1" i="1" dirty="0"/>
          </a:p>
        </p:txBody>
      </p:sp>
      <p:sp>
        <p:nvSpPr>
          <p:cNvPr id="174" name="Text Box 10"/>
          <p:cNvSpPr txBox="1">
            <a:spLocks noChangeArrowheads="1"/>
          </p:cNvSpPr>
          <p:nvPr/>
        </p:nvSpPr>
        <p:spPr bwMode="auto">
          <a:xfrm>
            <a:off x="11529186" y="4795360"/>
            <a:ext cx="441824" cy="52322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>
                <a:solidFill>
                  <a:srgbClr val="FF0000"/>
                </a:solidFill>
              </a:rPr>
              <a:t>U</a:t>
            </a:r>
            <a:endParaRPr lang="en-US" altLang="zh-CN" sz="2800" b="1" i="1" dirty="0">
              <a:solidFill>
                <a:srgbClr val="FF0000"/>
              </a:solidFill>
            </a:endParaRPr>
          </a:p>
        </p:txBody>
      </p:sp>
      <p:sp>
        <p:nvSpPr>
          <p:cNvPr id="175" name="Text Box 10"/>
          <p:cNvSpPr txBox="1">
            <a:spLocks noChangeArrowheads="1"/>
          </p:cNvSpPr>
          <p:nvPr/>
        </p:nvSpPr>
        <p:spPr bwMode="auto">
          <a:xfrm>
            <a:off x="9515990" y="3476316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/>
              <a:t>W</a:t>
            </a:r>
            <a:endParaRPr lang="en-US" altLang="zh-CN" sz="2800" b="1" i="1" dirty="0"/>
          </a:p>
        </p:txBody>
      </p:sp>
      <p:sp>
        <p:nvSpPr>
          <p:cNvPr id="176" name="Text Box 10"/>
          <p:cNvSpPr txBox="1">
            <a:spLocks noChangeArrowheads="1"/>
          </p:cNvSpPr>
          <p:nvPr/>
        </p:nvSpPr>
        <p:spPr bwMode="auto">
          <a:xfrm>
            <a:off x="9615513" y="5735464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/>
              <a:t>V</a:t>
            </a:r>
            <a:endParaRPr lang="en-US" altLang="zh-CN" sz="2800" b="1" i="1" dirty="0"/>
          </a:p>
        </p:txBody>
      </p:sp>
      <p:graphicFrame>
        <p:nvGraphicFramePr>
          <p:cNvPr id="177" name="Object 44"/>
          <p:cNvGraphicFramePr>
            <a:graphicFrameLocks noChangeAspect="1"/>
          </p:cNvGraphicFramePr>
          <p:nvPr/>
        </p:nvGraphicFramePr>
        <p:xfrm>
          <a:off x="6080422" y="980504"/>
          <a:ext cx="1455738" cy="2376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0261" name="Visio" r:id="rId31" imgW="1571625" imgH="2524125" progId="Visio.Drawing.11">
                  <p:embed/>
                </p:oleObj>
              </mc:Choice>
              <mc:Fallback>
                <p:oleObj name="Visio" r:id="rId31" imgW="1571625" imgH="2524125" progId="Visio.Drawing.11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80422" y="980504"/>
                        <a:ext cx="1455738" cy="2376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8" name="Object 41"/>
          <p:cNvGraphicFramePr>
            <a:graphicFrameLocks noChangeAspect="1"/>
          </p:cNvGraphicFramePr>
          <p:nvPr/>
        </p:nvGraphicFramePr>
        <p:xfrm>
          <a:off x="7825531" y="941236"/>
          <a:ext cx="4175125" cy="189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0262" name="Visio" r:id="rId33" imgW="5791200" imgH="2628900" progId="Visio.Drawing.11">
                  <p:embed/>
                </p:oleObj>
              </mc:Choice>
              <mc:Fallback>
                <p:oleObj name="Visio" r:id="rId33" imgW="5791200" imgH="262890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25531" y="941236"/>
                        <a:ext cx="4175125" cy="1893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9" name="Rectangle 3"/>
          <p:cNvSpPr txBox="1">
            <a:spLocks noChangeArrowheads="1"/>
          </p:cNvSpPr>
          <p:nvPr/>
        </p:nvSpPr>
        <p:spPr>
          <a:xfrm>
            <a:off x="1185656" y="2695905"/>
            <a:ext cx="4967524" cy="663615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4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三相电路确定</a:t>
            </a:r>
            <a:r>
              <a:rPr lang="en-US" altLang="zh-CN" b="1" i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点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80" name="Rectangle 3"/>
          <p:cNvSpPr txBox="1">
            <a:spLocks noChangeArrowheads="1"/>
          </p:cNvSpPr>
          <p:nvPr/>
        </p:nvSpPr>
        <p:spPr>
          <a:xfrm>
            <a:off x="1115373" y="5081560"/>
            <a:ext cx="4604435" cy="663615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4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由</a:t>
            </a:r>
            <a:r>
              <a:rPr lang="en-US" altLang="zh-CN" b="1" i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点也是戴维宁电路上点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utoUpdateAnimBg="0"/>
      <p:bldP spid="173" grpId="0" autoUpdateAnimBg="0"/>
      <p:bldP spid="174" grpId="0" autoUpdateAnimBg="0"/>
      <p:bldP spid="175" grpId="0" autoUpdateAnimBg="0"/>
      <p:bldP spid="176" grpId="0" autoUpdateAnimBg="0"/>
      <p:bldP spid="179" grpId="0"/>
      <p:bldP spid="180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73" name="Rectangle 20"/>
          <p:cNvSpPr>
            <a:spLocks noChangeArrowheads="1"/>
          </p:cNvSpPr>
          <p:nvPr/>
        </p:nvSpPr>
        <p:spPr bwMode="auto">
          <a:xfrm>
            <a:off x="839416" y="1682081"/>
            <a:ext cx="30239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相序器的原理：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101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06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109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3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27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8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9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4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0" name="Rectangle 2"/>
          <p:cNvSpPr txBox="1">
            <a:spLocks noChangeArrowheads="1"/>
          </p:cNvSpPr>
          <p:nvPr/>
        </p:nvSpPr>
        <p:spPr>
          <a:xfrm>
            <a:off x="1048173" y="5736165"/>
            <a:ext cx="3689350" cy="647700"/>
          </a:xfr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2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eaLnBrk="1" hangingPunct="1">
              <a:buFontTx/>
              <a:buNone/>
            </a:pPr>
            <a:r>
              <a:rPr lang="zh-CN" altLang="en-US" b="1" kern="0" dirty="0">
                <a:solidFill>
                  <a:schemeClr val="tx1"/>
                </a:solidFill>
                <a:ea typeface="宋体" panose="02010600030101010101" pitchFamily="2" charset="-122"/>
              </a:rPr>
              <a:t>根据等效电路可求得</a:t>
            </a:r>
            <a:endParaRPr lang="zh-CN" altLang="en-US" kern="0" dirty="0">
              <a:solidFill>
                <a:schemeClr val="tx1"/>
              </a:solidFill>
              <a:ea typeface="宋体" panose="02010600030101010101" pitchFamily="2" charset="-122"/>
            </a:endParaRPr>
          </a:p>
        </p:txBody>
      </p:sp>
      <p:graphicFrame>
        <p:nvGraphicFramePr>
          <p:cNvPr id="131" name="Object 34"/>
          <p:cNvGraphicFramePr>
            <a:graphicFrameLocks noChangeAspect="1"/>
          </p:cNvGraphicFramePr>
          <p:nvPr/>
        </p:nvGraphicFramePr>
        <p:xfrm>
          <a:off x="4657779" y="5666630"/>
          <a:ext cx="1703388" cy="1074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49" name="Equation" r:id="rId3" imgW="23164800" imgH="14630400" progId="Equation.DSMT4">
                  <p:embed/>
                </p:oleObj>
              </mc:Choice>
              <mc:Fallback>
                <p:oleObj name="Equation" r:id="rId3" imgW="23164800" imgH="146304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57779" y="5666630"/>
                        <a:ext cx="1703388" cy="1074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2" name="Object 36"/>
          <p:cNvGraphicFramePr>
            <a:graphicFrameLocks noChangeAspect="1"/>
          </p:cNvGraphicFramePr>
          <p:nvPr/>
        </p:nvGraphicFramePr>
        <p:xfrm>
          <a:off x="6873898" y="5783382"/>
          <a:ext cx="2335213" cy="555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50" name="Equation" r:id="rId5" imgW="28346400" imgH="6705600" progId="Equation.DSMT4">
                  <p:embed/>
                </p:oleObj>
              </mc:Choice>
              <mc:Fallback>
                <p:oleObj name="Equation" r:id="rId5" imgW="28346400" imgH="6705600" progId="Equation.DSMT4">
                  <p:embed/>
                  <p:pic>
                    <p:nvPicPr>
                      <p:cNvPr id="0" name="Object 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73898" y="5783382"/>
                        <a:ext cx="2335213" cy="5556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" name="Object 68"/>
          <p:cNvGraphicFramePr>
            <a:graphicFrameLocks noChangeAspect="1"/>
          </p:cNvGraphicFramePr>
          <p:nvPr/>
        </p:nvGraphicFramePr>
        <p:xfrm>
          <a:off x="1415480" y="2155163"/>
          <a:ext cx="1897063" cy="3095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51" name="Visio" r:id="rId7" imgW="1571625" imgH="2524125" progId="Visio.Drawing.11">
                  <p:embed/>
                </p:oleObj>
              </mc:Choice>
              <mc:Fallback>
                <p:oleObj name="Visio" r:id="rId7" imgW="1571625" imgH="2524125" progId="Visio.Drawing.11">
                  <p:embed/>
                  <p:pic>
                    <p:nvPicPr>
                      <p:cNvPr id="0" name="Object 6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5480" y="2155163"/>
                        <a:ext cx="1897063" cy="30956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4" name="弦形 133"/>
          <p:cNvSpPr/>
          <p:nvPr/>
        </p:nvSpPr>
        <p:spPr bwMode="auto">
          <a:xfrm flipV="1">
            <a:off x="8171481" y="2139011"/>
            <a:ext cx="2095996" cy="2373185"/>
          </a:xfrm>
          <a:prstGeom prst="chord">
            <a:avLst>
              <a:gd name="adj1" fmla="val 792325"/>
              <a:gd name="adj2" fmla="val 10045188"/>
            </a:avLst>
          </a:prstGeom>
          <a:noFill/>
          <a:ln w="28575" cap="flat" cmpd="sng" algn="ctr">
            <a:solidFill>
              <a:srgbClr val="00B0F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5" name="Text Box 10"/>
          <p:cNvSpPr txBox="1">
            <a:spLocks noChangeArrowheads="1"/>
          </p:cNvSpPr>
          <p:nvPr/>
        </p:nvSpPr>
        <p:spPr bwMode="auto">
          <a:xfrm>
            <a:off x="7762041" y="2659042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>
                <a:solidFill>
                  <a:srgbClr val="00B0F0"/>
                </a:solidFill>
              </a:rPr>
              <a:t>p</a:t>
            </a:r>
            <a:endParaRPr lang="en-US" altLang="zh-CN" sz="2800" b="1" i="1" dirty="0">
              <a:solidFill>
                <a:srgbClr val="00B0F0"/>
              </a:solidFill>
            </a:endParaRPr>
          </a:p>
        </p:txBody>
      </p:sp>
      <p:grpSp>
        <p:nvGrpSpPr>
          <p:cNvPr id="136" name="组合 135"/>
          <p:cNvGrpSpPr/>
          <p:nvPr/>
        </p:nvGrpSpPr>
        <p:grpSpPr>
          <a:xfrm>
            <a:off x="7509494" y="1363073"/>
            <a:ext cx="3018470" cy="3578095"/>
            <a:chOff x="4519643" y="1577803"/>
            <a:chExt cx="3018470" cy="3578095"/>
          </a:xfrm>
        </p:grpSpPr>
        <p:sp>
          <p:nvSpPr>
            <p:cNvPr id="137" name="Line 19"/>
            <p:cNvSpPr>
              <a:spLocks noChangeShapeType="1"/>
            </p:cNvSpPr>
            <p:nvPr/>
          </p:nvSpPr>
          <p:spPr bwMode="auto">
            <a:xfrm rot="7106826" flipV="1">
              <a:off x="4832350" y="3974827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8" name="Line 20"/>
            <p:cNvSpPr>
              <a:spLocks noChangeShapeType="1"/>
            </p:cNvSpPr>
            <p:nvPr/>
          </p:nvSpPr>
          <p:spPr bwMode="auto">
            <a:xfrm rot="14282560" flipV="1">
              <a:off x="4792663" y="2755627"/>
              <a:ext cx="1463675" cy="1588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9" name="Line 21"/>
            <p:cNvSpPr>
              <a:spLocks noChangeShapeType="1"/>
            </p:cNvSpPr>
            <p:nvPr/>
          </p:nvSpPr>
          <p:spPr bwMode="auto">
            <a:xfrm flipV="1">
              <a:off x="5908675" y="3373165"/>
              <a:ext cx="1465263" cy="0"/>
            </a:xfrm>
            <a:prstGeom prst="line">
              <a:avLst/>
            </a:prstGeom>
            <a:noFill/>
            <a:ln w="38100">
              <a:solidFill>
                <a:srgbClr val="00B05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40" name="Object 18"/>
            <p:cNvGraphicFramePr>
              <a:graphicFrameLocks noChangeAspect="1"/>
            </p:cNvGraphicFramePr>
            <p:nvPr/>
          </p:nvGraphicFramePr>
          <p:xfrm>
            <a:off x="6933275" y="3414562"/>
            <a:ext cx="604838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7252" name="Equation" r:id="rId9" imgW="5486400" imgH="5791200" progId="Equation.DSMT4">
                    <p:embed/>
                  </p:oleObj>
                </mc:Choice>
                <mc:Fallback>
                  <p:oleObj name="Equation" r:id="rId9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933275" y="3414562"/>
                          <a:ext cx="604838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1" name="Object 18"/>
            <p:cNvGraphicFramePr>
              <a:graphicFrameLocks noChangeAspect="1"/>
            </p:cNvGraphicFramePr>
            <p:nvPr/>
          </p:nvGraphicFramePr>
          <p:xfrm>
            <a:off x="4519643" y="1577803"/>
            <a:ext cx="67310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7253" name="Equation" r:id="rId11" imgW="6096000" imgH="5791200" progId="Equation.DSMT4">
                    <p:embed/>
                  </p:oleObj>
                </mc:Choice>
                <mc:Fallback>
                  <p:oleObj name="Equation" r:id="rId11" imgW="60960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19643" y="1577803"/>
                          <a:ext cx="67310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2" name="Object 18"/>
            <p:cNvGraphicFramePr>
              <a:graphicFrameLocks noChangeAspect="1"/>
            </p:cNvGraphicFramePr>
            <p:nvPr/>
          </p:nvGraphicFramePr>
          <p:xfrm>
            <a:off x="5156901" y="4517723"/>
            <a:ext cx="60642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7254" name="Equation" r:id="rId13" imgW="5486400" imgH="5791200" progId="Equation.DSMT4">
                    <p:embed/>
                  </p:oleObj>
                </mc:Choice>
                <mc:Fallback>
                  <p:oleObj name="Equation" r:id="rId13" imgW="54864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56901" y="4517723"/>
                          <a:ext cx="60642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43" name="Object 18"/>
          <p:cNvGraphicFramePr>
            <a:graphicFrameLocks noChangeAspect="1"/>
          </p:cNvGraphicFramePr>
          <p:nvPr/>
        </p:nvGraphicFramePr>
        <p:xfrm>
          <a:off x="10250563" y="2513792"/>
          <a:ext cx="777875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55" name="Equation" r:id="rId15" imgW="7010400" imgH="5791200" progId="Equation.DSMT4">
                  <p:embed/>
                </p:oleObj>
              </mc:Choice>
              <mc:Fallback>
                <p:oleObj name="Equation" r:id="rId15" imgW="7010400" imgH="57912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50563" y="2513792"/>
                        <a:ext cx="777875" cy="6381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4" name="Line 16"/>
          <p:cNvSpPr>
            <a:spLocks noChangeShapeType="1"/>
          </p:cNvSpPr>
          <p:nvPr/>
        </p:nvSpPr>
        <p:spPr bwMode="auto">
          <a:xfrm rot="10800000" flipH="1">
            <a:off x="8171481" y="3082116"/>
            <a:ext cx="2198850" cy="916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5" name="Line 16"/>
          <p:cNvSpPr>
            <a:spLocks noChangeShapeType="1"/>
          </p:cNvSpPr>
          <p:nvPr/>
        </p:nvSpPr>
        <p:spPr bwMode="auto">
          <a:xfrm rot="10800000" flipH="1">
            <a:off x="8200840" y="2256634"/>
            <a:ext cx="1485954" cy="847681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tailEnd type="arrow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6" name="Line 16"/>
          <p:cNvSpPr>
            <a:spLocks noChangeShapeType="1"/>
          </p:cNvSpPr>
          <p:nvPr/>
        </p:nvSpPr>
        <p:spPr bwMode="auto">
          <a:xfrm rot="10800000">
            <a:off x="9686793" y="2252035"/>
            <a:ext cx="538750" cy="803421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 type="arrow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47" name="组合 146"/>
          <p:cNvGrpSpPr/>
          <p:nvPr/>
        </p:nvGrpSpPr>
        <p:grpSpPr>
          <a:xfrm>
            <a:off x="6552696" y="2590184"/>
            <a:ext cx="2252432" cy="931344"/>
            <a:chOff x="3849220" y="4464999"/>
            <a:chExt cx="2252432" cy="931344"/>
          </a:xfrm>
        </p:grpSpPr>
        <p:sp>
          <p:nvSpPr>
            <p:cNvPr id="148" name="Line 20"/>
            <p:cNvSpPr>
              <a:spLocks noChangeShapeType="1"/>
            </p:cNvSpPr>
            <p:nvPr/>
          </p:nvSpPr>
          <p:spPr bwMode="auto">
            <a:xfrm rot="3482560" flipH="1">
              <a:off x="5144678" y="4439368"/>
              <a:ext cx="717614" cy="119633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prstDash val="sys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49" name="Object 18"/>
            <p:cNvGraphicFramePr>
              <a:graphicFrameLocks noChangeAspect="1"/>
            </p:cNvGraphicFramePr>
            <p:nvPr/>
          </p:nvGraphicFramePr>
          <p:xfrm>
            <a:off x="3849220" y="4464999"/>
            <a:ext cx="1291068" cy="5328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7256" name="Equation" r:id="rId17" imgW="14020800" imgH="5791200" progId="Equation.DSMT4">
                    <p:embed/>
                  </p:oleObj>
                </mc:Choice>
                <mc:Fallback>
                  <p:oleObj name="Equation" r:id="rId17" imgW="140208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49220" y="4464999"/>
                          <a:ext cx="1291068" cy="532864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cxnSp>
        <p:nvCxnSpPr>
          <p:cNvPr id="150" name="直接连接符 149"/>
          <p:cNvCxnSpPr/>
          <p:nvPr/>
        </p:nvCxnSpPr>
        <p:spPr bwMode="auto">
          <a:xfrm flipH="1" flipV="1">
            <a:off x="8165667" y="3217402"/>
            <a:ext cx="665069" cy="1271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C00000"/>
            </a:solidFill>
            <a:prstDash val="sysDash"/>
            <a:round/>
            <a:headEnd type="triangle" w="med" len="med"/>
            <a:tailEnd type="none" w="med" len="med"/>
          </a:ln>
          <a:effectLst/>
        </p:spPr>
      </p:cxnSp>
      <p:graphicFrame>
        <p:nvGraphicFramePr>
          <p:cNvPr id="151" name="Object 18"/>
          <p:cNvGraphicFramePr>
            <a:graphicFrameLocks noChangeAspect="1"/>
          </p:cNvGraphicFramePr>
          <p:nvPr/>
        </p:nvGraphicFramePr>
        <p:xfrm>
          <a:off x="6708905" y="3217402"/>
          <a:ext cx="1509571" cy="85804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57" name="Equation" r:id="rId19" imgW="17678400" imgH="10058400" progId="Equation.DSMT4">
                  <p:embed/>
                </p:oleObj>
              </mc:Choice>
              <mc:Fallback>
                <p:oleObj name="Equation" r:id="rId19" imgW="17678400" imgH="100584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08905" y="3217402"/>
                        <a:ext cx="1509571" cy="858046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52" name="组合 151"/>
          <p:cNvGrpSpPr/>
          <p:nvPr/>
        </p:nvGrpSpPr>
        <p:grpSpPr>
          <a:xfrm>
            <a:off x="7443375" y="2087380"/>
            <a:ext cx="1346508" cy="2592037"/>
            <a:chOff x="5879292" y="1600392"/>
            <a:chExt cx="1346508" cy="2592037"/>
          </a:xfrm>
        </p:grpSpPr>
        <p:sp>
          <p:nvSpPr>
            <p:cNvPr id="153" name="Line 20"/>
            <p:cNvSpPr>
              <a:spLocks noChangeShapeType="1"/>
            </p:cNvSpPr>
            <p:nvPr/>
          </p:nvSpPr>
          <p:spPr bwMode="auto">
            <a:xfrm rot="3482560">
              <a:off x="5526169" y="2050272"/>
              <a:ext cx="2149511" cy="1249751"/>
            </a:xfrm>
            <a:prstGeom prst="line">
              <a:avLst/>
            </a:prstGeom>
            <a:noFill/>
            <a:ln w="38100">
              <a:solidFill>
                <a:srgbClr val="00B0F0"/>
              </a:solidFill>
              <a:prstDash val="dash"/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154" name="Object 18"/>
            <p:cNvGraphicFramePr>
              <a:graphicFrameLocks noChangeAspect="1"/>
            </p:cNvGraphicFramePr>
            <p:nvPr/>
          </p:nvGraphicFramePr>
          <p:xfrm>
            <a:off x="5879292" y="3554254"/>
            <a:ext cx="809625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17258" name="Equation" r:id="rId21" imgW="7315200" imgH="5791200" progId="Equation.DSMT4">
                    <p:embed/>
                  </p:oleObj>
                </mc:Choice>
                <mc:Fallback>
                  <p:oleObj name="Equation" r:id="rId21" imgW="73152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879292" y="3554254"/>
                          <a:ext cx="809625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55" name="Text Box 10"/>
          <p:cNvSpPr txBox="1">
            <a:spLocks noChangeArrowheads="1"/>
          </p:cNvSpPr>
          <p:nvPr/>
        </p:nvSpPr>
        <p:spPr bwMode="auto">
          <a:xfrm>
            <a:off x="8781123" y="3100197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/>
              <a:t>N</a:t>
            </a:r>
            <a:endParaRPr lang="en-US" altLang="zh-CN" sz="2800" b="1" i="1" dirty="0"/>
          </a:p>
        </p:txBody>
      </p:sp>
      <p:sp>
        <p:nvSpPr>
          <p:cNvPr id="156" name="Text Box 10"/>
          <p:cNvSpPr txBox="1">
            <a:spLocks noChangeArrowheads="1"/>
          </p:cNvSpPr>
          <p:nvPr/>
        </p:nvSpPr>
        <p:spPr bwMode="auto">
          <a:xfrm>
            <a:off x="10225545" y="3076595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>
                <a:solidFill>
                  <a:srgbClr val="FF0000"/>
                </a:solidFill>
              </a:rPr>
              <a:t>U</a:t>
            </a:r>
            <a:endParaRPr lang="en-US" altLang="zh-CN" sz="2800" b="1" i="1" dirty="0">
              <a:solidFill>
                <a:srgbClr val="FF0000"/>
              </a:solidFill>
            </a:endParaRPr>
          </a:p>
        </p:txBody>
      </p:sp>
      <p:sp>
        <p:nvSpPr>
          <p:cNvPr id="157" name="Text Box 10"/>
          <p:cNvSpPr txBox="1">
            <a:spLocks noChangeArrowheads="1"/>
          </p:cNvSpPr>
          <p:nvPr/>
        </p:nvSpPr>
        <p:spPr bwMode="auto">
          <a:xfrm>
            <a:off x="8212349" y="1757551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/>
              <a:t>W</a:t>
            </a:r>
            <a:endParaRPr lang="en-US" altLang="zh-CN" sz="2800" b="1" i="1" dirty="0"/>
          </a:p>
        </p:txBody>
      </p:sp>
      <p:sp>
        <p:nvSpPr>
          <p:cNvPr id="158" name="Text Box 10"/>
          <p:cNvSpPr txBox="1">
            <a:spLocks noChangeArrowheads="1"/>
          </p:cNvSpPr>
          <p:nvPr/>
        </p:nvSpPr>
        <p:spPr bwMode="auto">
          <a:xfrm>
            <a:off x="8311872" y="4016699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/>
              <a:t>V</a:t>
            </a:r>
            <a:endParaRPr lang="en-US" altLang="zh-CN" sz="2800" b="1" i="1" dirty="0"/>
          </a:p>
        </p:txBody>
      </p:sp>
      <p:sp>
        <p:nvSpPr>
          <p:cNvPr id="159" name="Text Box 10"/>
          <p:cNvSpPr txBox="1">
            <a:spLocks noChangeArrowheads="1"/>
          </p:cNvSpPr>
          <p:nvPr/>
        </p:nvSpPr>
        <p:spPr bwMode="auto">
          <a:xfrm>
            <a:off x="9684368" y="1767660"/>
            <a:ext cx="4418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i="1" dirty="0">
                <a:solidFill>
                  <a:srgbClr val="00B0F0"/>
                </a:solidFill>
              </a:rPr>
              <a:t>N’</a:t>
            </a:r>
            <a:endParaRPr lang="en-US" altLang="zh-CN" sz="2800" b="1" i="1" dirty="0">
              <a:solidFill>
                <a:srgbClr val="00B0F0"/>
              </a:solidFill>
            </a:endParaRPr>
          </a:p>
        </p:txBody>
      </p:sp>
      <p:graphicFrame>
        <p:nvGraphicFramePr>
          <p:cNvPr id="160" name="Object 18"/>
          <p:cNvGraphicFramePr>
            <a:graphicFrameLocks noChangeAspect="1"/>
          </p:cNvGraphicFramePr>
          <p:nvPr/>
        </p:nvGraphicFramePr>
        <p:xfrm>
          <a:off x="9969996" y="2044904"/>
          <a:ext cx="1598612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59" name="Equation" r:id="rId23" imgW="17373600" imgH="6705600" progId="Equation.DSMT4">
                  <p:embed/>
                </p:oleObj>
              </mc:Choice>
              <mc:Fallback>
                <p:oleObj name="Equation" r:id="rId23" imgW="17373600" imgH="67056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969996" y="2044904"/>
                        <a:ext cx="1598612" cy="61595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1" name="Object 18"/>
          <p:cNvGraphicFramePr>
            <a:graphicFrameLocks noChangeAspect="1"/>
          </p:cNvGraphicFramePr>
          <p:nvPr/>
        </p:nvGraphicFramePr>
        <p:xfrm>
          <a:off x="9510280" y="2528241"/>
          <a:ext cx="477838" cy="531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60" name="Equation" r:id="rId25" imgW="5181600" imgH="5791200" progId="Equation.DSMT4">
                  <p:embed/>
                </p:oleObj>
              </mc:Choice>
              <mc:Fallback>
                <p:oleObj name="Equation" r:id="rId25" imgW="5181600" imgH="57912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10280" y="2528241"/>
                        <a:ext cx="477838" cy="53181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2" name="Object 36"/>
          <p:cNvGraphicFramePr>
            <a:graphicFrameLocks noChangeAspect="1"/>
          </p:cNvGraphicFramePr>
          <p:nvPr/>
        </p:nvGraphicFramePr>
        <p:xfrm>
          <a:off x="9721842" y="5859582"/>
          <a:ext cx="1858962" cy="479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61" name="Equation" r:id="rId27" imgW="22555200" imgH="5791200" progId="Equation.DSMT4">
                  <p:embed/>
                </p:oleObj>
              </mc:Choice>
              <mc:Fallback>
                <p:oleObj name="Equation" r:id="rId27" imgW="22555200" imgH="5791200" progId="Equation.DSMT4">
                  <p:embed/>
                  <p:pic>
                    <p:nvPicPr>
                      <p:cNvPr id="0" name="Object 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21842" y="5859582"/>
                        <a:ext cx="1858962" cy="479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9" name="Line 44"/>
          <p:cNvSpPr>
            <a:spLocks noChangeShapeType="1"/>
          </p:cNvSpPr>
          <p:nvPr/>
        </p:nvSpPr>
        <p:spPr bwMode="auto">
          <a:xfrm>
            <a:off x="4151784" y="3082280"/>
            <a:ext cx="1887537" cy="63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kumimoji="1" lang="zh-CN" altLang="en-US" sz="2800" b="1" kern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93" name="Line 48"/>
          <p:cNvSpPr>
            <a:spLocks noChangeShapeType="1"/>
          </p:cNvSpPr>
          <p:nvPr/>
        </p:nvSpPr>
        <p:spPr bwMode="auto">
          <a:xfrm>
            <a:off x="4151784" y="3082280"/>
            <a:ext cx="1277938" cy="635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kumimoji="1" lang="zh-CN" altLang="en-US" sz="2800" b="1" kern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97" name="Line 53"/>
          <p:cNvSpPr>
            <a:spLocks noChangeShapeType="1"/>
          </p:cNvSpPr>
          <p:nvPr/>
        </p:nvSpPr>
        <p:spPr bwMode="auto">
          <a:xfrm flipV="1">
            <a:off x="5447184" y="3082280"/>
            <a:ext cx="0" cy="838200"/>
          </a:xfrm>
          <a:prstGeom prst="line">
            <a:avLst/>
          </a:prstGeom>
          <a:noFill/>
          <a:ln w="38100">
            <a:solidFill>
              <a:srgbClr val="C00000"/>
            </a:solidFill>
            <a:prstDash val="solid"/>
            <a:round/>
            <a:headEnd type="triangle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kumimoji="1" lang="zh-CN" altLang="en-US" sz="2800" b="1" kern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64" name="Line 68"/>
          <p:cNvSpPr>
            <a:spLocks noChangeShapeType="1"/>
          </p:cNvSpPr>
          <p:nvPr/>
        </p:nvSpPr>
        <p:spPr bwMode="auto">
          <a:xfrm>
            <a:off x="4151784" y="3082280"/>
            <a:ext cx="1353654" cy="8382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kumimoji="1" lang="zh-CN" altLang="en-US" sz="2800" b="1" kern="0">
              <a:solidFill>
                <a:srgbClr val="CC0000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4972694" y="3883546"/>
          <a:ext cx="774700" cy="628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62" name="Equation" r:id="rId29" imgW="791845" imgH="643890" progId="Equation.DSMT4">
                  <p:embed/>
                </p:oleObj>
              </mc:Choice>
              <mc:Fallback>
                <p:oleObj name="Equation" r:id="rId29" imgW="791845" imgH="643890" progId="Equation.DSMT4">
                  <p:embed/>
                  <p:pic>
                    <p:nvPicPr>
                      <p:cNvPr id="0" name="图片 1917261"/>
                      <p:cNvPicPr/>
                      <p:nvPr/>
                    </p:nvPicPr>
                    <p:blipFill>
                      <a:blip r:embed="rId30"/>
                      <a:stretch>
                        <a:fillRect/>
                      </a:stretch>
                    </p:blipFill>
                    <p:spPr>
                      <a:xfrm>
                        <a:off x="4972694" y="3883546"/>
                        <a:ext cx="774700" cy="6286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0" name="对象 169"/>
          <p:cNvGraphicFramePr>
            <a:graphicFrameLocks noChangeAspect="1"/>
          </p:cNvGraphicFramePr>
          <p:nvPr/>
        </p:nvGraphicFramePr>
        <p:xfrm>
          <a:off x="5765291" y="2559050"/>
          <a:ext cx="327653" cy="4914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63" name="Equation" r:id="rId31" imgW="3048000" imgH="4572000" progId="Equation.DSMT4">
                  <p:embed/>
                </p:oleObj>
              </mc:Choice>
              <mc:Fallback>
                <p:oleObj name="Equation" r:id="rId31" imgW="3048000" imgH="4572000" progId="Equation.DSMT4">
                  <p:embed/>
                  <p:pic>
                    <p:nvPicPr>
                      <p:cNvPr id="0" name="对象 1"/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5765291" y="2559050"/>
                        <a:ext cx="327653" cy="4914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1" name="Object 18"/>
          <p:cNvGraphicFramePr>
            <a:graphicFrameLocks noChangeAspect="1"/>
          </p:cNvGraphicFramePr>
          <p:nvPr/>
        </p:nvGraphicFramePr>
        <p:xfrm>
          <a:off x="4867254" y="2444104"/>
          <a:ext cx="673100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64" name="Equation" r:id="rId33" imgW="7315200" imgH="6705600" progId="Equation.DSMT4">
                  <p:embed/>
                </p:oleObj>
              </mc:Choice>
              <mc:Fallback>
                <p:oleObj name="Equation" r:id="rId33" imgW="7315200" imgH="67056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67254" y="2444104"/>
                        <a:ext cx="673100" cy="615950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2" name="Object 18"/>
          <p:cNvGraphicFramePr>
            <a:graphicFrameLocks noChangeAspect="1"/>
          </p:cNvGraphicFramePr>
          <p:nvPr/>
        </p:nvGraphicFramePr>
        <p:xfrm>
          <a:off x="5519644" y="3544047"/>
          <a:ext cx="477838" cy="531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17265" name="Equation" r:id="rId35" imgW="5181600" imgH="5791200" progId="Equation.DSMT4">
                  <p:embed/>
                </p:oleObj>
              </mc:Choice>
              <mc:Fallback>
                <p:oleObj name="Equation" r:id="rId35" imgW="5181600" imgH="57912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19644" y="3544047"/>
                        <a:ext cx="477838" cy="53181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矩形 2"/>
          <p:cNvSpPr/>
          <p:nvPr/>
        </p:nvSpPr>
        <p:spPr>
          <a:xfrm>
            <a:off x="7376386" y="4988650"/>
            <a:ext cx="307007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buFontTx/>
              <a:buNone/>
            </a:pPr>
            <a:r>
              <a:rPr lang="zh-CN" altLang="en-US" sz="2800" b="1" kern="0" dirty="0">
                <a:ea typeface="宋体" panose="02010600030101010101" pitchFamily="2" charset="-122"/>
              </a:rPr>
              <a:t>能否位于下半圆周</a:t>
            </a:r>
            <a:endParaRPr lang="zh-CN" altLang="en-US" sz="2800" b="1" kern="0" dirty="0">
              <a:ea typeface="宋体" panose="02010600030101010101" pitchFamily="2" charset="-122"/>
            </a:endParaRPr>
          </a:p>
        </p:txBody>
      </p:sp>
      <p:grpSp>
        <p:nvGrpSpPr>
          <p:cNvPr id="174" name="Group 8"/>
          <p:cNvGrpSpPr/>
          <p:nvPr/>
        </p:nvGrpSpPr>
        <p:grpSpPr bwMode="auto">
          <a:xfrm>
            <a:off x="10833117" y="4016699"/>
            <a:ext cx="1219200" cy="1447800"/>
            <a:chOff x="2856" y="918"/>
            <a:chExt cx="1290" cy="2452"/>
          </a:xfrm>
        </p:grpSpPr>
        <p:sp>
          <p:nvSpPr>
            <p:cNvPr id="175" name="Freeform 9"/>
            <p:cNvSpPr/>
            <p:nvPr/>
          </p:nvSpPr>
          <p:spPr bwMode="auto">
            <a:xfrm>
              <a:off x="2856" y="1669"/>
              <a:ext cx="505" cy="835"/>
            </a:xfrm>
            <a:custGeom>
              <a:avLst/>
              <a:gdLst>
                <a:gd name="T0" fmla="*/ 267 w 505"/>
                <a:gd name="T1" fmla="*/ 124 h 835"/>
                <a:gd name="T2" fmla="*/ 319 w 505"/>
                <a:gd name="T3" fmla="*/ 72 h 835"/>
                <a:gd name="T4" fmla="*/ 392 w 505"/>
                <a:gd name="T5" fmla="*/ 21 h 835"/>
                <a:gd name="T6" fmla="*/ 443 w 505"/>
                <a:gd name="T7" fmla="*/ 0 h 835"/>
                <a:gd name="T8" fmla="*/ 505 w 505"/>
                <a:gd name="T9" fmla="*/ 4 h 835"/>
                <a:gd name="T10" fmla="*/ 505 w 505"/>
                <a:gd name="T11" fmla="*/ 52 h 835"/>
                <a:gd name="T12" fmla="*/ 474 w 505"/>
                <a:gd name="T13" fmla="*/ 93 h 835"/>
                <a:gd name="T14" fmla="*/ 416 w 505"/>
                <a:gd name="T15" fmla="*/ 124 h 835"/>
                <a:gd name="T16" fmla="*/ 271 w 505"/>
                <a:gd name="T17" fmla="*/ 190 h 835"/>
                <a:gd name="T18" fmla="*/ 133 w 505"/>
                <a:gd name="T19" fmla="*/ 269 h 835"/>
                <a:gd name="T20" fmla="*/ 75 w 505"/>
                <a:gd name="T21" fmla="*/ 289 h 835"/>
                <a:gd name="T22" fmla="*/ 55 w 505"/>
                <a:gd name="T23" fmla="*/ 320 h 835"/>
                <a:gd name="T24" fmla="*/ 75 w 505"/>
                <a:gd name="T25" fmla="*/ 351 h 835"/>
                <a:gd name="T26" fmla="*/ 195 w 505"/>
                <a:gd name="T27" fmla="*/ 467 h 835"/>
                <a:gd name="T28" fmla="*/ 250 w 505"/>
                <a:gd name="T29" fmla="*/ 505 h 835"/>
                <a:gd name="T30" fmla="*/ 332 w 505"/>
                <a:gd name="T31" fmla="*/ 570 h 835"/>
                <a:gd name="T32" fmla="*/ 416 w 505"/>
                <a:gd name="T33" fmla="*/ 632 h 835"/>
                <a:gd name="T34" fmla="*/ 412 w 505"/>
                <a:gd name="T35" fmla="*/ 663 h 835"/>
                <a:gd name="T36" fmla="*/ 350 w 505"/>
                <a:gd name="T37" fmla="*/ 673 h 835"/>
                <a:gd name="T38" fmla="*/ 257 w 505"/>
                <a:gd name="T39" fmla="*/ 673 h 835"/>
                <a:gd name="T40" fmla="*/ 199 w 505"/>
                <a:gd name="T41" fmla="*/ 704 h 835"/>
                <a:gd name="T42" fmla="*/ 178 w 505"/>
                <a:gd name="T43" fmla="*/ 783 h 835"/>
                <a:gd name="T44" fmla="*/ 178 w 505"/>
                <a:gd name="T45" fmla="*/ 825 h 835"/>
                <a:gd name="T46" fmla="*/ 154 w 505"/>
                <a:gd name="T47" fmla="*/ 835 h 835"/>
                <a:gd name="T48" fmla="*/ 116 w 505"/>
                <a:gd name="T49" fmla="*/ 797 h 835"/>
                <a:gd name="T50" fmla="*/ 123 w 505"/>
                <a:gd name="T51" fmla="*/ 731 h 835"/>
                <a:gd name="T52" fmla="*/ 157 w 505"/>
                <a:gd name="T53" fmla="*/ 683 h 835"/>
                <a:gd name="T54" fmla="*/ 226 w 505"/>
                <a:gd name="T55" fmla="*/ 642 h 835"/>
                <a:gd name="T56" fmla="*/ 301 w 505"/>
                <a:gd name="T57" fmla="*/ 622 h 835"/>
                <a:gd name="T58" fmla="*/ 308 w 505"/>
                <a:gd name="T59" fmla="*/ 601 h 835"/>
                <a:gd name="T60" fmla="*/ 271 w 505"/>
                <a:gd name="T61" fmla="*/ 560 h 835"/>
                <a:gd name="T62" fmla="*/ 113 w 505"/>
                <a:gd name="T63" fmla="*/ 457 h 835"/>
                <a:gd name="T64" fmla="*/ 65 w 505"/>
                <a:gd name="T65" fmla="*/ 416 h 835"/>
                <a:gd name="T66" fmla="*/ 20 w 505"/>
                <a:gd name="T67" fmla="*/ 361 h 835"/>
                <a:gd name="T68" fmla="*/ 0 w 505"/>
                <a:gd name="T69" fmla="*/ 299 h 835"/>
                <a:gd name="T70" fmla="*/ 13 w 505"/>
                <a:gd name="T71" fmla="*/ 262 h 835"/>
                <a:gd name="T72" fmla="*/ 92 w 505"/>
                <a:gd name="T73" fmla="*/ 238 h 835"/>
                <a:gd name="T74" fmla="*/ 188 w 505"/>
                <a:gd name="T75" fmla="*/ 197 h 835"/>
                <a:gd name="T76" fmla="*/ 250 w 505"/>
                <a:gd name="T77" fmla="*/ 154 h 835"/>
                <a:gd name="T78" fmla="*/ 267 w 505"/>
                <a:gd name="T79" fmla="*/ 12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835">
                  <a:moveTo>
                    <a:pt x="267" y="124"/>
                  </a:moveTo>
                  <a:lnTo>
                    <a:pt x="319" y="72"/>
                  </a:lnTo>
                  <a:lnTo>
                    <a:pt x="392" y="21"/>
                  </a:lnTo>
                  <a:lnTo>
                    <a:pt x="443" y="0"/>
                  </a:lnTo>
                  <a:lnTo>
                    <a:pt x="505" y="4"/>
                  </a:lnTo>
                  <a:lnTo>
                    <a:pt x="505" y="52"/>
                  </a:lnTo>
                  <a:lnTo>
                    <a:pt x="474" y="93"/>
                  </a:lnTo>
                  <a:lnTo>
                    <a:pt x="416" y="124"/>
                  </a:lnTo>
                  <a:lnTo>
                    <a:pt x="271" y="190"/>
                  </a:lnTo>
                  <a:lnTo>
                    <a:pt x="133" y="269"/>
                  </a:lnTo>
                  <a:lnTo>
                    <a:pt x="75" y="289"/>
                  </a:lnTo>
                  <a:lnTo>
                    <a:pt x="55" y="320"/>
                  </a:lnTo>
                  <a:lnTo>
                    <a:pt x="75" y="351"/>
                  </a:lnTo>
                  <a:lnTo>
                    <a:pt x="195" y="467"/>
                  </a:lnTo>
                  <a:lnTo>
                    <a:pt x="250" y="505"/>
                  </a:lnTo>
                  <a:lnTo>
                    <a:pt x="332" y="570"/>
                  </a:lnTo>
                  <a:lnTo>
                    <a:pt x="416" y="632"/>
                  </a:lnTo>
                  <a:lnTo>
                    <a:pt x="412" y="663"/>
                  </a:lnTo>
                  <a:lnTo>
                    <a:pt x="350" y="673"/>
                  </a:lnTo>
                  <a:lnTo>
                    <a:pt x="257" y="673"/>
                  </a:lnTo>
                  <a:lnTo>
                    <a:pt x="199" y="704"/>
                  </a:lnTo>
                  <a:lnTo>
                    <a:pt x="178" y="783"/>
                  </a:lnTo>
                  <a:lnTo>
                    <a:pt x="178" y="825"/>
                  </a:lnTo>
                  <a:lnTo>
                    <a:pt x="154" y="835"/>
                  </a:lnTo>
                  <a:lnTo>
                    <a:pt x="116" y="797"/>
                  </a:lnTo>
                  <a:lnTo>
                    <a:pt x="123" y="731"/>
                  </a:lnTo>
                  <a:lnTo>
                    <a:pt x="157" y="683"/>
                  </a:lnTo>
                  <a:lnTo>
                    <a:pt x="226" y="642"/>
                  </a:lnTo>
                  <a:lnTo>
                    <a:pt x="301" y="622"/>
                  </a:lnTo>
                  <a:lnTo>
                    <a:pt x="308" y="601"/>
                  </a:lnTo>
                  <a:lnTo>
                    <a:pt x="271" y="560"/>
                  </a:lnTo>
                  <a:lnTo>
                    <a:pt x="113" y="457"/>
                  </a:lnTo>
                  <a:lnTo>
                    <a:pt x="65" y="416"/>
                  </a:lnTo>
                  <a:lnTo>
                    <a:pt x="20" y="361"/>
                  </a:lnTo>
                  <a:lnTo>
                    <a:pt x="0" y="299"/>
                  </a:lnTo>
                  <a:lnTo>
                    <a:pt x="13" y="262"/>
                  </a:lnTo>
                  <a:lnTo>
                    <a:pt x="92" y="238"/>
                  </a:lnTo>
                  <a:lnTo>
                    <a:pt x="188" y="197"/>
                  </a:lnTo>
                  <a:lnTo>
                    <a:pt x="250" y="154"/>
                  </a:lnTo>
                  <a:lnTo>
                    <a:pt x="267" y="1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kern="0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6" name="Freeform 10"/>
            <p:cNvSpPr/>
            <p:nvPr/>
          </p:nvSpPr>
          <p:spPr bwMode="auto">
            <a:xfrm>
              <a:off x="3306" y="1632"/>
              <a:ext cx="351" cy="799"/>
            </a:xfrm>
            <a:custGeom>
              <a:avLst/>
              <a:gdLst>
                <a:gd name="T0" fmla="*/ 75 w 351"/>
                <a:gd name="T1" fmla="*/ 61 h 799"/>
                <a:gd name="T2" fmla="*/ 106 w 351"/>
                <a:gd name="T3" fmla="*/ 10 h 799"/>
                <a:gd name="T4" fmla="*/ 144 w 351"/>
                <a:gd name="T5" fmla="*/ 0 h 799"/>
                <a:gd name="T6" fmla="*/ 196 w 351"/>
                <a:gd name="T7" fmla="*/ 0 h 799"/>
                <a:gd name="T8" fmla="*/ 261 w 351"/>
                <a:gd name="T9" fmla="*/ 37 h 799"/>
                <a:gd name="T10" fmla="*/ 302 w 351"/>
                <a:gd name="T11" fmla="*/ 120 h 799"/>
                <a:gd name="T12" fmla="*/ 333 w 351"/>
                <a:gd name="T13" fmla="*/ 227 h 799"/>
                <a:gd name="T14" fmla="*/ 351 w 351"/>
                <a:gd name="T15" fmla="*/ 336 h 799"/>
                <a:gd name="T16" fmla="*/ 351 w 351"/>
                <a:gd name="T17" fmla="*/ 484 h 799"/>
                <a:gd name="T18" fmla="*/ 313 w 351"/>
                <a:gd name="T19" fmla="*/ 645 h 799"/>
                <a:gd name="T20" fmla="*/ 258 w 351"/>
                <a:gd name="T21" fmla="*/ 740 h 799"/>
                <a:gd name="T22" fmla="*/ 185 w 351"/>
                <a:gd name="T23" fmla="*/ 788 h 799"/>
                <a:gd name="T24" fmla="*/ 117 w 351"/>
                <a:gd name="T25" fmla="*/ 799 h 799"/>
                <a:gd name="T26" fmla="*/ 65 w 351"/>
                <a:gd name="T27" fmla="*/ 768 h 799"/>
                <a:gd name="T28" fmla="*/ 24 w 351"/>
                <a:gd name="T29" fmla="*/ 730 h 799"/>
                <a:gd name="T30" fmla="*/ 13 w 351"/>
                <a:gd name="T31" fmla="*/ 669 h 799"/>
                <a:gd name="T32" fmla="*/ 0 w 351"/>
                <a:gd name="T33" fmla="*/ 552 h 799"/>
                <a:gd name="T34" fmla="*/ 10 w 351"/>
                <a:gd name="T35" fmla="*/ 408 h 799"/>
                <a:gd name="T36" fmla="*/ 41 w 351"/>
                <a:gd name="T37" fmla="*/ 258 h 799"/>
                <a:gd name="T38" fmla="*/ 61 w 351"/>
                <a:gd name="T39" fmla="*/ 150 h 799"/>
                <a:gd name="T40" fmla="*/ 75 w 351"/>
                <a:gd name="T41" fmla="*/ 61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1" h="799">
                  <a:moveTo>
                    <a:pt x="75" y="61"/>
                  </a:moveTo>
                  <a:lnTo>
                    <a:pt x="106" y="10"/>
                  </a:lnTo>
                  <a:lnTo>
                    <a:pt x="144" y="0"/>
                  </a:lnTo>
                  <a:lnTo>
                    <a:pt x="196" y="0"/>
                  </a:lnTo>
                  <a:lnTo>
                    <a:pt x="261" y="37"/>
                  </a:lnTo>
                  <a:lnTo>
                    <a:pt x="302" y="120"/>
                  </a:lnTo>
                  <a:lnTo>
                    <a:pt x="333" y="227"/>
                  </a:lnTo>
                  <a:lnTo>
                    <a:pt x="351" y="336"/>
                  </a:lnTo>
                  <a:lnTo>
                    <a:pt x="351" y="484"/>
                  </a:lnTo>
                  <a:lnTo>
                    <a:pt x="313" y="645"/>
                  </a:lnTo>
                  <a:lnTo>
                    <a:pt x="258" y="740"/>
                  </a:lnTo>
                  <a:lnTo>
                    <a:pt x="185" y="788"/>
                  </a:lnTo>
                  <a:lnTo>
                    <a:pt x="117" y="799"/>
                  </a:lnTo>
                  <a:lnTo>
                    <a:pt x="65" y="768"/>
                  </a:lnTo>
                  <a:lnTo>
                    <a:pt x="24" y="730"/>
                  </a:lnTo>
                  <a:lnTo>
                    <a:pt x="13" y="669"/>
                  </a:lnTo>
                  <a:lnTo>
                    <a:pt x="0" y="552"/>
                  </a:lnTo>
                  <a:lnTo>
                    <a:pt x="10" y="408"/>
                  </a:lnTo>
                  <a:lnTo>
                    <a:pt x="41" y="258"/>
                  </a:lnTo>
                  <a:lnTo>
                    <a:pt x="61" y="150"/>
                  </a:lnTo>
                  <a:lnTo>
                    <a:pt x="75" y="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kern="0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7" name="Freeform 11"/>
            <p:cNvSpPr/>
            <p:nvPr/>
          </p:nvSpPr>
          <p:spPr bwMode="auto">
            <a:xfrm>
              <a:off x="3403" y="2327"/>
              <a:ext cx="205" cy="1043"/>
            </a:xfrm>
            <a:custGeom>
              <a:avLst/>
              <a:gdLst>
                <a:gd name="T0" fmla="*/ 99 w 205"/>
                <a:gd name="T1" fmla="*/ 185 h 1043"/>
                <a:gd name="T2" fmla="*/ 71 w 205"/>
                <a:gd name="T3" fmla="*/ 116 h 1043"/>
                <a:gd name="T4" fmla="*/ 71 w 205"/>
                <a:gd name="T5" fmla="*/ 41 h 1043"/>
                <a:gd name="T6" fmla="*/ 109 w 205"/>
                <a:gd name="T7" fmla="*/ 0 h 1043"/>
                <a:gd name="T8" fmla="*/ 153 w 205"/>
                <a:gd name="T9" fmla="*/ 20 h 1043"/>
                <a:gd name="T10" fmla="*/ 184 w 205"/>
                <a:gd name="T11" fmla="*/ 92 h 1043"/>
                <a:gd name="T12" fmla="*/ 201 w 205"/>
                <a:gd name="T13" fmla="*/ 216 h 1043"/>
                <a:gd name="T14" fmla="*/ 205 w 205"/>
                <a:gd name="T15" fmla="*/ 370 h 1043"/>
                <a:gd name="T16" fmla="*/ 194 w 205"/>
                <a:gd name="T17" fmla="*/ 504 h 1043"/>
                <a:gd name="T18" fmla="*/ 174 w 205"/>
                <a:gd name="T19" fmla="*/ 648 h 1043"/>
                <a:gd name="T20" fmla="*/ 174 w 205"/>
                <a:gd name="T21" fmla="*/ 823 h 1043"/>
                <a:gd name="T22" fmla="*/ 201 w 205"/>
                <a:gd name="T23" fmla="*/ 895 h 1043"/>
                <a:gd name="T24" fmla="*/ 191 w 205"/>
                <a:gd name="T25" fmla="*/ 929 h 1043"/>
                <a:gd name="T26" fmla="*/ 143 w 205"/>
                <a:gd name="T27" fmla="*/ 940 h 1043"/>
                <a:gd name="T28" fmla="*/ 92 w 205"/>
                <a:gd name="T29" fmla="*/ 988 h 1043"/>
                <a:gd name="T30" fmla="*/ 68 w 205"/>
                <a:gd name="T31" fmla="*/ 1029 h 1043"/>
                <a:gd name="T32" fmla="*/ 10 w 205"/>
                <a:gd name="T33" fmla="*/ 1043 h 1043"/>
                <a:gd name="T34" fmla="*/ 0 w 205"/>
                <a:gd name="T35" fmla="*/ 998 h 1043"/>
                <a:gd name="T36" fmla="*/ 20 w 205"/>
                <a:gd name="T37" fmla="*/ 960 h 1043"/>
                <a:gd name="T38" fmla="*/ 92 w 205"/>
                <a:gd name="T39" fmla="*/ 929 h 1043"/>
                <a:gd name="T40" fmla="*/ 143 w 205"/>
                <a:gd name="T41" fmla="*/ 906 h 1043"/>
                <a:gd name="T42" fmla="*/ 160 w 205"/>
                <a:gd name="T43" fmla="*/ 885 h 1043"/>
                <a:gd name="T44" fmla="*/ 140 w 205"/>
                <a:gd name="T45" fmla="*/ 827 h 1043"/>
                <a:gd name="T46" fmla="*/ 123 w 205"/>
                <a:gd name="T47" fmla="*/ 709 h 1043"/>
                <a:gd name="T48" fmla="*/ 119 w 205"/>
                <a:gd name="T49" fmla="*/ 569 h 1043"/>
                <a:gd name="T50" fmla="*/ 123 w 205"/>
                <a:gd name="T51" fmla="*/ 476 h 1043"/>
                <a:gd name="T52" fmla="*/ 129 w 205"/>
                <a:gd name="T53" fmla="*/ 350 h 1043"/>
                <a:gd name="T54" fmla="*/ 119 w 205"/>
                <a:gd name="T55" fmla="*/ 237 h 1043"/>
                <a:gd name="T56" fmla="*/ 99 w 205"/>
                <a:gd name="T57" fmla="*/ 18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5" h="1043">
                  <a:moveTo>
                    <a:pt x="99" y="185"/>
                  </a:moveTo>
                  <a:lnTo>
                    <a:pt x="71" y="116"/>
                  </a:lnTo>
                  <a:lnTo>
                    <a:pt x="71" y="41"/>
                  </a:lnTo>
                  <a:lnTo>
                    <a:pt x="109" y="0"/>
                  </a:lnTo>
                  <a:lnTo>
                    <a:pt x="153" y="20"/>
                  </a:lnTo>
                  <a:lnTo>
                    <a:pt x="184" y="92"/>
                  </a:lnTo>
                  <a:lnTo>
                    <a:pt x="201" y="216"/>
                  </a:lnTo>
                  <a:lnTo>
                    <a:pt x="205" y="370"/>
                  </a:lnTo>
                  <a:lnTo>
                    <a:pt x="194" y="504"/>
                  </a:lnTo>
                  <a:lnTo>
                    <a:pt x="174" y="648"/>
                  </a:lnTo>
                  <a:lnTo>
                    <a:pt x="174" y="823"/>
                  </a:lnTo>
                  <a:lnTo>
                    <a:pt x="201" y="895"/>
                  </a:lnTo>
                  <a:lnTo>
                    <a:pt x="191" y="929"/>
                  </a:lnTo>
                  <a:lnTo>
                    <a:pt x="143" y="940"/>
                  </a:lnTo>
                  <a:lnTo>
                    <a:pt x="92" y="988"/>
                  </a:lnTo>
                  <a:lnTo>
                    <a:pt x="68" y="1029"/>
                  </a:lnTo>
                  <a:lnTo>
                    <a:pt x="10" y="1043"/>
                  </a:lnTo>
                  <a:lnTo>
                    <a:pt x="0" y="998"/>
                  </a:lnTo>
                  <a:lnTo>
                    <a:pt x="20" y="960"/>
                  </a:lnTo>
                  <a:lnTo>
                    <a:pt x="92" y="929"/>
                  </a:lnTo>
                  <a:lnTo>
                    <a:pt x="143" y="906"/>
                  </a:lnTo>
                  <a:lnTo>
                    <a:pt x="160" y="885"/>
                  </a:lnTo>
                  <a:lnTo>
                    <a:pt x="140" y="827"/>
                  </a:lnTo>
                  <a:lnTo>
                    <a:pt x="123" y="709"/>
                  </a:lnTo>
                  <a:lnTo>
                    <a:pt x="119" y="569"/>
                  </a:lnTo>
                  <a:lnTo>
                    <a:pt x="123" y="476"/>
                  </a:lnTo>
                  <a:lnTo>
                    <a:pt x="129" y="350"/>
                  </a:lnTo>
                  <a:lnTo>
                    <a:pt x="119" y="237"/>
                  </a:lnTo>
                  <a:lnTo>
                    <a:pt x="99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kern="0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8" name="Freeform 12"/>
            <p:cNvSpPr/>
            <p:nvPr/>
          </p:nvSpPr>
          <p:spPr bwMode="auto">
            <a:xfrm>
              <a:off x="3115" y="2329"/>
              <a:ext cx="320" cy="1040"/>
            </a:xfrm>
            <a:custGeom>
              <a:avLst/>
              <a:gdLst>
                <a:gd name="T0" fmla="*/ 197 w 320"/>
                <a:gd name="T1" fmla="*/ 96 h 1040"/>
                <a:gd name="T2" fmla="*/ 231 w 320"/>
                <a:gd name="T3" fmla="*/ 31 h 1040"/>
                <a:gd name="T4" fmla="*/ 272 w 320"/>
                <a:gd name="T5" fmla="*/ 0 h 1040"/>
                <a:gd name="T6" fmla="*/ 320 w 320"/>
                <a:gd name="T7" fmla="*/ 20 h 1040"/>
                <a:gd name="T8" fmla="*/ 313 w 320"/>
                <a:gd name="T9" fmla="*/ 82 h 1040"/>
                <a:gd name="T10" fmla="*/ 282 w 320"/>
                <a:gd name="T11" fmla="*/ 126 h 1040"/>
                <a:gd name="T12" fmla="*/ 221 w 320"/>
                <a:gd name="T13" fmla="*/ 237 h 1040"/>
                <a:gd name="T14" fmla="*/ 180 w 320"/>
                <a:gd name="T15" fmla="*/ 343 h 1040"/>
                <a:gd name="T16" fmla="*/ 156 w 320"/>
                <a:gd name="T17" fmla="*/ 456 h 1040"/>
                <a:gd name="T18" fmla="*/ 159 w 320"/>
                <a:gd name="T19" fmla="*/ 566 h 1040"/>
                <a:gd name="T20" fmla="*/ 197 w 320"/>
                <a:gd name="T21" fmla="*/ 713 h 1040"/>
                <a:gd name="T22" fmla="*/ 228 w 320"/>
                <a:gd name="T23" fmla="*/ 855 h 1040"/>
                <a:gd name="T24" fmla="*/ 272 w 320"/>
                <a:gd name="T25" fmla="*/ 916 h 1040"/>
                <a:gd name="T26" fmla="*/ 269 w 320"/>
                <a:gd name="T27" fmla="*/ 951 h 1040"/>
                <a:gd name="T28" fmla="*/ 231 w 320"/>
                <a:gd name="T29" fmla="*/ 968 h 1040"/>
                <a:gd name="T30" fmla="*/ 145 w 320"/>
                <a:gd name="T31" fmla="*/ 981 h 1040"/>
                <a:gd name="T32" fmla="*/ 84 w 320"/>
                <a:gd name="T33" fmla="*/ 1019 h 1040"/>
                <a:gd name="T34" fmla="*/ 52 w 320"/>
                <a:gd name="T35" fmla="*/ 1040 h 1040"/>
                <a:gd name="T36" fmla="*/ 0 w 320"/>
                <a:gd name="T37" fmla="*/ 992 h 1040"/>
                <a:gd name="T38" fmla="*/ 11 w 320"/>
                <a:gd name="T39" fmla="*/ 961 h 1040"/>
                <a:gd name="T40" fmla="*/ 62 w 320"/>
                <a:gd name="T41" fmla="*/ 940 h 1040"/>
                <a:gd name="T42" fmla="*/ 128 w 320"/>
                <a:gd name="T43" fmla="*/ 930 h 1040"/>
                <a:gd name="T44" fmla="*/ 190 w 320"/>
                <a:gd name="T45" fmla="*/ 930 h 1040"/>
                <a:gd name="T46" fmla="*/ 200 w 320"/>
                <a:gd name="T47" fmla="*/ 910 h 1040"/>
                <a:gd name="T48" fmla="*/ 190 w 320"/>
                <a:gd name="T49" fmla="*/ 875 h 1040"/>
                <a:gd name="T50" fmla="*/ 138 w 320"/>
                <a:gd name="T51" fmla="*/ 741 h 1040"/>
                <a:gd name="T52" fmla="*/ 104 w 320"/>
                <a:gd name="T53" fmla="*/ 610 h 1040"/>
                <a:gd name="T54" fmla="*/ 87 w 320"/>
                <a:gd name="T55" fmla="*/ 515 h 1040"/>
                <a:gd name="T56" fmla="*/ 84 w 320"/>
                <a:gd name="T57" fmla="*/ 426 h 1040"/>
                <a:gd name="T58" fmla="*/ 97 w 320"/>
                <a:gd name="T59" fmla="*/ 340 h 1040"/>
                <a:gd name="T60" fmla="*/ 128 w 320"/>
                <a:gd name="T61" fmla="*/ 251 h 1040"/>
                <a:gd name="T62" fmla="*/ 176 w 320"/>
                <a:gd name="T63" fmla="*/ 133 h 1040"/>
                <a:gd name="T64" fmla="*/ 197 w 320"/>
                <a:gd name="T65" fmla="*/ 96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0" h="1040">
                  <a:moveTo>
                    <a:pt x="197" y="96"/>
                  </a:moveTo>
                  <a:lnTo>
                    <a:pt x="231" y="31"/>
                  </a:lnTo>
                  <a:lnTo>
                    <a:pt x="272" y="0"/>
                  </a:lnTo>
                  <a:lnTo>
                    <a:pt x="320" y="20"/>
                  </a:lnTo>
                  <a:lnTo>
                    <a:pt x="313" y="82"/>
                  </a:lnTo>
                  <a:lnTo>
                    <a:pt x="282" y="126"/>
                  </a:lnTo>
                  <a:lnTo>
                    <a:pt x="221" y="237"/>
                  </a:lnTo>
                  <a:lnTo>
                    <a:pt x="180" y="343"/>
                  </a:lnTo>
                  <a:lnTo>
                    <a:pt x="156" y="456"/>
                  </a:lnTo>
                  <a:lnTo>
                    <a:pt x="159" y="566"/>
                  </a:lnTo>
                  <a:lnTo>
                    <a:pt x="197" y="713"/>
                  </a:lnTo>
                  <a:lnTo>
                    <a:pt x="228" y="855"/>
                  </a:lnTo>
                  <a:lnTo>
                    <a:pt x="272" y="916"/>
                  </a:lnTo>
                  <a:lnTo>
                    <a:pt x="269" y="951"/>
                  </a:lnTo>
                  <a:lnTo>
                    <a:pt x="231" y="968"/>
                  </a:lnTo>
                  <a:lnTo>
                    <a:pt x="145" y="981"/>
                  </a:lnTo>
                  <a:lnTo>
                    <a:pt x="84" y="1019"/>
                  </a:lnTo>
                  <a:lnTo>
                    <a:pt x="52" y="1040"/>
                  </a:lnTo>
                  <a:lnTo>
                    <a:pt x="0" y="992"/>
                  </a:lnTo>
                  <a:lnTo>
                    <a:pt x="11" y="961"/>
                  </a:lnTo>
                  <a:lnTo>
                    <a:pt x="62" y="940"/>
                  </a:lnTo>
                  <a:lnTo>
                    <a:pt x="128" y="930"/>
                  </a:lnTo>
                  <a:lnTo>
                    <a:pt x="190" y="930"/>
                  </a:lnTo>
                  <a:lnTo>
                    <a:pt x="200" y="910"/>
                  </a:lnTo>
                  <a:lnTo>
                    <a:pt x="190" y="875"/>
                  </a:lnTo>
                  <a:lnTo>
                    <a:pt x="138" y="741"/>
                  </a:lnTo>
                  <a:lnTo>
                    <a:pt x="104" y="610"/>
                  </a:lnTo>
                  <a:lnTo>
                    <a:pt x="87" y="515"/>
                  </a:lnTo>
                  <a:lnTo>
                    <a:pt x="84" y="426"/>
                  </a:lnTo>
                  <a:lnTo>
                    <a:pt x="97" y="340"/>
                  </a:lnTo>
                  <a:lnTo>
                    <a:pt x="128" y="251"/>
                  </a:lnTo>
                  <a:lnTo>
                    <a:pt x="176" y="133"/>
                  </a:lnTo>
                  <a:lnTo>
                    <a:pt x="197" y="9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kern="0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79" name="Freeform 13"/>
            <p:cNvSpPr/>
            <p:nvPr/>
          </p:nvSpPr>
          <p:spPr bwMode="auto">
            <a:xfrm>
              <a:off x="3176" y="1033"/>
              <a:ext cx="412" cy="543"/>
            </a:xfrm>
            <a:custGeom>
              <a:avLst/>
              <a:gdLst>
                <a:gd name="T0" fmla="*/ 151 w 412"/>
                <a:gd name="T1" fmla="*/ 454 h 543"/>
                <a:gd name="T2" fmla="*/ 182 w 412"/>
                <a:gd name="T3" fmla="*/ 522 h 543"/>
                <a:gd name="T4" fmla="*/ 254 w 412"/>
                <a:gd name="T5" fmla="*/ 543 h 543"/>
                <a:gd name="T6" fmla="*/ 316 w 412"/>
                <a:gd name="T7" fmla="*/ 536 h 543"/>
                <a:gd name="T8" fmla="*/ 367 w 412"/>
                <a:gd name="T9" fmla="*/ 492 h 543"/>
                <a:gd name="T10" fmla="*/ 408 w 412"/>
                <a:gd name="T11" fmla="*/ 402 h 543"/>
                <a:gd name="T12" fmla="*/ 412 w 412"/>
                <a:gd name="T13" fmla="*/ 296 h 543"/>
                <a:gd name="T14" fmla="*/ 398 w 412"/>
                <a:gd name="T15" fmla="*/ 203 h 543"/>
                <a:gd name="T16" fmla="*/ 340 w 412"/>
                <a:gd name="T17" fmla="*/ 99 h 543"/>
                <a:gd name="T18" fmla="*/ 298 w 412"/>
                <a:gd name="T19" fmla="*/ 51 h 543"/>
                <a:gd name="T20" fmla="*/ 254 w 412"/>
                <a:gd name="T21" fmla="*/ 21 h 543"/>
                <a:gd name="T22" fmla="*/ 213 w 412"/>
                <a:gd name="T23" fmla="*/ 0 h 543"/>
                <a:gd name="T24" fmla="*/ 141 w 412"/>
                <a:gd name="T25" fmla="*/ 7 h 543"/>
                <a:gd name="T26" fmla="*/ 103 w 412"/>
                <a:gd name="T27" fmla="*/ 69 h 543"/>
                <a:gd name="T28" fmla="*/ 83 w 412"/>
                <a:gd name="T29" fmla="*/ 134 h 543"/>
                <a:gd name="T30" fmla="*/ 83 w 412"/>
                <a:gd name="T31" fmla="*/ 238 h 543"/>
                <a:gd name="T32" fmla="*/ 100 w 412"/>
                <a:gd name="T33" fmla="*/ 337 h 543"/>
                <a:gd name="T34" fmla="*/ 120 w 412"/>
                <a:gd name="T35" fmla="*/ 392 h 543"/>
                <a:gd name="T36" fmla="*/ 6 w 412"/>
                <a:gd name="T37" fmla="*/ 474 h 543"/>
                <a:gd name="T38" fmla="*/ 0 w 412"/>
                <a:gd name="T39" fmla="*/ 505 h 543"/>
                <a:gd name="T40" fmla="*/ 17 w 412"/>
                <a:gd name="T41" fmla="*/ 522 h 543"/>
                <a:gd name="T42" fmla="*/ 141 w 412"/>
                <a:gd name="T43" fmla="*/ 430 h 543"/>
                <a:gd name="T44" fmla="*/ 151 w 412"/>
                <a:gd name="T45" fmla="*/ 454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2" h="543">
                  <a:moveTo>
                    <a:pt x="151" y="454"/>
                  </a:moveTo>
                  <a:lnTo>
                    <a:pt x="182" y="522"/>
                  </a:lnTo>
                  <a:lnTo>
                    <a:pt x="254" y="543"/>
                  </a:lnTo>
                  <a:lnTo>
                    <a:pt x="316" y="536"/>
                  </a:lnTo>
                  <a:lnTo>
                    <a:pt x="367" y="492"/>
                  </a:lnTo>
                  <a:lnTo>
                    <a:pt x="408" y="402"/>
                  </a:lnTo>
                  <a:lnTo>
                    <a:pt x="412" y="296"/>
                  </a:lnTo>
                  <a:lnTo>
                    <a:pt x="398" y="203"/>
                  </a:lnTo>
                  <a:lnTo>
                    <a:pt x="340" y="99"/>
                  </a:lnTo>
                  <a:lnTo>
                    <a:pt x="298" y="51"/>
                  </a:lnTo>
                  <a:lnTo>
                    <a:pt x="254" y="21"/>
                  </a:lnTo>
                  <a:lnTo>
                    <a:pt x="213" y="0"/>
                  </a:lnTo>
                  <a:lnTo>
                    <a:pt x="141" y="7"/>
                  </a:lnTo>
                  <a:lnTo>
                    <a:pt x="103" y="69"/>
                  </a:lnTo>
                  <a:lnTo>
                    <a:pt x="83" y="134"/>
                  </a:lnTo>
                  <a:lnTo>
                    <a:pt x="83" y="238"/>
                  </a:lnTo>
                  <a:lnTo>
                    <a:pt x="100" y="337"/>
                  </a:lnTo>
                  <a:lnTo>
                    <a:pt x="120" y="392"/>
                  </a:lnTo>
                  <a:lnTo>
                    <a:pt x="6" y="474"/>
                  </a:lnTo>
                  <a:lnTo>
                    <a:pt x="0" y="505"/>
                  </a:lnTo>
                  <a:lnTo>
                    <a:pt x="17" y="522"/>
                  </a:lnTo>
                  <a:lnTo>
                    <a:pt x="141" y="430"/>
                  </a:lnTo>
                  <a:lnTo>
                    <a:pt x="151" y="4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kern="0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  <p:sp>
          <p:nvSpPr>
            <p:cNvPr id="180" name="Freeform 14"/>
            <p:cNvSpPr/>
            <p:nvPr/>
          </p:nvSpPr>
          <p:spPr bwMode="auto">
            <a:xfrm>
              <a:off x="3327" y="918"/>
              <a:ext cx="819" cy="908"/>
            </a:xfrm>
            <a:custGeom>
              <a:avLst/>
              <a:gdLst>
                <a:gd name="T0" fmla="*/ 545 w 819"/>
                <a:gd name="T1" fmla="*/ 628 h 908"/>
                <a:gd name="T2" fmla="*/ 504 w 819"/>
                <a:gd name="T3" fmla="*/ 669 h 908"/>
                <a:gd name="T4" fmla="*/ 417 w 819"/>
                <a:gd name="T5" fmla="*/ 720 h 908"/>
                <a:gd name="T6" fmla="*/ 339 w 819"/>
                <a:gd name="T7" fmla="*/ 751 h 908"/>
                <a:gd name="T8" fmla="*/ 284 w 819"/>
                <a:gd name="T9" fmla="*/ 782 h 908"/>
                <a:gd name="T10" fmla="*/ 232 w 819"/>
                <a:gd name="T11" fmla="*/ 823 h 908"/>
                <a:gd name="T12" fmla="*/ 226 w 819"/>
                <a:gd name="T13" fmla="*/ 895 h 908"/>
                <a:gd name="T14" fmla="*/ 277 w 819"/>
                <a:gd name="T15" fmla="*/ 908 h 908"/>
                <a:gd name="T16" fmla="*/ 407 w 819"/>
                <a:gd name="T17" fmla="*/ 833 h 908"/>
                <a:gd name="T18" fmla="*/ 504 w 819"/>
                <a:gd name="T19" fmla="*/ 744 h 908"/>
                <a:gd name="T20" fmla="*/ 617 w 819"/>
                <a:gd name="T21" fmla="*/ 631 h 908"/>
                <a:gd name="T22" fmla="*/ 709 w 819"/>
                <a:gd name="T23" fmla="*/ 559 h 908"/>
                <a:gd name="T24" fmla="*/ 788 w 819"/>
                <a:gd name="T25" fmla="*/ 504 h 908"/>
                <a:gd name="T26" fmla="*/ 819 w 819"/>
                <a:gd name="T27" fmla="*/ 477 h 908"/>
                <a:gd name="T28" fmla="*/ 808 w 819"/>
                <a:gd name="T29" fmla="*/ 443 h 908"/>
                <a:gd name="T30" fmla="*/ 771 w 819"/>
                <a:gd name="T31" fmla="*/ 395 h 908"/>
                <a:gd name="T32" fmla="*/ 634 w 819"/>
                <a:gd name="T33" fmla="*/ 320 h 908"/>
                <a:gd name="T34" fmla="*/ 504 w 819"/>
                <a:gd name="T35" fmla="*/ 250 h 908"/>
                <a:gd name="T36" fmla="*/ 345 w 819"/>
                <a:gd name="T37" fmla="*/ 178 h 908"/>
                <a:gd name="T38" fmla="*/ 287 w 819"/>
                <a:gd name="T39" fmla="*/ 137 h 908"/>
                <a:gd name="T40" fmla="*/ 226 w 819"/>
                <a:gd name="T41" fmla="*/ 82 h 908"/>
                <a:gd name="T42" fmla="*/ 164 w 819"/>
                <a:gd name="T43" fmla="*/ 21 h 908"/>
                <a:gd name="T44" fmla="*/ 109 w 819"/>
                <a:gd name="T45" fmla="*/ 0 h 908"/>
                <a:gd name="T46" fmla="*/ 0 w 819"/>
                <a:gd name="T47" fmla="*/ 76 h 908"/>
                <a:gd name="T48" fmla="*/ 7 w 819"/>
                <a:gd name="T49" fmla="*/ 147 h 908"/>
                <a:gd name="T50" fmla="*/ 27 w 819"/>
                <a:gd name="T51" fmla="*/ 175 h 908"/>
                <a:gd name="T52" fmla="*/ 82 w 819"/>
                <a:gd name="T53" fmla="*/ 164 h 908"/>
                <a:gd name="T54" fmla="*/ 72 w 819"/>
                <a:gd name="T55" fmla="*/ 134 h 908"/>
                <a:gd name="T56" fmla="*/ 51 w 819"/>
                <a:gd name="T57" fmla="*/ 123 h 908"/>
                <a:gd name="T58" fmla="*/ 41 w 819"/>
                <a:gd name="T59" fmla="*/ 86 h 908"/>
                <a:gd name="T60" fmla="*/ 102 w 819"/>
                <a:gd name="T61" fmla="*/ 45 h 908"/>
                <a:gd name="T62" fmla="*/ 154 w 819"/>
                <a:gd name="T63" fmla="*/ 86 h 908"/>
                <a:gd name="T64" fmla="*/ 154 w 819"/>
                <a:gd name="T65" fmla="*/ 123 h 908"/>
                <a:gd name="T66" fmla="*/ 133 w 819"/>
                <a:gd name="T67" fmla="*/ 168 h 908"/>
                <a:gd name="T68" fmla="*/ 150 w 819"/>
                <a:gd name="T69" fmla="*/ 199 h 908"/>
                <a:gd name="T70" fmla="*/ 253 w 819"/>
                <a:gd name="T71" fmla="*/ 226 h 908"/>
                <a:gd name="T72" fmla="*/ 294 w 819"/>
                <a:gd name="T73" fmla="*/ 188 h 908"/>
                <a:gd name="T74" fmla="*/ 431 w 819"/>
                <a:gd name="T75" fmla="*/ 271 h 908"/>
                <a:gd name="T76" fmla="*/ 545 w 819"/>
                <a:gd name="T77" fmla="*/ 323 h 908"/>
                <a:gd name="T78" fmla="*/ 607 w 819"/>
                <a:gd name="T79" fmla="*/ 354 h 908"/>
                <a:gd name="T80" fmla="*/ 668 w 819"/>
                <a:gd name="T81" fmla="*/ 385 h 908"/>
                <a:gd name="T82" fmla="*/ 716 w 819"/>
                <a:gd name="T83" fmla="*/ 426 h 908"/>
                <a:gd name="T84" fmla="*/ 747 w 819"/>
                <a:gd name="T85" fmla="*/ 467 h 908"/>
                <a:gd name="T86" fmla="*/ 719 w 819"/>
                <a:gd name="T87" fmla="*/ 497 h 908"/>
                <a:gd name="T88" fmla="*/ 654 w 819"/>
                <a:gd name="T89" fmla="*/ 539 h 908"/>
                <a:gd name="T90" fmla="*/ 586 w 819"/>
                <a:gd name="T91" fmla="*/ 586 h 908"/>
                <a:gd name="T92" fmla="*/ 545 w 819"/>
                <a:gd name="T93" fmla="*/ 628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19" h="908">
                  <a:moveTo>
                    <a:pt x="545" y="628"/>
                  </a:moveTo>
                  <a:lnTo>
                    <a:pt x="504" y="669"/>
                  </a:lnTo>
                  <a:lnTo>
                    <a:pt x="417" y="720"/>
                  </a:lnTo>
                  <a:lnTo>
                    <a:pt x="339" y="751"/>
                  </a:lnTo>
                  <a:lnTo>
                    <a:pt x="284" y="782"/>
                  </a:lnTo>
                  <a:lnTo>
                    <a:pt x="232" y="823"/>
                  </a:lnTo>
                  <a:lnTo>
                    <a:pt x="226" y="895"/>
                  </a:lnTo>
                  <a:lnTo>
                    <a:pt x="277" y="908"/>
                  </a:lnTo>
                  <a:lnTo>
                    <a:pt x="407" y="833"/>
                  </a:lnTo>
                  <a:lnTo>
                    <a:pt x="504" y="744"/>
                  </a:lnTo>
                  <a:lnTo>
                    <a:pt x="617" y="631"/>
                  </a:lnTo>
                  <a:lnTo>
                    <a:pt x="709" y="559"/>
                  </a:lnTo>
                  <a:lnTo>
                    <a:pt x="788" y="504"/>
                  </a:lnTo>
                  <a:lnTo>
                    <a:pt x="819" y="477"/>
                  </a:lnTo>
                  <a:lnTo>
                    <a:pt x="808" y="443"/>
                  </a:lnTo>
                  <a:lnTo>
                    <a:pt x="771" y="395"/>
                  </a:lnTo>
                  <a:lnTo>
                    <a:pt x="634" y="320"/>
                  </a:lnTo>
                  <a:lnTo>
                    <a:pt x="504" y="250"/>
                  </a:lnTo>
                  <a:lnTo>
                    <a:pt x="345" y="178"/>
                  </a:lnTo>
                  <a:lnTo>
                    <a:pt x="287" y="137"/>
                  </a:lnTo>
                  <a:lnTo>
                    <a:pt x="226" y="82"/>
                  </a:lnTo>
                  <a:lnTo>
                    <a:pt x="164" y="21"/>
                  </a:lnTo>
                  <a:lnTo>
                    <a:pt x="109" y="0"/>
                  </a:lnTo>
                  <a:lnTo>
                    <a:pt x="0" y="76"/>
                  </a:lnTo>
                  <a:lnTo>
                    <a:pt x="7" y="147"/>
                  </a:lnTo>
                  <a:lnTo>
                    <a:pt x="27" y="175"/>
                  </a:lnTo>
                  <a:lnTo>
                    <a:pt x="82" y="164"/>
                  </a:lnTo>
                  <a:lnTo>
                    <a:pt x="72" y="134"/>
                  </a:lnTo>
                  <a:lnTo>
                    <a:pt x="51" y="123"/>
                  </a:lnTo>
                  <a:lnTo>
                    <a:pt x="41" y="86"/>
                  </a:lnTo>
                  <a:lnTo>
                    <a:pt x="102" y="45"/>
                  </a:lnTo>
                  <a:lnTo>
                    <a:pt x="154" y="86"/>
                  </a:lnTo>
                  <a:lnTo>
                    <a:pt x="154" y="123"/>
                  </a:lnTo>
                  <a:lnTo>
                    <a:pt x="133" y="168"/>
                  </a:lnTo>
                  <a:lnTo>
                    <a:pt x="150" y="199"/>
                  </a:lnTo>
                  <a:lnTo>
                    <a:pt x="253" y="226"/>
                  </a:lnTo>
                  <a:lnTo>
                    <a:pt x="294" y="188"/>
                  </a:lnTo>
                  <a:lnTo>
                    <a:pt x="431" y="271"/>
                  </a:lnTo>
                  <a:lnTo>
                    <a:pt x="545" y="323"/>
                  </a:lnTo>
                  <a:lnTo>
                    <a:pt x="607" y="354"/>
                  </a:lnTo>
                  <a:lnTo>
                    <a:pt x="668" y="385"/>
                  </a:lnTo>
                  <a:lnTo>
                    <a:pt x="716" y="426"/>
                  </a:lnTo>
                  <a:lnTo>
                    <a:pt x="747" y="467"/>
                  </a:lnTo>
                  <a:lnTo>
                    <a:pt x="719" y="497"/>
                  </a:lnTo>
                  <a:lnTo>
                    <a:pt x="654" y="539"/>
                  </a:lnTo>
                  <a:lnTo>
                    <a:pt x="586" y="586"/>
                  </a:lnTo>
                  <a:lnTo>
                    <a:pt x="545" y="6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800" kern="0">
                <a:solidFill>
                  <a:srgbClr val="FFFFFF"/>
                </a:solidFill>
                <a:ea typeface="宋体" panose="02010600030101010101" pitchFamily="2" charset="-122"/>
              </a:endParaRPr>
            </a:p>
          </p:txBody>
        </p:sp>
      </p:grpSp>
      <p:sp>
        <p:nvSpPr>
          <p:cNvPr id="181" name="Rectangle 10"/>
          <p:cNvSpPr>
            <a:spLocks noChangeArrowheads="1"/>
          </p:cNvSpPr>
          <p:nvPr/>
        </p:nvSpPr>
        <p:spPr bwMode="auto">
          <a:xfrm>
            <a:off x="10250563" y="4657984"/>
            <a:ext cx="685800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6000" dirty="0">
                <a:solidFill>
                  <a:srgbClr val="FF0000"/>
                </a:solidFill>
                <a:ea typeface="宋体" panose="02010600030101010101" pitchFamily="2" charset="-122"/>
              </a:rPr>
              <a:t>？</a:t>
            </a:r>
            <a:endParaRPr lang="zh-CN" altLang="en-US" sz="6000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134" grpId="0" animBg="1"/>
      <p:bldP spid="145" grpId="0" animBg="1"/>
      <p:bldP spid="146" grpId="0" animBg="1"/>
      <p:bldP spid="159" grpId="0"/>
      <p:bldP spid="89" grpId="0" animBg="1"/>
      <p:bldP spid="93" grpId="0" animBg="1"/>
      <p:bldP spid="97" grpId="0" animBg="1"/>
      <p:bldP spid="164" grpId="0" animBg="1"/>
      <p:bldP spid="3" grpId="0"/>
      <p:bldP spid="181" grpId="0" autoUpdateAnimBg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11" name="Rectangle 20"/>
          <p:cNvSpPr>
            <a:spLocks noChangeArrowheads="1"/>
          </p:cNvSpPr>
          <p:nvPr/>
        </p:nvSpPr>
        <p:spPr bwMode="auto">
          <a:xfrm>
            <a:off x="839416" y="1682081"/>
            <a:ext cx="30239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相序器的原理：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112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14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115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9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3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20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5" name="Rectangle 9"/>
          <p:cNvSpPr>
            <a:spLocks noChangeArrowheads="1"/>
          </p:cNvSpPr>
          <p:nvPr/>
        </p:nvSpPr>
        <p:spPr bwMode="auto">
          <a:xfrm>
            <a:off x="1271537" y="3984325"/>
            <a:ext cx="2361502" cy="458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关于</a:t>
            </a:r>
            <a:r>
              <a:rPr lang="en-US" altLang="zh-CN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solidFill>
                  <a:srgbClr val="00B0F0"/>
                </a:solidFill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点位置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36" name="Rectangle 11"/>
          <p:cNvSpPr>
            <a:spLocks noChangeArrowheads="1"/>
          </p:cNvSpPr>
          <p:nvPr/>
        </p:nvSpPr>
        <p:spPr bwMode="auto">
          <a:xfrm>
            <a:off x="4007768" y="4533083"/>
            <a:ext cx="1989826" cy="444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相当于开路</a:t>
            </a:r>
            <a:endParaRPr lang="zh-CN" altLang="en-US" sz="2800" b="1" dirty="0">
              <a:ea typeface="宋体" panose="02010600030101010101" pitchFamily="2" charset="-122"/>
            </a:endParaRPr>
          </a:p>
        </p:txBody>
      </p:sp>
      <p:sp>
        <p:nvSpPr>
          <p:cNvPr id="137" name="Rectangle 15"/>
          <p:cNvSpPr>
            <a:spLocks noChangeArrowheads="1"/>
          </p:cNvSpPr>
          <p:nvPr/>
        </p:nvSpPr>
        <p:spPr bwMode="auto">
          <a:xfrm>
            <a:off x="8544272" y="4526212"/>
            <a:ext cx="2016125" cy="385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solidFill>
                  <a:srgbClr val="00B0F0"/>
                </a:solidFill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与</a:t>
            </a:r>
            <a:r>
              <a:rPr lang="en-US" altLang="zh-CN" sz="2800" b="1" i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重合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38" name="Rectangle 27"/>
          <p:cNvSpPr>
            <a:spLocks noChangeArrowheads="1"/>
          </p:cNvSpPr>
          <p:nvPr/>
        </p:nvSpPr>
        <p:spPr bwMode="auto">
          <a:xfrm>
            <a:off x="1237427" y="4473824"/>
            <a:ext cx="1808412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①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当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=0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139" name="Object 29"/>
          <p:cNvGraphicFramePr>
            <a:graphicFrameLocks noChangeAspect="1"/>
          </p:cNvGraphicFramePr>
          <p:nvPr/>
        </p:nvGraphicFramePr>
        <p:xfrm>
          <a:off x="3071664" y="4361633"/>
          <a:ext cx="849312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383" name="Equation" r:id="rId2" imgW="13411200" imgH="9753600" progId="Equation.DSMT4">
                  <p:embed/>
                </p:oleObj>
              </mc:Choice>
              <mc:Fallback>
                <p:oleObj name="Equation" r:id="rId2" imgW="13411200" imgH="975360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71664" y="4361633"/>
                        <a:ext cx="849312" cy="615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0" name="Object 31"/>
          <p:cNvGraphicFramePr>
            <a:graphicFrameLocks noChangeAspect="1"/>
          </p:cNvGraphicFramePr>
          <p:nvPr/>
        </p:nvGraphicFramePr>
        <p:xfrm>
          <a:off x="6181129" y="4573318"/>
          <a:ext cx="1643063" cy="406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384" name="Equation" r:id="rId4" imgW="24993600" imgH="6096000" progId="Equation.DSMT4">
                  <p:embed/>
                </p:oleObj>
              </mc:Choice>
              <mc:Fallback>
                <p:oleObj name="Equation" r:id="rId4" imgW="24993600" imgH="60960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81129" y="4573318"/>
                        <a:ext cx="1643063" cy="406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1" name="Rectangle 32"/>
          <p:cNvSpPr>
            <a:spLocks noChangeArrowheads="1"/>
          </p:cNvSpPr>
          <p:nvPr/>
        </p:nvSpPr>
        <p:spPr bwMode="auto">
          <a:xfrm>
            <a:off x="1237427" y="5061971"/>
            <a:ext cx="1965574" cy="439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②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当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=∞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142" name="Object 34"/>
          <p:cNvGraphicFramePr>
            <a:graphicFrameLocks noChangeAspect="1"/>
          </p:cNvGraphicFramePr>
          <p:nvPr/>
        </p:nvGraphicFramePr>
        <p:xfrm>
          <a:off x="3125564" y="5040094"/>
          <a:ext cx="738188" cy="574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385" name="Equation" r:id="rId6" imgW="12496800" imgH="9753600" progId="Equation.DSMT4">
                  <p:embed/>
                </p:oleObj>
              </mc:Choice>
              <mc:Fallback>
                <p:oleObj name="Equation" r:id="rId6" imgW="12496800" imgH="97536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25564" y="5040094"/>
                        <a:ext cx="738188" cy="5746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" name="Object 36"/>
          <p:cNvGraphicFramePr>
            <a:graphicFrameLocks noChangeAspect="1"/>
          </p:cNvGraphicFramePr>
          <p:nvPr/>
        </p:nvGraphicFramePr>
        <p:xfrm>
          <a:off x="6194648" y="5003206"/>
          <a:ext cx="2133600" cy="695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386" name="Equation" r:id="rId8" imgW="34442400" imgH="11277600" progId="Equation.DSMT4">
                  <p:embed/>
                </p:oleObj>
              </mc:Choice>
              <mc:Fallback>
                <p:oleObj name="Equation" r:id="rId8" imgW="34442400" imgH="11277600" progId="Equation.DSMT4">
                  <p:embed/>
                  <p:pic>
                    <p:nvPicPr>
                      <p:cNvPr id="0" name="Object 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94648" y="5003206"/>
                        <a:ext cx="2133600" cy="695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4" name="Rectangle 37"/>
          <p:cNvSpPr>
            <a:spLocks noChangeArrowheads="1"/>
          </p:cNvSpPr>
          <p:nvPr/>
        </p:nvSpPr>
        <p:spPr bwMode="auto">
          <a:xfrm>
            <a:off x="8573620" y="5134003"/>
            <a:ext cx="194151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N</a:t>
            </a:r>
            <a:r>
              <a:rPr lang="en-US" altLang="zh-CN" sz="2800" b="1" dirty="0">
                <a:solidFill>
                  <a:srgbClr val="00B0F0"/>
                </a:solidFill>
                <a:ea typeface="宋体" panose="02010600030101010101" pitchFamily="2" charset="-122"/>
              </a:rPr>
              <a:t>’</a:t>
            </a: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与</a:t>
            </a:r>
            <a:r>
              <a:rPr lang="en-US" altLang="zh-CN" sz="2800" b="1" i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重合</a:t>
            </a:r>
            <a:endParaRPr lang="zh-CN" altLang="en-US" sz="2800" b="1" dirty="0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45" name="Rectangle 39"/>
          <p:cNvSpPr>
            <a:spLocks noChangeArrowheads="1"/>
          </p:cNvSpPr>
          <p:nvPr/>
        </p:nvSpPr>
        <p:spPr bwMode="auto">
          <a:xfrm>
            <a:off x="1237427" y="5628158"/>
            <a:ext cx="2281486" cy="46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③ 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当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0&lt;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C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&lt;∞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146" name="Object 41"/>
          <p:cNvGraphicFramePr>
            <a:graphicFrameLocks noChangeAspect="1"/>
          </p:cNvGraphicFramePr>
          <p:nvPr/>
        </p:nvGraphicFramePr>
        <p:xfrm>
          <a:off x="3455095" y="5726409"/>
          <a:ext cx="2928937" cy="3794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387" name="Equation" r:id="rId10" imgW="47548800" imgH="6096000" progId="Equation.DSMT4">
                  <p:embed/>
                </p:oleObj>
              </mc:Choice>
              <mc:Fallback>
                <p:oleObj name="Equation" r:id="rId10" imgW="47548800" imgH="6096000" progId="Equation.DSMT4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55095" y="5726409"/>
                        <a:ext cx="2928937" cy="3794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7" name="组合 146"/>
          <p:cNvGrpSpPr/>
          <p:nvPr/>
        </p:nvGrpSpPr>
        <p:grpSpPr>
          <a:xfrm>
            <a:off x="2055017" y="6225060"/>
            <a:ext cx="6417247" cy="503400"/>
            <a:chOff x="1415447" y="5277705"/>
            <a:chExt cx="6417247" cy="503400"/>
          </a:xfrm>
        </p:grpSpPr>
        <p:sp>
          <p:nvSpPr>
            <p:cNvPr id="148" name="Rectangle 16"/>
            <p:cNvSpPr>
              <a:spLocks noChangeArrowheads="1"/>
            </p:cNvSpPr>
            <p:nvPr/>
          </p:nvSpPr>
          <p:spPr bwMode="auto">
            <a:xfrm>
              <a:off x="1415447" y="5309373"/>
              <a:ext cx="4811401" cy="433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且由于</a:t>
              </a:r>
              <a:endParaRPr lang="zh-CN" altLang="en-US" sz="2800" b="1" dirty="0">
                <a:ea typeface="宋体" panose="02010600030101010101" pitchFamily="2" charset="-122"/>
              </a:endParaRPr>
            </a:p>
          </p:txBody>
        </p:sp>
        <p:sp>
          <p:nvSpPr>
            <p:cNvPr id="149" name="Rectangle 18"/>
            <p:cNvSpPr>
              <a:spLocks noChangeArrowheads="1"/>
            </p:cNvSpPr>
            <p:nvPr/>
          </p:nvSpPr>
          <p:spPr bwMode="auto">
            <a:xfrm>
              <a:off x="6458605" y="5311205"/>
              <a:ext cx="1374089" cy="46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的上方</a:t>
              </a:r>
              <a:endParaRPr lang="zh-CN" altLang="en-US" sz="2800" b="1" dirty="0">
                <a:ea typeface="宋体" panose="02010600030101010101" pitchFamily="2" charset="-122"/>
              </a:endParaRPr>
            </a:p>
          </p:txBody>
        </p:sp>
        <p:sp>
          <p:nvSpPr>
            <p:cNvPr id="150" name="Rectangle 21"/>
            <p:cNvSpPr>
              <a:spLocks noChangeArrowheads="1"/>
            </p:cNvSpPr>
            <p:nvPr/>
          </p:nvSpPr>
          <p:spPr bwMode="auto">
            <a:xfrm>
              <a:off x="3151816" y="5277705"/>
              <a:ext cx="992288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超前            </a:t>
              </a:r>
              <a:endParaRPr lang="zh-CN" altLang="en-US" sz="2800" dirty="0">
                <a:ea typeface="宋体" panose="02010600030101010101" pitchFamily="2" charset="-122"/>
              </a:endParaRPr>
            </a:p>
          </p:txBody>
        </p:sp>
        <p:graphicFrame>
          <p:nvGraphicFramePr>
            <p:cNvPr id="151" name="Object 43"/>
            <p:cNvGraphicFramePr>
              <a:graphicFrameLocks noChangeAspect="1"/>
            </p:cNvGraphicFramePr>
            <p:nvPr/>
          </p:nvGraphicFramePr>
          <p:xfrm>
            <a:off x="6043941" y="5405394"/>
            <a:ext cx="433388" cy="349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88" name="Equation" r:id="rId12" imgW="7010400" imgH="5791200" progId="Equation.DSMT4">
                    <p:embed/>
                  </p:oleObj>
                </mc:Choice>
                <mc:Fallback>
                  <p:oleObj name="Equation" r:id="rId12" imgW="7010400" imgH="5791200" progId="Equation.DSMT4">
                    <p:embed/>
                    <p:pic>
                      <p:nvPicPr>
                        <p:cNvPr id="0" name="Object 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043941" y="5405394"/>
                          <a:ext cx="433388" cy="34925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2" name="Object 45"/>
            <p:cNvGraphicFramePr>
              <a:graphicFrameLocks noChangeAspect="1"/>
            </p:cNvGraphicFramePr>
            <p:nvPr/>
          </p:nvGraphicFramePr>
          <p:xfrm>
            <a:off x="2633446" y="5366441"/>
            <a:ext cx="509588" cy="403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89" name="Equation" r:id="rId14" imgW="7924800" imgH="6096000" progId="Equation.DSMT4">
                    <p:embed/>
                  </p:oleObj>
                </mc:Choice>
                <mc:Fallback>
                  <p:oleObj name="Equation" r:id="rId14" imgW="7924800" imgH="6096000" progId="Equation.DSMT4">
                    <p:embed/>
                    <p:pic>
                      <p:nvPicPr>
                        <p:cNvPr id="0" name="Object 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33446" y="5366441"/>
                          <a:ext cx="509588" cy="403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3" name="Object 47"/>
            <p:cNvGraphicFramePr>
              <a:graphicFrameLocks noChangeAspect="1"/>
            </p:cNvGraphicFramePr>
            <p:nvPr/>
          </p:nvGraphicFramePr>
          <p:xfrm>
            <a:off x="4046057" y="5355069"/>
            <a:ext cx="838200" cy="4079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90" name="Equation" r:id="rId16" imgW="12192000" imgH="5791200" progId="Equation.DSMT4">
                    <p:embed/>
                  </p:oleObj>
                </mc:Choice>
                <mc:Fallback>
                  <p:oleObj name="Equation" r:id="rId16" imgW="12192000" imgH="5791200" progId="Equation.DSMT4">
                    <p:embed/>
                    <p:pic>
                      <p:nvPicPr>
                        <p:cNvPr id="0" name="Object 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046057" y="5355069"/>
                          <a:ext cx="838200" cy="4079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4" name="Rectangle 18"/>
            <p:cNvSpPr>
              <a:spLocks noChangeArrowheads="1"/>
            </p:cNvSpPr>
            <p:nvPr/>
          </p:nvSpPr>
          <p:spPr bwMode="auto">
            <a:xfrm>
              <a:off x="4804693" y="5338828"/>
              <a:ext cx="1422155" cy="43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zh-CN" altLang="en-US" sz="2800" b="1" dirty="0">
                  <a:ea typeface="宋体" panose="02010600030101010101" pitchFamily="2" charset="-122"/>
                </a:rPr>
                <a:t>，位于</a:t>
              </a:r>
              <a:endParaRPr lang="zh-CN" altLang="en-US" sz="2800" b="1" dirty="0">
                <a:ea typeface="宋体" panose="02010600030101010101" pitchFamily="2" charset="-122"/>
              </a:endParaRPr>
            </a:p>
          </p:txBody>
        </p:sp>
      </p:grpSp>
      <p:grpSp>
        <p:nvGrpSpPr>
          <p:cNvPr id="155" name="组合 154"/>
          <p:cNvGrpSpPr/>
          <p:nvPr/>
        </p:nvGrpSpPr>
        <p:grpSpPr>
          <a:xfrm>
            <a:off x="6456040" y="920415"/>
            <a:ext cx="5015912" cy="3578095"/>
            <a:chOff x="3949121" y="908720"/>
            <a:chExt cx="5015912" cy="3578095"/>
          </a:xfrm>
        </p:grpSpPr>
        <p:sp>
          <p:nvSpPr>
            <p:cNvPr id="156" name="弦形 155"/>
            <p:cNvSpPr/>
            <p:nvPr/>
          </p:nvSpPr>
          <p:spPr bwMode="auto">
            <a:xfrm flipV="1">
              <a:off x="5567906" y="1684658"/>
              <a:ext cx="2095996" cy="2373185"/>
            </a:xfrm>
            <a:prstGeom prst="chord">
              <a:avLst>
                <a:gd name="adj1" fmla="val 792325"/>
                <a:gd name="adj2" fmla="val 10045188"/>
              </a:avLst>
            </a:prstGeom>
            <a:noFill/>
            <a:ln w="28575" cap="flat" cmpd="sng" algn="ctr">
              <a:solidFill>
                <a:srgbClr val="00B0F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sp>
          <p:nvSpPr>
            <p:cNvPr id="157" name="Text Box 10"/>
            <p:cNvSpPr txBox="1">
              <a:spLocks noChangeArrowheads="1"/>
            </p:cNvSpPr>
            <p:nvPr/>
          </p:nvSpPr>
          <p:spPr bwMode="auto">
            <a:xfrm>
              <a:off x="5158466" y="2237699"/>
              <a:ext cx="441824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b="1" dirty="0"/>
                <a:t> </a:t>
              </a:r>
              <a:r>
                <a:rPr lang="en-US" altLang="zh-CN" b="1" i="1" dirty="0">
                  <a:solidFill>
                    <a:srgbClr val="00B0F0"/>
                  </a:solidFill>
                </a:rPr>
                <a:t>p</a:t>
              </a:r>
              <a:endParaRPr lang="en-US" altLang="zh-CN" b="1" i="1" dirty="0">
                <a:solidFill>
                  <a:srgbClr val="00B0F0"/>
                </a:solidFill>
              </a:endParaRPr>
            </a:p>
          </p:txBody>
        </p:sp>
        <p:grpSp>
          <p:nvGrpSpPr>
            <p:cNvPr id="158" name="组合 157"/>
            <p:cNvGrpSpPr/>
            <p:nvPr/>
          </p:nvGrpSpPr>
          <p:grpSpPr>
            <a:xfrm>
              <a:off x="4905919" y="908720"/>
              <a:ext cx="3018470" cy="3578095"/>
              <a:chOff x="4519643" y="1577803"/>
              <a:chExt cx="3018470" cy="3578095"/>
            </a:xfrm>
          </p:grpSpPr>
          <p:sp>
            <p:nvSpPr>
              <p:cNvPr id="178" name="Line 19"/>
              <p:cNvSpPr>
                <a:spLocks noChangeShapeType="1"/>
              </p:cNvSpPr>
              <p:nvPr/>
            </p:nvSpPr>
            <p:spPr bwMode="auto">
              <a:xfrm rot="7106826" flipV="1">
                <a:off x="4832350" y="3974827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79" name="Line 20"/>
              <p:cNvSpPr>
                <a:spLocks noChangeShapeType="1"/>
              </p:cNvSpPr>
              <p:nvPr/>
            </p:nvSpPr>
            <p:spPr bwMode="auto">
              <a:xfrm rot="14282560" flipV="1">
                <a:off x="4792663" y="2755627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80" name="Line 21"/>
              <p:cNvSpPr>
                <a:spLocks noChangeShapeType="1"/>
              </p:cNvSpPr>
              <p:nvPr/>
            </p:nvSpPr>
            <p:spPr bwMode="auto">
              <a:xfrm flipV="1">
                <a:off x="5908675" y="3373165"/>
                <a:ext cx="1465263" cy="0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81" name="Object 18"/>
              <p:cNvGraphicFramePr>
                <a:graphicFrameLocks noChangeAspect="1"/>
              </p:cNvGraphicFramePr>
              <p:nvPr/>
            </p:nvGraphicFramePr>
            <p:xfrm>
              <a:off x="6933275" y="3414562"/>
              <a:ext cx="604838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8391" name="Equation" r:id="rId18" imgW="5486400" imgH="5791200" progId="Equation.DSMT4">
                      <p:embed/>
                    </p:oleObj>
                  </mc:Choice>
                  <mc:Fallback>
                    <p:oleObj name="Equation" r:id="rId18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9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933275" y="3414562"/>
                            <a:ext cx="604838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82" name="Object 18"/>
              <p:cNvGraphicFramePr>
                <a:graphicFrameLocks noChangeAspect="1"/>
              </p:cNvGraphicFramePr>
              <p:nvPr/>
            </p:nvGraphicFramePr>
            <p:xfrm>
              <a:off x="4519643" y="1577803"/>
              <a:ext cx="673100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8392" name="Equation" r:id="rId20" imgW="6096000" imgH="5791200" progId="Equation.DSMT4">
                      <p:embed/>
                    </p:oleObj>
                  </mc:Choice>
                  <mc:Fallback>
                    <p:oleObj name="Equation" r:id="rId20" imgW="60960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1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519643" y="1577803"/>
                            <a:ext cx="673100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83" name="Object 18"/>
              <p:cNvGraphicFramePr>
                <a:graphicFrameLocks noChangeAspect="1"/>
              </p:cNvGraphicFramePr>
              <p:nvPr/>
            </p:nvGraphicFramePr>
            <p:xfrm>
              <a:off x="5156901" y="4517723"/>
              <a:ext cx="6064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8393" name="Equation" r:id="rId22" imgW="5486400" imgH="5791200" progId="Equation.DSMT4">
                      <p:embed/>
                    </p:oleObj>
                  </mc:Choice>
                  <mc:Fallback>
                    <p:oleObj name="Equation" r:id="rId22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3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56901" y="4517723"/>
                            <a:ext cx="6064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aphicFrame>
          <p:nvGraphicFramePr>
            <p:cNvPr id="159" name="Object 18"/>
            <p:cNvGraphicFramePr>
              <a:graphicFrameLocks noChangeAspect="1"/>
            </p:cNvGraphicFramePr>
            <p:nvPr/>
          </p:nvGraphicFramePr>
          <p:xfrm>
            <a:off x="7663902" y="2059265"/>
            <a:ext cx="74295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94" name="Equation" r:id="rId24" imgW="6705600" imgH="5791200" progId="Equation.DSMT4">
                    <p:embed/>
                  </p:oleObj>
                </mc:Choice>
                <mc:Fallback>
                  <p:oleObj name="Equation" r:id="rId24" imgW="67056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63902" y="2059265"/>
                          <a:ext cx="74295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0" name="Line 16"/>
            <p:cNvSpPr>
              <a:spLocks noChangeShapeType="1"/>
            </p:cNvSpPr>
            <p:nvPr/>
          </p:nvSpPr>
          <p:spPr bwMode="auto">
            <a:xfrm rot="10800000" flipH="1">
              <a:off x="5567906" y="2627763"/>
              <a:ext cx="2198850" cy="91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61" name="Line 16"/>
            <p:cNvSpPr>
              <a:spLocks noChangeShapeType="1"/>
            </p:cNvSpPr>
            <p:nvPr/>
          </p:nvSpPr>
          <p:spPr bwMode="auto">
            <a:xfrm rot="10800000" flipH="1">
              <a:off x="5597265" y="1802281"/>
              <a:ext cx="1485954" cy="847681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62" name="Line 16"/>
            <p:cNvSpPr>
              <a:spLocks noChangeShapeType="1"/>
            </p:cNvSpPr>
            <p:nvPr/>
          </p:nvSpPr>
          <p:spPr bwMode="auto">
            <a:xfrm rot="10800000">
              <a:off x="7083218" y="1797682"/>
              <a:ext cx="538750" cy="803421"/>
            </a:xfrm>
            <a:prstGeom prst="line">
              <a:avLst/>
            </a:prstGeom>
            <a:noFill/>
            <a:ln w="38100">
              <a:solidFill>
                <a:srgbClr val="C00000"/>
              </a:solidFill>
              <a:round/>
              <a:headEnd type="arrow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63" name="组合 162"/>
            <p:cNvGrpSpPr/>
            <p:nvPr/>
          </p:nvGrpSpPr>
          <p:grpSpPr>
            <a:xfrm>
              <a:off x="3949121" y="2135831"/>
              <a:ext cx="2252432" cy="931344"/>
              <a:chOff x="3849220" y="4464999"/>
              <a:chExt cx="2252432" cy="931344"/>
            </a:xfrm>
          </p:grpSpPr>
          <p:sp>
            <p:nvSpPr>
              <p:cNvPr id="176" name="Line 20"/>
              <p:cNvSpPr>
                <a:spLocks noChangeShapeType="1"/>
              </p:cNvSpPr>
              <p:nvPr/>
            </p:nvSpPr>
            <p:spPr bwMode="auto">
              <a:xfrm rot="3482560" flipH="1">
                <a:off x="5144678" y="4439368"/>
                <a:ext cx="717614" cy="1196335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prstDash val="sysDash"/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77" name="Object 18"/>
              <p:cNvGraphicFramePr>
                <a:graphicFrameLocks noChangeAspect="1"/>
              </p:cNvGraphicFramePr>
              <p:nvPr/>
            </p:nvGraphicFramePr>
            <p:xfrm>
              <a:off x="3849220" y="4464999"/>
              <a:ext cx="1291068" cy="53286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8395" name="Equation" r:id="rId26" imgW="14020800" imgH="5791200" progId="Equation.DSMT4">
                      <p:embed/>
                    </p:oleObj>
                  </mc:Choice>
                  <mc:Fallback>
                    <p:oleObj name="Equation" r:id="rId26" imgW="140208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7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849220" y="4464999"/>
                            <a:ext cx="1291068" cy="532864"/>
                          </a:xfrm>
                          <a:prstGeom prst="rect">
                            <a:avLst/>
                          </a:prstGeom>
                          <a:noFill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cxnSp>
          <p:nvCxnSpPr>
            <p:cNvPr id="164" name="直接连接符 163"/>
            <p:cNvCxnSpPr/>
            <p:nvPr/>
          </p:nvCxnSpPr>
          <p:spPr bwMode="auto">
            <a:xfrm flipH="1" flipV="1">
              <a:off x="5562092" y="2763049"/>
              <a:ext cx="665069" cy="1271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C00000"/>
              </a:solidFill>
              <a:prstDash val="sysDash"/>
              <a:round/>
              <a:headEnd type="triangle" w="med" len="med"/>
              <a:tailEnd type="none" w="med" len="med"/>
            </a:ln>
            <a:effectLst/>
          </p:spPr>
        </p:cxnSp>
        <p:graphicFrame>
          <p:nvGraphicFramePr>
            <p:cNvPr id="165" name="Object 18"/>
            <p:cNvGraphicFramePr>
              <a:graphicFrameLocks noChangeAspect="1"/>
            </p:cNvGraphicFramePr>
            <p:nvPr/>
          </p:nvGraphicFramePr>
          <p:xfrm>
            <a:off x="4105330" y="2763049"/>
            <a:ext cx="1509571" cy="85804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96" name="Equation" r:id="rId28" imgW="17678400" imgH="10058400" progId="Equation.DSMT4">
                    <p:embed/>
                  </p:oleObj>
                </mc:Choice>
                <mc:Fallback>
                  <p:oleObj name="Equation" r:id="rId28" imgW="17678400" imgH="100584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05330" y="2763049"/>
                          <a:ext cx="1509571" cy="858046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66" name="组合 165"/>
            <p:cNvGrpSpPr/>
            <p:nvPr/>
          </p:nvGrpSpPr>
          <p:grpSpPr>
            <a:xfrm>
              <a:off x="4839800" y="1633027"/>
              <a:ext cx="1346508" cy="2592037"/>
              <a:chOff x="5879292" y="1600392"/>
              <a:chExt cx="1346508" cy="2592037"/>
            </a:xfrm>
          </p:grpSpPr>
          <p:sp>
            <p:nvSpPr>
              <p:cNvPr id="174" name="Line 20"/>
              <p:cNvSpPr>
                <a:spLocks noChangeShapeType="1"/>
              </p:cNvSpPr>
              <p:nvPr/>
            </p:nvSpPr>
            <p:spPr bwMode="auto">
              <a:xfrm rot="3482560">
                <a:off x="5526169" y="2050272"/>
                <a:ext cx="2149511" cy="1249751"/>
              </a:xfrm>
              <a:prstGeom prst="line">
                <a:avLst/>
              </a:prstGeom>
              <a:noFill/>
              <a:ln w="38100">
                <a:solidFill>
                  <a:srgbClr val="00B0F0"/>
                </a:solidFill>
                <a:prstDash val="dash"/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75" name="Object 18"/>
              <p:cNvGraphicFramePr>
                <a:graphicFrameLocks noChangeAspect="1"/>
              </p:cNvGraphicFramePr>
              <p:nvPr/>
            </p:nvGraphicFramePr>
            <p:xfrm>
              <a:off x="5879292" y="3554254"/>
              <a:ext cx="8096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8397" name="Equation" r:id="rId30" imgW="7315200" imgH="5791200" progId="Equation.DSMT4">
                      <p:embed/>
                    </p:oleObj>
                  </mc:Choice>
                  <mc:Fallback>
                    <p:oleObj name="Equation" r:id="rId30" imgW="73152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1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879292" y="3554254"/>
                            <a:ext cx="8096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67" name="Text Box 10"/>
            <p:cNvSpPr txBox="1">
              <a:spLocks noChangeArrowheads="1"/>
            </p:cNvSpPr>
            <p:nvPr/>
          </p:nvSpPr>
          <p:spPr bwMode="auto">
            <a:xfrm>
              <a:off x="6177548" y="2645844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N</a:t>
              </a:r>
              <a:endParaRPr lang="en-US" altLang="zh-CN" sz="2800" b="1" i="1" dirty="0"/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7621970" y="2622242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>
                  <a:solidFill>
                    <a:srgbClr val="FF0000"/>
                  </a:solidFill>
                </a:rPr>
                <a:t>U</a:t>
              </a:r>
              <a:endParaRPr lang="en-US" altLang="zh-CN" sz="2800" b="1" i="1" dirty="0">
                <a:solidFill>
                  <a:srgbClr val="FF0000"/>
                </a:solidFill>
              </a:endParaRPr>
            </a:p>
          </p:txBody>
        </p:sp>
        <p:sp>
          <p:nvSpPr>
            <p:cNvPr id="169" name="Text Box 10"/>
            <p:cNvSpPr txBox="1">
              <a:spLocks noChangeArrowheads="1"/>
            </p:cNvSpPr>
            <p:nvPr/>
          </p:nvSpPr>
          <p:spPr bwMode="auto">
            <a:xfrm>
              <a:off x="5608774" y="1303198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W</a:t>
              </a:r>
              <a:endParaRPr lang="en-US" altLang="zh-CN" sz="2800" b="1" i="1" dirty="0"/>
            </a:p>
          </p:txBody>
        </p:sp>
        <p:sp>
          <p:nvSpPr>
            <p:cNvPr id="170" name="Text Box 10"/>
            <p:cNvSpPr txBox="1">
              <a:spLocks noChangeArrowheads="1"/>
            </p:cNvSpPr>
            <p:nvPr/>
          </p:nvSpPr>
          <p:spPr bwMode="auto">
            <a:xfrm>
              <a:off x="5708297" y="3562346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V</a:t>
              </a:r>
              <a:endParaRPr lang="en-US" altLang="zh-CN" sz="2800" b="1" i="1" dirty="0"/>
            </a:p>
          </p:txBody>
        </p:sp>
        <p:sp>
          <p:nvSpPr>
            <p:cNvPr id="171" name="Text Box 10"/>
            <p:cNvSpPr txBox="1">
              <a:spLocks noChangeArrowheads="1"/>
            </p:cNvSpPr>
            <p:nvPr/>
          </p:nvSpPr>
          <p:spPr bwMode="auto">
            <a:xfrm>
              <a:off x="7080793" y="1313307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>
                  <a:solidFill>
                    <a:srgbClr val="00B0F0"/>
                  </a:solidFill>
                </a:rPr>
                <a:t>N’</a:t>
              </a:r>
              <a:endParaRPr lang="en-US" altLang="zh-CN" sz="2800" b="1" i="1" dirty="0">
                <a:solidFill>
                  <a:srgbClr val="00B0F0"/>
                </a:solidFill>
              </a:endParaRPr>
            </a:p>
          </p:txBody>
        </p:sp>
        <p:graphicFrame>
          <p:nvGraphicFramePr>
            <p:cNvPr id="172" name="Object 18"/>
            <p:cNvGraphicFramePr>
              <a:graphicFrameLocks noChangeAspect="1"/>
            </p:cNvGraphicFramePr>
            <p:nvPr/>
          </p:nvGraphicFramePr>
          <p:xfrm>
            <a:off x="7366421" y="1590551"/>
            <a:ext cx="1598612" cy="6159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98" name="Equation" r:id="rId32" imgW="17373600" imgH="6705600" progId="Equation.DSMT4">
                    <p:embed/>
                  </p:oleObj>
                </mc:Choice>
                <mc:Fallback>
                  <p:oleObj name="Equation" r:id="rId32" imgW="17373600" imgH="67056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66421" y="1590551"/>
                          <a:ext cx="1598612" cy="61595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3" name="Object 18"/>
            <p:cNvGraphicFramePr>
              <a:graphicFrameLocks noChangeAspect="1"/>
            </p:cNvGraphicFramePr>
            <p:nvPr/>
          </p:nvGraphicFramePr>
          <p:xfrm>
            <a:off x="6906705" y="2073888"/>
            <a:ext cx="477838" cy="5318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399" name="Equation" r:id="rId34" imgW="5181600" imgH="5791200" progId="Equation.DSMT4">
                    <p:embed/>
                  </p:oleObj>
                </mc:Choice>
                <mc:Fallback>
                  <p:oleObj name="Equation" r:id="rId34" imgW="51816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906705" y="2073888"/>
                          <a:ext cx="477838" cy="53181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84" name="Object 44"/>
          <p:cNvGraphicFramePr>
            <a:graphicFrameLocks noChangeAspect="1"/>
          </p:cNvGraphicFramePr>
          <p:nvPr/>
        </p:nvGraphicFramePr>
        <p:xfrm>
          <a:off x="1928577" y="2118323"/>
          <a:ext cx="1455738" cy="188141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8400" name="Visio" r:id="rId36" imgW="1571625" imgH="2524125" progId="Visio.Drawing.11">
                  <p:embed/>
                </p:oleObj>
              </mc:Choice>
              <mc:Fallback>
                <p:oleObj name="Visio" r:id="rId36" imgW="1571625" imgH="2524125" progId="Visio.Drawing.11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28577" y="2118323"/>
                        <a:ext cx="1455738" cy="188141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5" name="Rectangle 11"/>
          <p:cNvSpPr>
            <a:spLocks noChangeArrowheads="1"/>
          </p:cNvSpPr>
          <p:nvPr/>
        </p:nvSpPr>
        <p:spPr bwMode="auto">
          <a:xfrm>
            <a:off x="4034166" y="5113820"/>
            <a:ext cx="1989826" cy="444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ea typeface="宋体" panose="02010600030101010101" pitchFamily="2" charset="-122"/>
              </a:rPr>
              <a:t>相当于短路</a:t>
            </a:r>
            <a:endParaRPr lang="zh-CN" altLang="en-US" sz="2800" b="1" dirty="0">
              <a:ea typeface="宋体" panose="02010600030101010101" pitchFamily="2" charset="-122"/>
            </a:endParaRPr>
          </a:p>
        </p:txBody>
      </p:sp>
      <p:grpSp>
        <p:nvGrpSpPr>
          <p:cNvPr id="186" name="组合 185"/>
          <p:cNvGrpSpPr/>
          <p:nvPr/>
        </p:nvGrpSpPr>
        <p:grpSpPr>
          <a:xfrm>
            <a:off x="6560729" y="5746164"/>
            <a:ext cx="5007879" cy="402932"/>
            <a:chOff x="1488056" y="5370217"/>
            <a:chExt cx="5007879" cy="402932"/>
          </a:xfrm>
        </p:grpSpPr>
        <p:sp>
          <p:nvSpPr>
            <p:cNvPr id="187" name="Rectangle 13"/>
            <p:cNvSpPr>
              <a:spLocks noChangeArrowheads="1"/>
            </p:cNvSpPr>
            <p:nvPr/>
          </p:nvSpPr>
          <p:spPr bwMode="auto">
            <a:xfrm>
              <a:off x="1488056" y="5370217"/>
              <a:ext cx="5007879" cy="368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449580" indent="-44958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黑体" panose="02010609060101010101" pitchFamily="49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20000"/>
                </a:spcBef>
                <a:buSzPct val="120000"/>
              </a:pPr>
              <a:r>
                <a:rPr lang="en-US" altLang="zh-CN" sz="2800" b="1" dirty="0">
                  <a:solidFill>
                    <a:srgbClr val="00B0F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</a:t>
              </a:r>
              <a:r>
                <a:rPr lang="en-US" altLang="zh-CN" sz="2800" b="1" dirty="0">
                  <a:solidFill>
                    <a:srgbClr val="00B0F0"/>
                  </a:solidFill>
                  <a:ea typeface="宋体" panose="02010600030101010101" pitchFamily="2" charset="-122"/>
                </a:rPr>
                <a:t>’</a:t>
              </a:r>
              <a:r>
                <a:rPr lang="zh-CN" altLang="en-US" sz="2800" b="1" dirty="0">
                  <a:latin typeface="宋体" panose="02010600030101010101" pitchFamily="2" charset="-122"/>
                  <a:ea typeface="宋体" panose="02010600030101010101" pitchFamily="2" charset="-122"/>
                </a:rPr>
                <a:t>落在以  为直径</a:t>
              </a:r>
              <a:r>
                <a:rPr lang="zh-CN" altLang="en-US" sz="2800" b="1" dirty="0">
                  <a:ea typeface="宋体" panose="02010600030101010101" pitchFamily="2" charset="-122"/>
                </a:rPr>
                <a:t>的半圆周上，</a:t>
              </a:r>
              <a:endPara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graphicFrame>
          <p:nvGraphicFramePr>
            <p:cNvPr id="188" name="Object 20"/>
            <p:cNvGraphicFramePr>
              <a:graphicFrameLocks noChangeAspect="1"/>
            </p:cNvGraphicFramePr>
            <p:nvPr/>
          </p:nvGraphicFramePr>
          <p:xfrm>
            <a:off x="2983755" y="5400087"/>
            <a:ext cx="463550" cy="3730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8401" name="Equation" r:id="rId38" imgW="7010400" imgH="5791200" progId="Equation.DSMT4">
                    <p:embed/>
                  </p:oleObj>
                </mc:Choice>
                <mc:Fallback>
                  <p:oleObj name="Equation" r:id="rId38" imgW="7010400" imgH="5791200" progId="Equation.DSMT4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83755" y="5400087"/>
                          <a:ext cx="463550" cy="3730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/>
      <p:bldP spid="136" grpId="0"/>
      <p:bldP spid="137" grpId="0"/>
      <p:bldP spid="138" grpId="0"/>
      <p:bldP spid="141" grpId="0"/>
      <p:bldP spid="144" grpId="0"/>
      <p:bldP spid="145" grpId="0"/>
      <p:bldP spid="18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110" name="Object 44"/>
          <p:cNvGraphicFramePr>
            <a:graphicFrameLocks noChangeAspect="1"/>
          </p:cNvGraphicFramePr>
          <p:nvPr/>
        </p:nvGraphicFramePr>
        <p:xfrm>
          <a:off x="5610721" y="980728"/>
          <a:ext cx="1455738" cy="2376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7948" name="Visio" r:id="rId1" imgW="1571625" imgH="2524125" progId="Visio.Drawing.11">
                  <p:embed/>
                </p:oleObj>
              </mc:Choice>
              <mc:Fallback>
                <p:oleObj name="Visio" r:id="rId1" imgW="1571625" imgH="2524125" progId="Visio.Drawing.11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10721" y="980728"/>
                        <a:ext cx="1455738" cy="2376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1" name="Object 41"/>
          <p:cNvGraphicFramePr>
            <a:graphicFrameLocks noChangeAspect="1"/>
          </p:cNvGraphicFramePr>
          <p:nvPr/>
        </p:nvGraphicFramePr>
        <p:xfrm>
          <a:off x="7393483" y="980728"/>
          <a:ext cx="4175125" cy="189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7949" name="Visio" r:id="rId3" imgW="5791200" imgH="2628900" progId="Visio.Drawing.11">
                  <p:embed/>
                </p:oleObj>
              </mc:Choice>
              <mc:Fallback>
                <p:oleObj name="Visio" r:id="rId3" imgW="5791200" imgH="262890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3483" y="980728"/>
                        <a:ext cx="4175125" cy="1893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5" name="Rectangle 20"/>
          <p:cNvSpPr>
            <a:spLocks noChangeArrowheads="1"/>
          </p:cNvSpPr>
          <p:nvPr/>
        </p:nvSpPr>
        <p:spPr bwMode="auto">
          <a:xfrm>
            <a:off x="839416" y="1682081"/>
            <a:ext cx="30239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相序器的原理：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102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06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109" name="Picture 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1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5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2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16" name="Picture 1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" name="Picture 1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" name="Picture 1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1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" name="Picture 2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" name="Picture 2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2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" name="Picture 2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" name="Picture 2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" name="Picture 2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" name="Picture 2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1" name="Rectangle 48"/>
          <p:cNvSpPr>
            <a:spLocks noChangeArrowheads="1"/>
          </p:cNvSpPr>
          <p:nvPr/>
        </p:nvSpPr>
        <p:spPr bwMode="auto">
          <a:xfrm>
            <a:off x="1092263" y="4942839"/>
            <a:ext cx="3635585" cy="1536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因此，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V-N′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比</a:t>
            </a:r>
            <a:r>
              <a:rPr lang="en-US" altLang="zh-CN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W-N′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长，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</a:t>
            </a: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的灯总比</a:t>
            </a:r>
            <a:r>
              <a:rPr lang="en-US" altLang="zh-CN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lang="zh-CN" altLang="en-US" sz="2800" b="1" dirty="0">
                <a:solidFill>
                  <a:srgbClr val="C0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的灯亮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32" name="组合 131"/>
          <p:cNvGrpSpPr/>
          <p:nvPr/>
        </p:nvGrpSpPr>
        <p:grpSpPr>
          <a:xfrm>
            <a:off x="6528048" y="3163273"/>
            <a:ext cx="5015912" cy="3578095"/>
            <a:chOff x="3949121" y="908720"/>
            <a:chExt cx="5015912" cy="3578095"/>
          </a:xfrm>
        </p:grpSpPr>
        <p:sp>
          <p:nvSpPr>
            <p:cNvPr id="133" name="弦形 132"/>
            <p:cNvSpPr/>
            <p:nvPr/>
          </p:nvSpPr>
          <p:spPr bwMode="auto">
            <a:xfrm flipV="1">
              <a:off x="5567906" y="1684658"/>
              <a:ext cx="2095996" cy="2373185"/>
            </a:xfrm>
            <a:prstGeom prst="chord">
              <a:avLst>
                <a:gd name="adj1" fmla="val 792325"/>
                <a:gd name="adj2" fmla="val 10045188"/>
              </a:avLst>
            </a:prstGeom>
            <a:noFill/>
            <a:ln w="28575" cap="flat" cmpd="sng" algn="ctr">
              <a:solidFill>
                <a:srgbClr val="00B0F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黑体" panose="02010609060101010101" pitchFamily="49" charset="-122"/>
              </a:endParaRPr>
            </a:p>
          </p:txBody>
        </p:sp>
        <p:sp>
          <p:nvSpPr>
            <p:cNvPr id="134" name="Text Box 10"/>
            <p:cNvSpPr txBox="1">
              <a:spLocks noChangeArrowheads="1"/>
            </p:cNvSpPr>
            <p:nvPr/>
          </p:nvSpPr>
          <p:spPr bwMode="auto">
            <a:xfrm>
              <a:off x="5158466" y="2237699"/>
              <a:ext cx="441824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b="1" dirty="0"/>
                <a:t> </a:t>
              </a:r>
              <a:r>
                <a:rPr lang="en-US" altLang="zh-CN" b="1" i="1" dirty="0">
                  <a:solidFill>
                    <a:srgbClr val="00B0F0"/>
                  </a:solidFill>
                </a:rPr>
                <a:t>p</a:t>
              </a:r>
              <a:endParaRPr lang="en-US" altLang="zh-CN" b="1" i="1" dirty="0">
                <a:solidFill>
                  <a:srgbClr val="00B0F0"/>
                </a:solidFill>
              </a:endParaRPr>
            </a:p>
          </p:txBody>
        </p:sp>
        <p:grpSp>
          <p:nvGrpSpPr>
            <p:cNvPr id="135" name="组合 134"/>
            <p:cNvGrpSpPr/>
            <p:nvPr/>
          </p:nvGrpSpPr>
          <p:grpSpPr>
            <a:xfrm>
              <a:off x="4905919" y="908720"/>
              <a:ext cx="3018470" cy="3578095"/>
              <a:chOff x="4519643" y="1577803"/>
              <a:chExt cx="3018470" cy="3578095"/>
            </a:xfrm>
          </p:grpSpPr>
          <p:sp>
            <p:nvSpPr>
              <p:cNvPr id="155" name="Line 19"/>
              <p:cNvSpPr>
                <a:spLocks noChangeShapeType="1"/>
              </p:cNvSpPr>
              <p:nvPr/>
            </p:nvSpPr>
            <p:spPr bwMode="auto">
              <a:xfrm rot="7106826" flipV="1">
                <a:off x="4832350" y="3974827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6" name="Line 20"/>
              <p:cNvSpPr>
                <a:spLocks noChangeShapeType="1"/>
              </p:cNvSpPr>
              <p:nvPr/>
            </p:nvSpPr>
            <p:spPr bwMode="auto">
              <a:xfrm rot="14282560" flipV="1">
                <a:off x="4792663" y="2755627"/>
                <a:ext cx="1463675" cy="1588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7" name="Line 21"/>
              <p:cNvSpPr>
                <a:spLocks noChangeShapeType="1"/>
              </p:cNvSpPr>
              <p:nvPr/>
            </p:nvSpPr>
            <p:spPr bwMode="auto">
              <a:xfrm flipV="1">
                <a:off x="5908675" y="3373165"/>
                <a:ext cx="1465263" cy="0"/>
              </a:xfrm>
              <a:prstGeom prst="line">
                <a:avLst/>
              </a:prstGeom>
              <a:noFill/>
              <a:ln w="38100">
                <a:solidFill>
                  <a:srgbClr val="00B050"/>
                </a:solidFill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58" name="Object 18"/>
              <p:cNvGraphicFramePr>
                <a:graphicFrameLocks noChangeAspect="1"/>
              </p:cNvGraphicFramePr>
              <p:nvPr/>
            </p:nvGraphicFramePr>
            <p:xfrm>
              <a:off x="6933275" y="3414562"/>
              <a:ext cx="604838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7950" name="Equation" r:id="rId6" imgW="5486400" imgH="5791200" progId="Equation.DSMT4">
                      <p:embed/>
                    </p:oleObj>
                  </mc:Choice>
                  <mc:Fallback>
                    <p:oleObj name="Equation" r:id="rId6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933275" y="3414562"/>
                            <a:ext cx="604838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59" name="Object 18"/>
              <p:cNvGraphicFramePr>
                <a:graphicFrameLocks noChangeAspect="1"/>
              </p:cNvGraphicFramePr>
              <p:nvPr/>
            </p:nvGraphicFramePr>
            <p:xfrm>
              <a:off x="4519643" y="1577803"/>
              <a:ext cx="673100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7951" name="Equation" r:id="rId8" imgW="6096000" imgH="5791200" progId="Equation.DSMT4">
                      <p:embed/>
                    </p:oleObj>
                  </mc:Choice>
                  <mc:Fallback>
                    <p:oleObj name="Equation" r:id="rId8" imgW="60960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519643" y="1577803"/>
                            <a:ext cx="673100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60" name="Object 18"/>
              <p:cNvGraphicFramePr>
                <a:graphicFrameLocks noChangeAspect="1"/>
              </p:cNvGraphicFramePr>
              <p:nvPr/>
            </p:nvGraphicFramePr>
            <p:xfrm>
              <a:off x="5156901" y="4517723"/>
              <a:ext cx="6064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7952" name="Equation" r:id="rId10" imgW="5486400" imgH="5791200" progId="Equation.DSMT4">
                      <p:embed/>
                    </p:oleObj>
                  </mc:Choice>
                  <mc:Fallback>
                    <p:oleObj name="Equation" r:id="rId10" imgW="54864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1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156901" y="4517723"/>
                            <a:ext cx="6064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aphicFrame>
          <p:nvGraphicFramePr>
            <p:cNvPr id="136" name="Object 18"/>
            <p:cNvGraphicFramePr>
              <a:graphicFrameLocks noChangeAspect="1"/>
            </p:cNvGraphicFramePr>
            <p:nvPr/>
          </p:nvGraphicFramePr>
          <p:xfrm>
            <a:off x="7663902" y="2059265"/>
            <a:ext cx="742950" cy="6381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7953" name="Equation" r:id="rId12" imgW="6705600" imgH="5791200" progId="Equation.DSMT4">
                    <p:embed/>
                  </p:oleObj>
                </mc:Choice>
                <mc:Fallback>
                  <p:oleObj name="Equation" r:id="rId12" imgW="67056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63902" y="2059265"/>
                          <a:ext cx="742950" cy="6381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7" name="Line 16"/>
            <p:cNvSpPr>
              <a:spLocks noChangeShapeType="1"/>
            </p:cNvSpPr>
            <p:nvPr/>
          </p:nvSpPr>
          <p:spPr bwMode="auto">
            <a:xfrm rot="10800000" flipH="1">
              <a:off x="5567906" y="2627763"/>
              <a:ext cx="2198850" cy="91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8" name="Line 16"/>
            <p:cNvSpPr>
              <a:spLocks noChangeShapeType="1"/>
            </p:cNvSpPr>
            <p:nvPr/>
          </p:nvSpPr>
          <p:spPr bwMode="auto">
            <a:xfrm rot="10800000" flipH="1">
              <a:off x="5597265" y="1802281"/>
              <a:ext cx="1485954" cy="847681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tailEnd type="arrow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9" name="Line 16"/>
            <p:cNvSpPr>
              <a:spLocks noChangeShapeType="1"/>
            </p:cNvSpPr>
            <p:nvPr/>
          </p:nvSpPr>
          <p:spPr bwMode="auto">
            <a:xfrm rot="10800000">
              <a:off x="7083218" y="1797682"/>
              <a:ext cx="538750" cy="803421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 type="arrow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40" name="组合 139"/>
            <p:cNvGrpSpPr/>
            <p:nvPr/>
          </p:nvGrpSpPr>
          <p:grpSpPr>
            <a:xfrm>
              <a:off x="3949121" y="2135831"/>
              <a:ext cx="2252432" cy="931344"/>
              <a:chOff x="3849220" y="4464999"/>
              <a:chExt cx="2252432" cy="931344"/>
            </a:xfrm>
          </p:grpSpPr>
          <p:sp>
            <p:nvSpPr>
              <p:cNvPr id="153" name="Line 20"/>
              <p:cNvSpPr>
                <a:spLocks noChangeShapeType="1"/>
              </p:cNvSpPr>
              <p:nvPr/>
            </p:nvSpPr>
            <p:spPr bwMode="auto">
              <a:xfrm rot="3482560" flipH="1">
                <a:off x="5144678" y="4439368"/>
                <a:ext cx="717614" cy="1196335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prstDash val="sysDash"/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54" name="Object 18"/>
              <p:cNvGraphicFramePr>
                <a:graphicFrameLocks noChangeAspect="1"/>
              </p:cNvGraphicFramePr>
              <p:nvPr/>
            </p:nvGraphicFramePr>
            <p:xfrm>
              <a:off x="3849220" y="4464999"/>
              <a:ext cx="1291068" cy="53286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7954" name="Equation" r:id="rId14" imgW="14020800" imgH="5791200" progId="Equation.DSMT4">
                      <p:embed/>
                    </p:oleObj>
                  </mc:Choice>
                  <mc:Fallback>
                    <p:oleObj name="Equation" r:id="rId14" imgW="140208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849220" y="4464999"/>
                            <a:ext cx="1291068" cy="532864"/>
                          </a:xfrm>
                          <a:prstGeom prst="rect">
                            <a:avLst/>
                          </a:prstGeom>
                          <a:noFill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cxnSp>
          <p:nvCxnSpPr>
            <p:cNvPr id="141" name="直接连接符 140"/>
            <p:cNvCxnSpPr/>
            <p:nvPr/>
          </p:nvCxnSpPr>
          <p:spPr bwMode="auto">
            <a:xfrm flipH="1" flipV="1">
              <a:off x="5562092" y="2763049"/>
              <a:ext cx="665069" cy="1271"/>
            </a:xfrm>
            <a:prstGeom prst="line">
              <a:avLst/>
            </a:prstGeom>
            <a:solidFill>
              <a:srgbClr val="DDDDDD"/>
            </a:solidFill>
            <a:ln w="38100" cap="flat" cmpd="sng" algn="ctr">
              <a:solidFill>
                <a:srgbClr val="C00000"/>
              </a:solidFill>
              <a:prstDash val="sysDash"/>
              <a:round/>
              <a:headEnd type="triangle" w="med" len="med"/>
              <a:tailEnd type="none" w="med" len="med"/>
            </a:ln>
            <a:effectLst/>
          </p:spPr>
        </p:cxnSp>
        <p:graphicFrame>
          <p:nvGraphicFramePr>
            <p:cNvPr id="142" name="Object 18"/>
            <p:cNvGraphicFramePr>
              <a:graphicFrameLocks noChangeAspect="1"/>
            </p:cNvGraphicFramePr>
            <p:nvPr/>
          </p:nvGraphicFramePr>
          <p:xfrm>
            <a:off x="4105330" y="2763049"/>
            <a:ext cx="1509571" cy="85804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7955" name="Equation" r:id="rId16" imgW="17678400" imgH="10058400" progId="Equation.DSMT4">
                    <p:embed/>
                  </p:oleObj>
                </mc:Choice>
                <mc:Fallback>
                  <p:oleObj name="Equation" r:id="rId16" imgW="17678400" imgH="100584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05330" y="2763049"/>
                          <a:ext cx="1509571" cy="858046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43" name="组合 142"/>
            <p:cNvGrpSpPr/>
            <p:nvPr/>
          </p:nvGrpSpPr>
          <p:grpSpPr>
            <a:xfrm>
              <a:off x="4839800" y="1633027"/>
              <a:ext cx="1346508" cy="2592037"/>
              <a:chOff x="5879292" y="1600392"/>
              <a:chExt cx="1346508" cy="2592037"/>
            </a:xfrm>
          </p:grpSpPr>
          <p:sp>
            <p:nvSpPr>
              <p:cNvPr id="151" name="Line 20"/>
              <p:cNvSpPr>
                <a:spLocks noChangeShapeType="1"/>
              </p:cNvSpPr>
              <p:nvPr/>
            </p:nvSpPr>
            <p:spPr bwMode="auto">
              <a:xfrm rot="3482560">
                <a:off x="5526169" y="2050272"/>
                <a:ext cx="2149511" cy="1249751"/>
              </a:xfrm>
              <a:prstGeom prst="line">
                <a:avLst/>
              </a:prstGeom>
              <a:noFill/>
              <a:ln w="38100">
                <a:solidFill>
                  <a:srgbClr val="00B0F0"/>
                </a:solidFill>
                <a:prstDash val="dash"/>
                <a:round/>
                <a:tailEnd type="arrow" w="sm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aphicFrame>
            <p:nvGraphicFramePr>
              <p:cNvPr id="152" name="Object 18"/>
              <p:cNvGraphicFramePr>
                <a:graphicFrameLocks noChangeAspect="1"/>
              </p:cNvGraphicFramePr>
              <p:nvPr/>
            </p:nvGraphicFramePr>
            <p:xfrm>
              <a:off x="5879292" y="3554254"/>
              <a:ext cx="809625" cy="6381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7956" name="Equation" r:id="rId18" imgW="7315200" imgH="5791200" progId="Equation.DSMT4">
                      <p:embed/>
                    </p:oleObj>
                  </mc:Choice>
                  <mc:Fallback>
                    <p:oleObj name="Equation" r:id="rId18" imgW="7315200" imgH="5791200" progId="Equation.DSMT4">
                      <p:embed/>
                      <p:pic>
                        <p:nvPicPr>
                          <p:cNvPr id="0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9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879292" y="3554254"/>
                            <a:ext cx="809625" cy="6381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44" name="Text Box 10"/>
            <p:cNvSpPr txBox="1">
              <a:spLocks noChangeArrowheads="1"/>
            </p:cNvSpPr>
            <p:nvPr/>
          </p:nvSpPr>
          <p:spPr bwMode="auto">
            <a:xfrm>
              <a:off x="6177548" y="2645844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N</a:t>
              </a:r>
              <a:endParaRPr lang="en-US" altLang="zh-CN" sz="2800" b="1" i="1" dirty="0"/>
            </a:p>
          </p:txBody>
        </p:sp>
        <p:sp>
          <p:nvSpPr>
            <p:cNvPr id="145" name="Text Box 10"/>
            <p:cNvSpPr txBox="1">
              <a:spLocks noChangeArrowheads="1"/>
            </p:cNvSpPr>
            <p:nvPr/>
          </p:nvSpPr>
          <p:spPr bwMode="auto">
            <a:xfrm>
              <a:off x="7621970" y="2622242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>
                  <a:solidFill>
                    <a:srgbClr val="FF0000"/>
                  </a:solidFill>
                </a:rPr>
                <a:t>U</a:t>
              </a:r>
              <a:endParaRPr lang="en-US" altLang="zh-CN" sz="2800" b="1" i="1" dirty="0">
                <a:solidFill>
                  <a:srgbClr val="FF0000"/>
                </a:solidFill>
              </a:endParaRPr>
            </a:p>
          </p:txBody>
        </p:sp>
        <p:sp>
          <p:nvSpPr>
            <p:cNvPr id="146" name="Text Box 10"/>
            <p:cNvSpPr txBox="1">
              <a:spLocks noChangeArrowheads="1"/>
            </p:cNvSpPr>
            <p:nvPr/>
          </p:nvSpPr>
          <p:spPr bwMode="auto">
            <a:xfrm>
              <a:off x="5608774" y="1303198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W</a:t>
              </a:r>
              <a:endParaRPr lang="en-US" altLang="zh-CN" sz="2800" b="1" i="1" dirty="0"/>
            </a:p>
          </p:txBody>
        </p:sp>
        <p:sp>
          <p:nvSpPr>
            <p:cNvPr id="147" name="Text Box 10"/>
            <p:cNvSpPr txBox="1">
              <a:spLocks noChangeArrowheads="1"/>
            </p:cNvSpPr>
            <p:nvPr/>
          </p:nvSpPr>
          <p:spPr bwMode="auto">
            <a:xfrm>
              <a:off x="5708297" y="3562346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/>
                <a:t>V</a:t>
              </a:r>
              <a:endParaRPr lang="en-US" altLang="zh-CN" sz="2800" b="1" i="1" dirty="0"/>
            </a:p>
          </p:txBody>
        </p:sp>
        <p:sp>
          <p:nvSpPr>
            <p:cNvPr id="148" name="Text Box 10"/>
            <p:cNvSpPr txBox="1">
              <a:spLocks noChangeArrowheads="1"/>
            </p:cNvSpPr>
            <p:nvPr/>
          </p:nvSpPr>
          <p:spPr bwMode="auto">
            <a:xfrm>
              <a:off x="7080793" y="1313307"/>
              <a:ext cx="441824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2800" b="1" i="1" dirty="0">
                  <a:solidFill>
                    <a:srgbClr val="00B0F0"/>
                  </a:solidFill>
                </a:rPr>
                <a:t>N’</a:t>
              </a:r>
              <a:endParaRPr lang="en-US" altLang="zh-CN" sz="2800" b="1" i="1" dirty="0">
                <a:solidFill>
                  <a:srgbClr val="00B0F0"/>
                </a:solidFill>
              </a:endParaRPr>
            </a:p>
          </p:txBody>
        </p:sp>
        <p:graphicFrame>
          <p:nvGraphicFramePr>
            <p:cNvPr id="149" name="Object 18"/>
            <p:cNvGraphicFramePr>
              <a:graphicFrameLocks noChangeAspect="1"/>
            </p:cNvGraphicFramePr>
            <p:nvPr/>
          </p:nvGraphicFramePr>
          <p:xfrm>
            <a:off x="7366421" y="1590551"/>
            <a:ext cx="1598612" cy="6159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7957" name="Equation" r:id="rId20" imgW="17373600" imgH="6705600" progId="Equation.DSMT4">
                    <p:embed/>
                  </p:oleObj>
                </mc:Choice>
                <mc:Fallback>
                  <p:oleObj name="Equation" r:id="rId20" imgW="17373600" imgH="67056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66421" y="1590551"/>
                          <a:ext cx="1598612" cy="61595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0" name="Object 18"/>
            <p:cNvGraphicFramePr>
              <a:graphicFrameLocks noChangeAspect="1"/>
            </p:cNvGraphicFramePr>
            <p:nvPr/>
          </p:nvGraphicFramePr>
          <p:xfrm>
            <a:off x="6906705" y="2073888"/>
            <a:ext cx="477838" cy="5318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7958" name="Equation" r:id="rId22" imgW="5181600" imgH="5791200" progId="Equation.DSMT4">
                    <p:embed/>
                  </p:oleObj>
                </mc:Choice>
                <mc:Fallback>
                  <p:oleObj name="Equation" r:id="rId22" imgW="51816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906705" y="2073888"/>
                          <a:ext cx="477838" cy="53181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1" name="Rectangle 48"/>
          <p:cNvSpPr>
            <a:spLocks noChangeArrowheads="1"/>
          </p:cNvSpPr>
          <p:nvPr/>
        </p:nvSpPr>
        <p:spPr bwMode="auto">
          <a:xfrm>
            <a:off x="1111287" y="2169984"/>
            <a:ext cx="3616561" cy="21438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由于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点既位于三相电路中，也位于戴维宁等效电路中，所以可以由</a:t>
            </a:r>
            <a:r>
              <a:rPr lang="en-US" altLang="zh-CN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点可以确定中性点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N′</a:t>
            </a:r>
            <a:endParaRPr lang="zh-CN" altLang="en-US" sz="2800" b="1" dirty="0">
              <a:solidFill>
                <a:srgbClr val="00B0F0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162" name="直接箭头连接符 161"/>
          <p:cNvCxnSpPr/>
          <p:nvPr/>
        </p:nvCxnSpPr>
        <p:spPr bwMode="auto">
          <a:xfrm flipV="1">
            <a:off x="8187701" y="4091080"/>
            <a:ext cx="1472019" cy="2113863"/>
          </a:xfrm>
          <a:prstGeom prst="straightConnector1">
            <a:avLst/>
          </a:prstGeom>
          <a:solidFill>
            <a:srgbClr val="DDDDDD"/>
          </a:solidFill>
          <a:ln w="5715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63" name="直接箭头连接符 162"/>
          <p:cNvCxnSpPr>
            <a:stCxn id="151" idx="0"/>
            <a:endCxn id="138" idx="1"/>
          </p:cNvCxnSpPr>
          <p:nvPr/>
        </p:nvCxnSpPr>
        <p:spPr bwMode="auto">
          <a:xfrm>
            <a:off x="8101676" y="3719728"/>
            <a:ext cx="1560470" cy="337106"/>
          </a:xfrm>
          <a:prstGeom prst="straightConnector1">
            <a:avLst/>
          </a:prstGeom>
          <a:solidFill>
            <a:srgbClr val="DDDDDD"/>
          </a:soli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  <p:bldP spid="161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9.2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三相电路的计算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66" name="Object 8"/>
          <p:cNvGraphicFramePr>
            <a:graphicFrameLocks noChangeAspect="1"/>
          </p:cNvGraphicFramePr>
          <p:nvPr/>
        </p:nvGraphicFramePr>
        <p:xfrm>
          <a:off x="1336919" y="3125788"/>
          <a:ext cx="6138862" cy="11668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76" name="Equation" r:id="rId1" imgW="90830400" imgH="18897600" progId="Equation.DSMT4">
                  <p:embed/>
                </p:oleObj>
              </mc:Choice>
              <mc:Fallback>
                <p:oleObj name="Equation" r:id="rId1" imgW="90830400" imgH="188976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6919" y="3125788"/>
                        <a:ext cx="6138862" cy="11668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7" name="Object 7"/>
          <p:cNvGraphicFramePr>
            <a:graphicFrameLocks noChangeAspect="1"/>
          </p:cNvGraphicFramePr>
          <p:nvPr/>
        </p:nvGraphicFramePr>
        <p:xfrm>
          <a:off x="2143158" y="4816475"/>
          <a:ext cx="8273322" cy="52687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77" name="Equation" r:id="rId3" imgW="92659200" imgH="5791200" progId="Equation.DSMT4">
                  <p:embed/>
                </p:oleObj>
              </mc:Choice>
              <mc:Fallback>
                <p:oleObj name="Equation" r:id="rId3" imgW="92659200" imgH="579120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43158" y="4816475"/>
                        <a:ext cx="8273322" cy="52687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9" name="Object 6"/>
          <p:cNvGraphicFramePr>
            <a:graphicFrameLocks noChangeAspect="1"/>
          </p:cNvGraphicFramePr>
          <p:nvPr/>
        </p:nvGraphicFramePr>
        <p:xfrm>
          <a:off x="2147344" y="5373689"/>
          <a:ext cx="8180387" cy="523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78" name="Equation" r:id="rId5" imgW="86563200" imgH="5791200" progId="Equation.DSMT4">
                  <p:embed/>
                </p:oleObj>
              </mc:Choice>
              <mc:Fallback>
                <p:oleObj name="Equation" r:id="rId5" imgW="86563200" imgH="579120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47344" y="5373689"/>
                        <a:ext cx="8180387" cy="523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" name="Object 5"/>
          <p:cNvGraphicFramePr>
            <a:graphicFrameLocks noChangeAspect="1"/>
          </p:cNvGraphicFramePr>
          <p:nvPr/>
        </p:nvGraphicFramePr>
        <p:xfrm>
          <a:off x="2438799" y="5956169"/>
          <a:ext cx="2227263" cy="428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79" name="Equation" r:id="rId7" imgW="20421600" imgH="5486400" progId="Equation.DSMT4">
                  <p:embed/>
                </p:oleObj>
              </mc:Choice>
              <mc:Fallback>
                <p:oleObj name="Equation" r:id="rId7" imgW="20421600" imgH="548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38799" y="5956169"/>
                        <a:ext cx="2227263" cy="4286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" name="Object 4"/>
          <p:cNvGraphicFramePr>
            <a:graphicFrameLocks noChangeAspect="1"/>
          </p:cNvGraphicFramePr>
          <p:nvPr/>
        </p:nvGraphicFramePr>
        <p:xfrm>
          <a:off x="4839494" y="5963845"/>
          <a:ext cx="2513012" cy="48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80" name="Equation" r:id="rId9" imgW="19507200" imgH="5181600" progId="Equation.DSMT4">
                  <p:embed/>
                </p:oleObj>
              </mc:Choice>
              <mc:Fallback>
                <p:oleObj name="Equation" r:id="rId9" imgW="19507200" imgH="518160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39494" y="5963845"/>
                        <a:ext cx="2513012" cy="482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3" name="Rectangle 9"/>
          <p:cNvSpPr>
            <a:spLocks noChangeArrowheads="1"/>
          </p:cNvSpPr>
          <p:nvPr/>
        </p:nvSpPr>
        <p:spPr bwMode="auto">
          <a:xfrm>
            <a:off x="1185838" y="2158703"/>
            <a:ext cx="4910162" cy="525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/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中性点位移：</a:t>
            </a:r>
            <a:r>
              <a:rPr kumimoji="1" lang="en-US" altLang="zh-CN" sz="2800" b="1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kumimoji="1" lang="en-US" altLang="zh-CN" sz="2800" b="1" dirty="0">
                <a:solidFill>
                  <a:srgbClr val="00B0F0"/>
                </a:solidFill>
                <a:latin typeface="Courier New" panose="02070309020205020404" pitchFamily="49" charset="0"/>
                <a:ea typeface="宋体" panose="02010600030101010101" pitchFamily="2" charset="-122"/>
                <a:cs typeface="Times New Roman" panose="02020603050405020304" pitchFamily="18" charset="0"/>
              </a:rPr>
              <a:t>’</a:t>
            </a:r>
            <a:r>
              <a:rPr kumimoji="1"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与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kumimoji="1"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间的电压</a:t>
            </a:r>
            <a:endParaRPr kumimoji="1" lang="zh-CN" altLang="en-US" sz="2800" b="1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4" name="Rectangle 10"/>
          <p:cNvSpPr>
            <a:spLocks noChangeArrowheads="1"/>
          </p:cNvSpPr>
          <p:nvPr/>
        </p:nvSpPr>
        <p:spPr bwMode="auto">
          <a:xfrm>
            <a:off x="1219284" y="4241640"/>
            <a:ext cx="5849976" cy="525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/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相和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相白炽灯泡上的电压分别为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1310677" y="5848765"/>
            <a:ext cx="1263785" cy="525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/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因此，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6" name="Rectangle 14"/>
          <p:cNvSpPr>
            <a:spLocks noChangeArrowheads="1"/>
          </p:cNvSpPr>
          <p:nvPr/>
        </p:nvSpPr>
        <p:spPr bwMode="auto">
          <a:xfrm>
            <a:off x="1251349" y="6359754"/>
            <a:ext cx="8384846" cy="525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/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若电容元件是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相，则灯泡较亮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相，灯泡较暗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相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77" name="Object 34"/>
          <p:cNvGraphicFramePr>
            <a:graphicFrameLocks noChangeAspect="1"/>
          </p:cNvGraphicFramePr>
          <p:nvPr/>
        </p:nvGraphicFramePr>
        <p:xfrm>
          <a:off x="1802058" y="2553168"/>
          <a:ext cx="896937" cy="715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81" name="Equation" r:id="rId11" imgW="12192000" imgH="9753600" progId="Equation.DSMT4">
                  <p:embed/>
                </p:oleObj>
              </mc:Choice>
              <mc:Fallback>
                <p:oleObj name="Equation" r:id="rId11" imgW="12192000" imgH="97536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2058" y="2553168"/>
                        <a:ext cx="896937" cy="7159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219284" y="2625890"/>
            <a:ext cx="609129" cy="525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/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若</a:t>
            </a:r>
            <a:endParaRPr kumimoji="1" lang="zh-CN" altLang="en-US" sz="2800" b="1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8" name="Object 41"/>
          <p:cNvGraphicFramePr>
            <a:graphicFrameLocks noChangeAspect="1"/>
          </p:cNvGraphicFramePr>
          <p:nvPr/>
        </p:nvGraphicFramePr>
        <p:xfrm>
          <a:off x="7392144" y="1044706"/>
          <a:ext cx="4175125" cy="189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1282" name="Visio" r:id="rId13" imgW="5791200" imgH="2628900" progId="Visio.Drawing.11">
                  <p:embed/>
                </p:oleObj>
              </mc:Choice>
              <mc:Fallback>
                <p:oleObj name="Visio" r:id="rId13" imgW="5791200" imgH="2628900" progId="Visio.Drawing.11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2144" y="1044706"/>
                        <a:ext cx="4175125" cy="1893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9" name="Group 53"/>
          <p:cNvGrpSpPr/>
          <p:nvPr/>
        </p:nvGrpSpPr>
        <p:grpSpPr bwMode="auto">
          <a:xfrm>
            <a:off x="407368" y="2681923"/>
            <a:ext cx="679450" cy="558800"/>
            <a:chOff x="340" y="512"/>
            <a:chExt cx="428" cy="352"/>
          </a:xfrm>
        </p:grpSpPr>
        <p:sp>
          <p:nvSpPr>
            <p:cNvPr id="40" name="Oval 54" descr="40%"/>
            <p:cNvSpPr>
              <a:spLocks noChangeArrowheads="1"/>
            </p:cNvSpPr>
            <p:nvPr/>
          </p:nvSpPr>
          <p:spPr bwMode="auto">
            <a:xfrm>
              <a:off x="340" y="512"/>
              <a:ext cx="428" cy="352"/>
            </a:xfrm>
            <a:prstGeom prst="ellipse">
              <a:avLst/>
            </a:prstGeom>
            <a:blipFill dpi="0" rotWithShape="0">
              <a:blip r:embed="rId15"/>
              <a:srcRect/>
              <a:tile tx="0" ty="0" sx="100000" sy="100000" flip="none" algn="tl"/>
            </a:blipFill>
            <a:ln w="38100">
              <a:solidFill>
                <a:srgbClr val="FF0000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/>
            </a:p>
          </p:txBody>
        </p:sp>
        <p:sp>
          <p:nvSpPr>
            <p:cNvPr id="41" name="Rectangle 55"/>
            <p:cNvSpPr>
              <a:spLocks noChangeArrowheads="1"/>
            </p:cNvSpPr>
            <p:nvPr/>
          </p:nvSpPr>
          <p:spPr bwMode="auto">
            <a:xfrm>
              <a:off x="386" y="519"/>
              <a:ext cx="34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2075" tIns="46038" rIns="92075" bIns="46038">
              <a:spAutoFit/>
            </a:bodyPr>
            <a:lstStyle>
              <a:lvl1pPr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800" b="1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kern="0" dirty="0">
                  <a:solidFill>
                    <a:srgbClr val="000000"/>
                  </a:solidFill>
                </a:rPr>
                <a:t>例</a:t>
              </a:r>
              <a:endParaRPr lang="zh-CN" altLang="en-US" kern="0" dirty="0">
                <a:solidFill>
                  <a:srgbClr val="000000"/>
                </a:solidFill>
              </a:endParaRPr>
            </a:p>
          </p:txBody>
        </p:sp>
      </p:grpSp>
      <p:sp>
        <p:nvSpPr>
          <p:cNvPr id="42" name="Rectangle 20"/>
          <p:cNvSpPr>
            <a:spLocks noChangeArrowheads="1"/>
          </p:cNvSpPr>
          <p:nvPr/>
        </p:nvSpPr>
        <p:spPr bwMode="auto">
          <a:xfrm>
            <a:off x="839416" y="1682081"/>
            <a:ext cx="30239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2. </a:t>
            </a:r>
            <a:r>
              <a:rPr lang="zh-CN" altLang="en-US" sz="2800" kern="0" dirty="0">
                <a:solidFill>
                  <a:srgbClr val="0000FF"/>
                </a:solidFill>
                <a:latin typeface="宋体" panose="02010600030101010101" pitchFamily="2" charset="-122"/>
              </a:rPr>
              <a:t>相序器的原理：</a:t>
            </a:r>
            <a:endParaRPr lang="zh-CN" altLang="en-US" sz="2800" kern="0" dirty="0">
              <a:latin typeface="宋体" panose="02010600030101010101" pitchFamily="2" charset="-122"/>
            </a:endParaRPr>
          </a:p>
        </p:txBody>
      </p:sp>
      <p:sp>
        <p:nvSpPr>
          <p:cNvPr id="43" name="Rectangle 4"/>
          <p:cNvSpPr>
            <a:spLocks noChangeArrowheads="1"/>
          </p:cNvSpPr>
          <p:nvPr/>
        </p:nvSpPr>
        <p:spPr bwMode="auto">
          <a:xfrm>
            <a:off x="983060" y="980728"/>
            <a:ext cx="312737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9.2.4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相序测定器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4" name="Group 7"/>
          <p:cNvGrpSpPr/>
          <p:nvPr/>
        </p:nvGrpSpPr>
        <p:grpSpPr bwMode="auto">
          <a:xfrm>
            <a:off x="905273" y="1483990"/>
            <a:ext cx="3205163" cy="171450"/>
            <a:chOff x="288" y="576"/>
            <a:chExt cx="2019" cy="108"/>
          </a:xfrm>
        </p:grpSpPr>
        <p:pic>
          <p:nvPicPr>
            <p:cNvPr id="45" name="Picture 8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" name="Picture 9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10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11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9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0" name="Picture 16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17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18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19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0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1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2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23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24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25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26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7" descr="Green and Black Diamon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  <p:bldP spid="75" grpId="0"/>
      <p:bldP spid="76" grpId="0"/>
      <p:bldP spid="78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1271464" y="980728"/>
            <a:ext cx="10297143" cy="43204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lvl="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9.3.1   </a:t>
            </a:r>
            <a:r>
              <a:rPr lang="zh-CN" altLang="en-US" sz="2800" b="1" dirty="0">
                <a:latin typeface="Arial" panose="020B0604020202020204"/>
                <a:ea typeface="华文中宋" panose="02010600040101010101" pitchFamily="2" charset="-122"/>
              </a:rPr>
              <a:t>三相电路功率的基本概念</a:t>
            </a:r>
            <a:endParaRPr lang="en-US" altLang="zh-CN" sz="2800" b="1" dirty="0">
              <a:latin typeface="Arial" panose="020B0604020202020204"/>
              <a:ea typeface="华文中宋" panose="02010600040101010101" pitchFamily="2" charset="-122"/>
            </a:endParaRPr>
          </a:p>
          <a:p>
            <a:pPr lvl="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9.3.2   </a:t>
            </a:r>
            <a:r>
              <a:rPr lang="zh-CN" altLang="en-US" sz="2800" b="1" dirty="0">
                <a:latin typeface="Arial" panose="020B0604020202020204"/>
                <a:ea typeface="华文中宋" panose="02010600040101010101" pitchFamily="2" charset="-122"/>
              </a:rPr>
              <a:t>三相电路功率的测量</a:t>
            </a:r>
            <a:endParaRPr lang="en-US" altLang="zh-CN" sz="2800" b="1" dirty="0">
              <a:latin typeface="Arial" panose="020B0604020202020204"/>
              <a:ea typeface="华文中宋" panose="02010600040101010101" pitchFamily="2" charset="-122"/>
            </a:endParaRPr>
          </a:p>
          <a:p>
            <a:pPr lvl="0" indent="62738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000000"/>
                </a:solidFill>
                <a:ea typeface="华文中宋" panose="02010600040101010101" pitchFamily="2" charset="-122"/>
              </a:rPr>
              <a:t>9.3.2.0   </a:t>
            </a:r>
            <a:r>
              <a:rPr lang="zh-CN" altLang="en-US" sz="2800" b="1" dirty="0">
                <a:solidFill>
                  <a:srgbClr val="000000"/>
                </a:solidFill>
                <a:ea typeface="华文中宋" panose="02010600040101010101" pitchFamily="2" charset="-122"/>
              </a:rPr>
              <a:t>功率表</a:t>
            </a:r>
            <a:endParaRPr lang="en-US" altLang="zh-CN" sz="2800" b="1" dirty="0">
              <a:solidFill>
                <a:srgbClr val="000000"/>
              </a:solidFill>
              <a:ea typeface="华文中宋" panose="02010600040101010101" pitchFamily="2" charset="-122"/>
            </a:endParaRPr>
          </a:p>
          <a:p>
            <a:pPr lvl="0" indent="62738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FF00FF"/>
                </a:solidFill>
                <a:ea typeface="华文中宋" panose="02010600040101010101" pitchFamily="2" charset="-122"/>
              </a:rPr>
              <a:t>9.3.2.1   </a:t>
            </a:r>
            <a:r>
              <a:rPr lang="zh-CN" altLang="en-US" sz="2800" b="1" dirty="0">
                <a:solidFill>
                  <a:srgbClr val="FF00FF"/>
                </a:solidFill>
                <a:ea typeface="华文中宋" panose="02010600040101010101" pitchFamily="2" charset="-122"/>
              </a:rPr>
              <a:t>一功率表法</a:t>
            </a:r>
            <a:endParaRPr lang="en-US" altLang="zh-CN" sz="2800" b="1" dirty="0">
              <a:solidFill>
                <a:srgbClr val="FF00FF"/>
              </a:solidFill>
              <a:ea typeface="华文中宋" panose="02010600040101010101" pitchFamily="2" charset="-122"/>
            </a:endParaRPr>
          </a:p>
          <a:p>
            <a:pPr lvl="0" indent="62738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FF00FF"/>
                </a:solidFill>
                <a:ea typeface="华文中宋" panose="02010600040101010101" pitchFamily="2" charset="-122"/>
              </a:rPr>
              <a:t>9.3.2.2   </a:t>
            </a:r>
            <a:r>
              <a:rPr lang="zh-CN" altLang="en-US" sz="2800" b="1" dirty="0">
                <a:solidFill>
                  <a:srgbClr val="FF00FF"/>
                </a:solidFill>
                <a:ea typeface="华文中宋" panose="02010600040101010101" pitchFamily="2" charset="-122"/>
              </a:rPr>
              <a:t>二功率表法</a:t>
            </a:r>
            <a:endParaRPr lang="en-US" altLang="zh-CN" sz="2800" b="1" dirty="0">
              <a:solidFill>
                <a:srgbClr val="FF00FF"/>
              </a:solidFill>
              <a:ea typeface="华文中宋" panose="02010600040101010101" pitchFamily="2" charset="-122"/>
            </a:endParaRPr>
          </a:p>
          <a:p>
            <a:pPr indent="62738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r>
              <a:rPr lang="en-US" altLang="zh-CN" sz="2800" b="1" dirty="0">
                <a:solidFill>
                  <a:srgbClr val="000000"/>
                </a:solidFill>
                <a:ea typeface="华文中宋" panose="02010600040101010101" pitchFamily="2" charset="-122"/>
              </a:rPr>
              <a:t>9.3.2.2   </a:t>
            </a:r>
            <a:r>
              <a:rPr lang="zh-CN" altLang="en-US" sz="2800" b="1" dirty="0">
                <a:solidFill>
                  <a:srgbClr val="000000"/>
                </a:solidFill>
                <a:ea typeface="华文中宋" panose="02010600040101010101" pitchFamily="2" charset="-122"/>
              </a:rPr>
              <a:t>三功率表法</a:t>
            </a:r>
            <a:endParaRPr lang="en-US" altLang="zh-CN" sz="2800" b="1" dirty="0">
              <a:solidFill>
                <a:srgbClr val="000000"/>
              </a:solidFill>
              <a:ea typeface="华文中宋" panose="02010600040101010101" pitchFamily="2" charset="-122"/>
            </a:endParaRPr>
          </a:p>
          <a:p>
            <a:pPr lvl="0" eaLnBrk="1" hangingPunct="1">
              <a:lnSpc>
                <a:spcPct val="150000"/>
              </a:lnSpc>
              <a:spcBef>
                <a:spcPts val="600"/>
              </a:spcBef>
              <a:buSzPct val="120000"/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6" name="Rectangle 25"/>
          <p:cNvSpPr>
            <a:spLocks noChangeArrowheads="1"/>
          </p:cNvSpPr>
          <p:nvPr/>
        </p:nvSpPr>
        <p:spPr bwMode="auto">
          <a:xfrm>
            <a:off x="1271464" y="3014341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7891" name="Object 26"/>
          <p:cNvGraphicFramePr>
            <a:graphicFrameLocks noChangeAspect="1"/>
          </p:cNvGraphicFramePr>
          <p:nvPr/>
        </p:nvGraphicFramePr>
        <p:xfrm>
          <a:off x="2523331" y="4040189"/>
          <a:ext cx="5876925" cy="522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4672" name="Equation" r:id="rId1" imgW="68580000" imgH="6096000" progId="Equation.DSMT4">
                  <p:embed/>
                </p:oleObj>
              </mc:Choice>
              <mc:Fallback>
                <p:oleObj name="Equation" r:id="rId1" imgW="68580000" imgH="60960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23331" y="4040189"/>
                        <a:ext cx="5876925" cy="5222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0797" name="Rectangle 29"/>
          <p:cNvSpPr>
            <a:spLocks noChangeArrowheads="1"/>
          </p:cNvSpPr>
          <p:nvPr/>
        </p:nvSpPr>
        <p:spPr bwMode="auto">
          <a:xfrm>
            <a:off x="1784309" y="4561060"/>
            <a:ext cx="54534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则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3" name="Rectangle 3"/>
          <p:cNvSpPr>
            <a:spLocks noChangeArrowheads="1"/>
          </p:cNvSpPr>
          <p:nvPr/>
        </p:nvSpPr>
        <p:spPr bwMode="auto">
          <a:xfrm>
            <a:off x="839416" y="1628800"/>
            <a:ext cx="10801200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三相电路的瞬时功率：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三相电源或三相负载的瞬时功率等于各相瞬时功率之和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18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25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7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9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5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30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1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8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0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9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2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1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55" name="Object 5"/>
          <p:cNvGraphicFramePr>
            <a:graphicFrameLocks noChangeAspect="1"/>
          </p:cNvGraphicFramePr>
          <p:nvPr/>
        </p:nvGraphicFramePr>
        <p:xfrm>
          <a:off x="3210124" y="2636936"/>
          <a:ext cx="2073275" cy="418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4673" name="Equation" r:id="rId4" imgW="27127200" imgH="5486400" progId="Equation.DSMT4">
                  <p:embed/>
                </p:oleObj>
              </mc:Choice>
              <mc:Fallback>
                <p:oleObj name="Equation" r:id="rId4" imgW="27127200" imgH="548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10124" y="2636936"/>
                        <a:ext cx="2073275" cy="418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6" name="Rectangle 25"/>
          <p:cNvSpPr>
            <a:spLocks noChangeArrowheads="1"/>
          </p:cNvSpPr>
          <p:nvPr/>
        </p:nvSpPr>
        <p:spPr bwMode="auto">
          <a:xfrm>
            <a:off x="1779583" y="3540364"/>
            <a:ext cx="57759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设各相电压和电流取一致参考方向 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4" name="Object 16"/>
          <p:cNvGraphicFramePr>
            <a:graphicFrameLocks noChangeAspect="1"/>
          </p:cNvGraphicFramePr>
          <p:nvPr/>
        </p:nvGraphicFramePr>
        <p:xfrm>
          <a:off x="2431554" y="4569396"/>
          <a:ext cx="7408862" cy="23034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4674" name="Equation" r:id="rId6" imgW="78028800" imgH="24384000" progId="Equation.DSMT4">
                  <p:embed/>
                </p:oleObj>
              </mc:Choice>
              <mc:Fallback>
                <p:oleObj name="Equation" r:id="rId6" imgW="78028800" imgH="243840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31554" y="4569396"/>
                        <a:ext cx="7408862" cy="23034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7" name="Object 10"/>
          <p:cNvGraphicFramePr>
            <a:graphicFrameLocks noChangeAspect="1"/>
          </p:cNvGraphicFramePr>
          <p:nvPr/>
        </p:nvGraphicFramePr>
        <p:xfrm>
          <a:off x="8280388" y="1037357"/>
          <a:ext cx="3812551" cy="56488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4675" name="Equation" r:id="rId8" imgW="61874400" imgH="9753600" progId="Equation.DSMT4">
                  <p:embed/>
                </p:oleObj>
              </mc:Choice>
              <mc:Fallback>
                <p:oleObj name="Equation" r:id="rId8" imgW="61874400" imgH="97536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80388" y="1037357"/>
                        <a:ext cx="3812551" cy="564889"/>
                      </a:xfrm>
                      <a:prstGeom prst="rect">
                        <a:avLst/>
                      </a:prstGeom>
                      <a:pattFill prst="pct75">
                        <a:fgClr>
                          <a:srgbClr val="FFFF99"/>
                        </a:fgClr>
                        <a:bgClr>
                          <a:schemeClr val="bg1"/>
                        </a:bgClr>
                      </a:pattFill>
                      <a:ln w="38100">
                        <a:solidFill>
                          <a:srgbClr val="00B05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7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7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60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896" grpId="0"/>
      <p:bldP spid="160797" grpId="0"/>
      <p:bldP spid="13" grpId="0"/>
      <p:bldP spid="56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6" name="Rectangle 25"/>
          <p:cNvSpPr>
            <a:spLocks noChangeArrowheads="1"/>
          </p:cNvSpPr>
          <p:nvPr/>
        </p:nvSpPr>
        <p:spPr bwMode="auto">
          <a:xfrm>
            <a:off x="1271464" y="3014341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3" name="Rectangle 3"/>
          <p:cNvSpPr>
            <a:spLocks noChangeArrowheads="1"/>
          </p:cNvSpPr>
          <p:nvPr/>
        </p:nvSpPr>
        <p:spPr bwMode="auto">
          <a:xfrm>
            <a:off x="839416" y="1628800"/>
            <a:ext cx="10801200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三相电路的瞬时功率：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三相电源或三相负载的瞬时功率等于各相瞬时功率之和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18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25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7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9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5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30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1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8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0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9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2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1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55" name="Object 5"/>
          <p:cNvGraphicFramePr>
            <a:graphicFrameLocks noChangeAspect="1"/>
          </p:cNvGraphicFramePr>
          <p:nvPr/>
        </p:nvGraphicFramePr>
        <p:xfrm>
          <a:off x="3210124" y="2636936"/>
          <a:ext cx="2073275" cy="418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9442" name="Equation" r:id="rId2" imgW="27127200" imgH="5486400" progId="Equation.DSMT4">
                  <p:embed/>
                </p:oleObj>
              </mc:Choice>
              <mc:Fallback>
                <p:oleObj name="Equation" r:id="rId2" imgW="27127200" imgH="548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10124" y="2636936"/>
                        <a:ext cx="2073275" cy="418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7" name="Object 16"/>
          <p:cNvGraphicFramePr>
            <a:graphicFrameLocks noChangeAspect="1"/>
          </p:cNvGraphicFramePr>
          <p:nvPr/>
        </p:nvGraphicFramePr>
        <p:xfrm>
          <a:off x="1817092" y="3537561"/>
          <a:ext cx="6278563" cy="1670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9443" name="Equation" r:id="rId4" imgW="66141600" imgH="17678400" progId="Equation.DSMT4">
                  <p:embed/>
                </p:oleObj>
              </mc:Choice>
              <mc:Fallback>
                <p:oleObj name="Equation" r:id="rId4" imgW="66141600" imgH="176784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17092" y="3537561"/>
                        <a:ext cx="6278563" cy="1670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8" name="Object 18"/>
          <p:cNvGraphicFramePr>
            <a:graphicFrameLocks noChangeAspect="1"/>
          </p:cNvGraphicFramePr>
          <p:nvPr/>
        </p:nvGraphicFramePr>
        <p:xfrm>
          <a:off x="1792326" y="5303536"/>
          <a:ext cx="8870950" cy="503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9444" name="Equation" r:id="rId6" imgW="96012000" imgH="5486400" progId="Equation.DSMT4">
                  <p:embed/>
                </p:oleObj>
              </mc:Choice>
              <mc:Fallback>
                <p:oleObj name="Equation" r:id="rId6" imgW="96012000" imgH="54864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92326" y="5303536"/>
                        <a:ext cx="8870950" cy="503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9" name="Object 20"/>
          <p:cNvGraphicFramePr>
            <a:graphicFrameLocks noChangeAspect="1"/>
          </p:cNvGraphicFramePr>
          <p:nvPr/>
        </p:nvGraphicFramePr>
        <p:xfrm>
          <a:off x="1739306" y="5902699"/>
          <a:ext cx="2949575" cy="517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99445" name="Equation" r:id="rId8" imgW="30480000" imgH="5486400" progId="Equation.DSMT4">
                  <p:embed/>
                </p:oleObj>
              </mc:Choice>
              <mc:Fallback>
                <p:oleObj name="Equation" r:id="rId8" imgW="30480000" imgH="5486400" progId="Equation.DSMT4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39306" y="5902699"/>
                        <a:ext cx="2949575" cy="517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6" name="Rectangle 25"/>
          <p:cNvSpPr>
            <a:spLocks noChangeArrowheads="1"/>
          </p:cNvSpPr>
          <p:nvPr/>
        </p:nvSpPr>
        <p:spPr bwMode="auto">
          <a:xfrm>
            <a:off x="1199456" y="2132856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62" name="Object 20"/>
          <p:cNvGraphicFramePr>
            <a:graphicFrameLocks noChangeAspect="1"/>
          </p:cNvGraphicFramePr>
          <p:nvPr/>
        </p:nvGraphicFramePr>
        <p:xfrm>
          <a:off x="4237323" y="2141538"/>
          <a:ext cx="2419350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8161" name="Equation" r:id="rId1" imgW="24993600" imgH="5486400" progId="Equation.DSMT4">
                  <p:embed/>
                </p:oleObj>
              </mc:Choice>
              <mc:Fallback>
                <p:oleObj name="Equation" r:id="rId1" imgW="24993600" imgH="5486400" progId="Equation.DSMT4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37323" y="2141538"/>
                        <a:ext cx="2419350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4" name="Rectangle 3"/>
          <p:cNvSpPr txBox="1">
            <a:spLocks noChangeArrowheads="1"/>
          </p:cNvSpPr>
          <p:nvPr/>
        </p:nvSpPr>
        <p:spPr>
          <a:xfrm>
            <a:off x="1605162" y="2620746"/>
            <a:ext cx="10323486" cy="4264639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3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① 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对称三相电路，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三相电源或三相负载的瞬时功率</a:t>
            </a:r>
            <a:r>
              <a:rPr lang="en-US" altLang="zh-CN" b="1" i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是不随时间变化的常量，其值在任一瞬间都等于一个恒定量，称为“</a:t>
            </a:r>
            <a:r>
              <a:rPr lang="zh-CN" altLang="en-US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瞬时功率平衡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”。 </a:t>
            </a:r>
            <a:endParaRPr lang="en-US" altLang="zh-CN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450850" indent="-45085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②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对于三相发电机或三相电动机，瞬时功率不随时间变化，意味着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机械能与电能之间的转换运行稳定（转换功率不变），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机械转矩不随时间变化，可以避免运转时因转矩变化产生的振动</a:t>
            </a:r>
            <a:endParaRPr lang="en-US" altLang="zh-CN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450850" indent="-450850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zh-CN" altLang="en-US" b="1" kern="0" dirty="0">
                <a:solidFill>
                  <a:srgbClr val="00B0F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③ </a:t>
            </a:r>
            <a:r>
              <a:rPr lang="zh-CN" altLang="en-US" b="1" kern="0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对单相电动机，它的瞬时功率中存在以电源电压频率两倍脉动的成份，所以会引起振动</a:t>
            </a:r>
            <a:endParaRPr lang="zh-CN" altLang="en-US" b="1" kern="0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5" name="Rectangle 5"/>
          <p:cNvSpPr>
            <a:spLocks noChangeArrowheads="1"/>
          </p:cNvSpPr>
          <p:nvPr/>
        </p:nvSpPr>
        <p:spPr bwMode="auto">
          <a:xfrm>
            <a:off x="8562958" y="5340307"/>
            <a:ext cx="1847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56" name="Rectangle 7"/>
          <p:cNvSpPr>
            <a:spLocks noChangeArrowheads="1"/>
          </p:cNvSpPr>
          <p:nvPr/>
        </p:nvSpPr>
        <p:spPr bwMode="auto">
          <a:xfrm>
            <a:off x="8562958" y="5340307"/>
            <a:ext cx="1847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/>
            <a:endParaRPr lang="zh-CN" altLang="en-US"/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0"/>
            <a:ext cx="4329262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1.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三相电路的瞬时功率：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58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9" name="组合 58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60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7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0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3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5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2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1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1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5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3" name="Picture 21" descr="Green and Black Diamon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uiExpand="1" build="p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1"/>
            <a:ext cx="1072919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三相电路的平均功率：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三相电源发出的平均功率或三相负载吸收的平均功率，都等于它的各相平均功率之和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58" name="Object 5"/>
          <p:cNvGraphicFramePr>
            <a:graphicFrameLocks noChangeAspect="1"/>
          </p:cNvGraphicFramePr>
          <p:nvPr/>
        </p:nvGraphicFramePr>
        <p:xfrm>
          <a:off x="1400620" y="2863115"/>
          <a:ext cx="6441583" cy="10077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93279" name="Equation" r:id="rId1" imgW="70104000" imgH="10972800" progId="Equation.DSMT4">
                  <p:embed/>
                </p:oleObj>
              </mc:Choice>
              <mc:Fallback>
                <p:oleObj name="Equation" r:id="rId1" imgW="70104000" imgH="109728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0620" y="2863115"/>
                        <a:ext cx="6441583" cy="10077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9" name="Rectangle 7"/>
          <p:cNvSpPr>
            <a:spLocks noChangeArrowheads="1"/>
          </p:cNvSpPr>
          <p:nvPr/>
        </p:nvSpPr>
        <p:spPr bwMode="auto">
          <a:xfrm>
            <a:off x="1528149" y="4149080"/>
            <a:ext cx="7688300" cy="17281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W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——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相电压有效值，</a:t>
            </a:r>
            <a:endParaRPr lang="en-US" altLang="zh-CN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I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I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</a:rPr>
              <a:t>I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W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  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——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相电流有效值，</a:t>
            </a:r>
            <a:endParaRPr lang="en-US" altLang="zh-CN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i="1" dirty="0"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rPr>
              <a:t>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U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rPr>
              <a:t>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V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</a:rPr>
              <a:t>，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rPr>
              <a:t>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</a:rPr>
              <a:t>W  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——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相电压与相电流之间的相位差</a:t>
            </a:r>
            <a:endParaRPr lang="zh-CN" altLang="en-US" sz="2800" b="1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5" name="组合 54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56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5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7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9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0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1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1"/>
            <a:ext cx="1072919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三相电路的平均功率：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三相电源发出的平均功率或三相负载吸收的平均功率，都等于它的各相平均功率之和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58" name="Object 5"/>
          <p:cNvGraphicFramePr>
            <a:graphicFrameLocks noChangeAspect="1"/>
          </p:cNvGraphicFramePr>
          <p:nvPr/>
        </p:nvGraphicFramePr>
        <p:xfrm>
          <a:off x="1400620" y="2863115"/>
          <a:ext cx="6441583" cy="10077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0399" name="Equation" r:id="rId1" imgW="70104000" imgH="10972800" progId="Equation.DSMT4">
                  <p:embed/>
                </p:oleObj>
              </mc:Choice>
              <mc:Fallback>
                <p:oleObj name="Equation" r:id="rId1" imgW="70104000" imgH="109728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0620" y="2863115"/>
                        <a:ext cx="6441583" cy="100776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5" name="组合 54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56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5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7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9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0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1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" name="Rectangle 25"/>
          <p:cNvSpPr>
            <a:spLocks noChangeArrowheads="1"/>
          </p:cNvSpPr>
          <p:nvPr/>
        </p:nvSpPr>
        <p:spPr bwMode="auto">
          <a:xfrm>
            <a:off x="1343472" y="3933056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4" name="Object 9"/>
          <p:cNvGraphicFramePr>
            <a:graphicFrameLocks noChangeAspect="1"/>
          </p:cNvGraphicFramePr>
          <p:nvPr/>
        </p:nvGraphicFramePr>
        <p:xfrm>
          <a:off x="2619747" y="4539973"/>
          <a:ext cx="2397542" cy="12845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0400" name="Equation" r:id="rId4" imgW="31089600" imgH="16764000" progId="Equation.DSMT4">
                  <p:embed/>
                </p:oleObj>
              </mc:Choice>
              <mc:Fallback>
                <p:oleObj name="Equation" r:id="rId4" imgW="31089600" imgH="16764000" progId="Equation.DSMT4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19747" y="4539973"/>
                        <a:ext cx="2397542" cy="128453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" name="Object 11"/>
          <p:cNvGraphicFramePr>
            <a:graphicFrameLocks noChangeAspect="1"/>
          </p:cNvGraphicFramePr>
          <p:nvPr/>
        </p:nvGraphicFramePr>
        <p:xfrm>
          <a:off x="2051839" y="5997205"/>
          <a:ext cx="2965450" cy="503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0401" name="Equation" r:id="rId6" imgW="32004000" imgH="5486400" progId="Equation.DSMT4">
                  <p:embed/>
                </p:oleObj>
              </mc:Choice>
              <mc:Fallback>
                <p:oleObj name="Equation" r:id="rId6" imgW="32004000" imgH="548640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839" y="5997205"/>
                        <a:ext cx="2965450" cy="503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6" name="Rectangle 25"/>
          <p:cNvSpPr>
            <a:spLocks noChangeArrowheads="1"/>
          </p:cNvSpPr>
          <p:nvPr/>
        </p:nvSpPr>
        <p:spPr bwMode="auto">
          <a:xfrm>
            <a:off x="5732301" y="5987214"/>
            <a:ext cx="3429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相电压</a:t>
            </a:r>
            <a:r>
              <a:rPr lang="en-US" altLang="zh-CN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—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相电流公式</a:t>
            </a:r>
            <a:endParaRPr lang="zh-CN" altLang="en-US" sz="2800" dirty="0">
              <a:solidFill>
                <a:srgbClr val="FF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6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1"/>
            <a:ext cx="4296346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三相电路的平均功率：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58" name="Object 5"/>
          <p:cNvGraphicFramePr>
            <a:graphicFrameLocks noChangeAspect="1"/>
          </p:cNvGraphicFramePr>
          <p:nvPr/>
        </p:nvGraphicFramePr>
        <p:xfrm>
          <a:off x="4884991" y="1735044"/>
          <a:ext cx="6329362" cy="503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1498" name="Equation" r:id="rId1" imgW="68884800" imgH="5486400" progId="Equation.DSMT4">
                  <p:embed/>
                </p:oleObj>
              </mc:Choice>
              <mc:Fallback>
                <p:oleObj name="Equation" r:id="rId1" imgW="68884800" imgH="548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84991" y="1735044"/>
                        <a:ext cx="6329362" cy="503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5" name="组合 54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56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5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7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9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0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1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7" name="Rectangle 25"/>
          <p:cNvSpPr>
            <a:spLocks noChangeArrowheads="1"/>
          </p:cNvSpPr>
          <p:nvPr/>
        </p:nvSpPr>
        <p:spPr bwMode="auto">
          <a:xfrm>
            <a:off x="1197158" y="2132856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" name="Rectangle 25"/>
          <p:cNvSpPr>
            <a:spLocks noChangeArrowheads="1"/>
          </p:cNvSpPr>
          <p:nvPr/>
        </p:nvSpPr>
        <p:spPr bwMode="auto">
          <a:xfrm>
            <a:off x="5995526" y="6002124"/>
            <a:ext cx="3429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</a:t>
            </a: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—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线电流公式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9" name="Rectangle 3"/>
          <p:cNvSpPr txBox="1">
            <a:spLocks noChangeArrowheads="1"/>
          </p:cNvSpPr>
          <p:nvPr/>
        </p:nvSpPr>
        <p:spPr>
          <a:xfrm>
            <a:off x="1745382" y="2630431"/>
            <a:ext cx="2838450" cy="617537"/>
          </a:xfrm>
          <a:prstGeom prst="rect">
            <a:avLst/>
          </a:prstGeo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4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0" indent="0" eaLnBrk="1" hangingPunct="1">
              <a:buNone/>
            </a:pPr>
            <a:r>
              <a:rPr lang="zh-CN" altLang="en-US" b="1" kern="0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① 星形联结</a:t>
            </a:r>
            <a:r>
              <a:rPr lang="zh-CN" altLang="en-US" kern="0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kern="0" dirty="0">
              <a:solidFill>
                <a:srgbClr val="00B0F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0" name="Rectangle 4"/>
          <p:cNvSpPr>
            <a:spLocks noChangeArrowheads="1"/>
          </p:cNvSpPr>
          <p:nvPr/>
        </p:nvSpPr>
        <p:spPr bwMode="auto">
          <a:xfrm>
            <a:off x="1781421" y="3861048"/>
            <a:ext cx="29225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② 三角形联结</a:t>
            </a:r>
            <a:r>
              <a:rPr lang="zh-CN" altLang="en-US" sz="2800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dirty="0">
              <a:solidFill>
                <a:srgbClr val="00B0F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51" name="Object 5"/>
          <p:cNvGraphicFramePr>
            <a:graphicFrameLocks noChangeAspect="1"/>
          </p:cNvGraphicFramePr>
          <p:nvPr/>
        </p:nvGraphicFramePr>
        <p:xfrm>
          <a:off x="2413242" y="3064790"/>
          <a:ext cx="7643198" cy="9402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1499" name="Equation" r:id="rId5" imgW="84429600" imgH="10363200" progId="Equation.DSMT4">
                  <p:embed/>
                </p:oleObj>
              </mc:Choice>
              <mc:Fallback>
                <p:oleObj name="Equation" r:id="rId5" imgW="84429600" imgH="103632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13242" y="3064790"/>
                        <a:ext cx="7643198" cy="9402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2" name="Object 7"/>
          <p:cNvGraphicFramePr>
            <a:graphicFrameLocks noChangeAspect="1"/>
          </p:cNvGraphicFramePr>
          <p:nvPr/>
        </p:nvGraphicFramePr>
        <p:xfrm>
          <a:off x="2427805" y="4293200"/>
          <a:ext cx="7700643" cy="936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1500" name="Equation" r:id="rId7" imgW="85344000" imgH="10363200" progId="Equation.DSMT4">
                  <p:embed/>
                </p:oleObj>
              </mc:Choice>
              <mc:Fallback>
                <p:oleObj name="Equation" r:id="rId7" imgW="85344000" imgH="1036320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27805" y="4293200"/>
                        <a:ext cx="7700643" cy="936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3" name="Rectangle 9"/>
          <p:cNvSpPr>
            <a:spLocks noChangeArrowheads="1"/>
          </p:cNvSpPr>
          <p:nvPr/>
        </p:nvSpPr>
        <p:spPr bwMode="auto">
          <a:xfrm>
            <a:off x="2351584" y="5258486"/>
            <a:ext cx="7732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在对称三相电路中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不论如何连接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平均功率都是</a:t>
            </a:r>
            <a:r>
              <a:rPr lang="zh-CN" altLang="en-US" sz="2800" dirty="0"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59" name="Object 10"/>
          <p:cNvGraphicFramePr>
            <a:graphicFrameLocks noChangeAspect="1"/>
          </p:cNvGraphicFramePr>
          <p:nvPr/>
        </p:nvGraphicFramePr>
        <p:xfrm>
          <a:off x="2423592" y="5888756"/>
          <a:ext cx="3054350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1501" name="Equation" r:id="rId9" imgW="29260800" imgH="6096000" progId="Equation.DSMT4">
                  <p:embed/>
                </p:oleObj>
              </mc:Choice>
              <mc:Fallback>
                <p:oleObj name="Equation" r:id="rId9" imgW="29260800" imgH="60960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23592" y="5888756"/>
                        <a:ext cx="3054350" cy="636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49" grpId="0" build="p"/>
      <p:bldP spid="50" grpId="0"/>
      <p:bldP spid="53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1"/>
            <a:ext cx="4296346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2.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三相电路的平均功率：</a:t>
            </a:r>
            <a:endParaRPr kumimoji="1" lang="zh-CN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aphicFrame>
        <p:nvGraphicFramePr>
          <p:cNvPr id="58" name="Object 5"/>
          <p:cNvGraphicFramePr>
            <a:graphicFrameLocks noChangeAspect="1"/>
          </p:cNvGraphicFramePr>
          <p:nvPr/>
        </p:nvGraphicFramePr>
        <p:xfrm>
          <a:off x="4884991" y="1735044"/>
          <a:ext cx="6329362" cy="503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2386" name="Equation" r:id="rId1" imgW="68884800" imgH="5486400" progId="Equation.DSMT4">
                  <p:embed/>
                </p:oleObj>
              </mc:Choice>
              <mc:Fallback>
                <p:oleObj name="Equation" r:id="rId1" imgW="68884800" imgH="548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84991" y="1735044"/>
                        <a:ext cx="6329362" cy="503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5" name="组合 54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56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5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7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9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1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3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0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2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3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1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7" name="Rectangle 25"/>
          <p:cNvSpPr>
            <a:spLocks noChangeArrowheads="1"/>
          </p:cNvSpPr>
          <p:nvPr/>
        </p:nvSpPr>
        <p:spPr bwMode="auto">
          <a:xfrm>
            <a:off x="1197158" y="2132856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4" name="Rectangle 9"/>
          <p:cNvSpPr>
            <a:spLocks noChangeArrowheads="1"/>
          </p:cNvSpPr>
          <p:nvPr/>
        </p:nvSpPr>
        <p:spPr bwMode="auto">
          <a:xfrm>
            <a:off x="1698176" y="2771163"/>
            <a:ext cx="77327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在对称三相电路中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不论如何连接</a:t>
            </a:r>
            <a:r>
              <a:rPr lang="en-US" altLang="zh-CN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,</a:t>
            </a:r>
            <a:r>
              <a:rPr lang="zh-CN" altLang="en-US" sz="2800" b="1" dirty="0">
                <a:latin typeface="宋体" panose="02010600030101010101" pitchFamily="2" charset="-122"/>
                <a:ea typeface="宋体" panose="02010600030101010101" pitchFamily="2" charset="-122"/>
              </a:rPr>
              <a:t>平均功率都是</a:t>
            </a:r>
            <a:r>
              <a:rPr lang="zh-CN" altLang="en-US" sz="2800" dirty="0"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dirty="0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graphicFrame>
        <p:nvGraphicFramePr>
          <p:cNvPr id="95" name="Object 10"/>
          <p:cNvGraphicFramePr>
            <a:graphicFrameLocks noChangeAspect="1"/>
          </p:cNvGraphicFramePr>
          <p:nvPr/>
        </p:nvGraphicFramePr>
        <p:xfrm>
          <a:off x="2256976" y="3513970"/>
          <a:ext cx="3054350" cy="1241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2387" name="Equation" r:id="rId4" imgW="29260800" imgH="11887200" progId="Equation.DSMT4">
                  <p:embed/>
                </p:oleObj>
              </mc:Choice>
              <mc:Fallback>
                <p:oleObj name="Equation" r:id="rId4" imgW="29260800" imgH="118872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56976" y="3513970"/>
                        <a:ext cx="3054350" cy="1241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6" name="Rectangle 12"/>
          <p:cNvSpPr>
            <a:spLocks noChangeArrowheads="1"/>
          </p:cNvSpPr>
          <p:nvPr/>
        </p:nvSpPr>
        <p:spPr bwMode="auto">
          <a:xfrm>
            <a:off x="1963061" y="5734861"/>
            <a:ext cx="9677555" cy="1078515"/>
          </a:xfrm>
          <a:prstGeom prst="rect">
            <a:avLst/>
          </a:prstGeom>
          <a:noFill/>
          <a:ln w="38100">
            <a:solidFill>
              <a:srgbClr val="FF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i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rPr>
              <a:t></a:t>
            </a:r>
            <a:r>
              <a:rPr lang="en-US" altLang="zh-CN" sz="2800" b="1" baseline="-2500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P</a:t>
            </a:r>
            <a:r>
              <a:rPr lang="zh-CN" altLang="en-US" sz="2800" b="1" dirty="0">
                <a:latin typeface="宋体" panose="02010600030101010101" pitchFamily="2" charset="-122"/>
                <a:ea typeface="楷体_GB2312"/>
              </a:rPr>
              <a:t>为各相电压与相电流的相位差，不是线电压与线电流的相位差，只取决于负载的阻抗，而与负载的连接无关</a:t>
            </a:r>
            <a:endParaRPr lang="zh-CN" altLang="en-US" sz="2800" b="1" dirty="0">
              <a:latin typeface="宋体" panose="02010600030101010101" pitchFamily="2" charset="-122"/>
              <a:ea typeface="楷体_GB2312"/>
            </a:endParaRPr>
          </a:p>
        </p:txBody>
      </p:sp>
      <p:sp>
        <p:nvSpPr>
          <p:cNvPr id="98" name="Rectangle 25"/>
          <p:cNvSpPr>
            <a:spLocks noChangeArrowheads="1"/>
          </p:cNvSpPr>
          <p:nvPr/>
        </p:nvSpPr>
        <p:spPr bwMode="auto">
          <a:xfrm>
            <a:off x="5835208" y="4254645"/>
            <a:ext cx="3429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线电压</a:t>
            </a:r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—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线电流公式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9" name="Rectangle 25"/>
          <p:cNvSpPr>
            <a:spLocks noChangeArrowheads="1"/>
          </p:cNvSpPr>
          <p:nvPr/>
        </p:nvSpPr>
        <p:spPr bwMode="auto">
          <a:xfrm>
            <a:off x="5835208" y="3571448"/>
            <a:ext cx="3429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相电压</a:t>
            </a:r>
            <a:r>
              <a:rPr lang="en-US" altLang="zh-CN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—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相电流公式</a:t>
            </a:r>
            <a:endParaRPr lang="zh-CN" altLang="en-US" sz="2800" dirty="0">
              <a:solidFill>
                <a:srgbClr val="FF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椭圆 99"/>
          <p:cNvSpPr/>
          <p:nvPr/>
        </p:nvSpPr>
        <p:spPr bwMode="auto">
          <a:xfrm>
            <a:off x="4535038" y="3571448"/>
            <a:ext cx="504825" cy="523220"/>
          </a:xfrm>
          <a:prstGeom prst="ellipse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01" name="椭圆 100"/>
          <p:cNvSpPr/>
          <p:nvPr/>
        </p:nvSpPr>
        <p:spPr bwMode="auto">
          <a:xfrm>
            <a:off x="4787450" y="4259536"/>
            <a:ext cx="504825" cy="523220"/>
          </a:xfrm>
          <a:prstGeom prst="ellipse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cxnSp>
        <p:nvCxnSpPr>
          <p:cNvPr id="102" name="直接箭头连接符 101"/>
          <p:cNvCxnSpPr>
            <a:stCxn id="100" idx="3"/>
          </p:cNvCxnSpPr>
          <p:nvPr/>
        </p:nvCxnSpPr>
        <p:spPr bwMode="auto">
          <a:xfrm flipH="1">
            <a:off x="2267149" y="4018044"/>
            <a:ext cx="2341819" cy="2003244"/>
          </a:xfrm>
          <a:prstGeom prst="straightConnector1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03" name="直接箭头连接符 102"/>
          <p:cNvCxnSpPr>
            <a:stCxn id="101" idx="3"/>
          </p:cNvCxnSpPr>
          <p:nvPr/>
        </p:nvCxnSpPr>
        <p:spPr bwMode="auto">
          <a:xfrm flipH="1">
            <a:off x="2267149" y="4706132"/>
            <a:ext cx="2594231" cy="1315156"/>
          </a:xfrm>
          <a:prstGeom prst="straightConnector1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04" name="AutoShape 8" descr="40%"/>
          <p:cNvSpPr>
            <a:spLocks noChangeArrowheads="1"/>
          </p:cNvSpPr>
          <p:nvPr/>
        </p:nvSpPr>
        <p:spPr bwMode="auto">
          <a:xfrm>
            <a:off x="24958" y="5466630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6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  <p:bldP spid="96" grpId="0" animBg="1"/>
      <p:bldP spid="98" grpId="0"/>
      <p:bldP spid="99" grpId="0"/>
      <p:bldP spid="100" grpId="0" animBg="1"/>
      <p:bldP spid="101" grpId="0" animBg="1"/>
      <p:bldP spid="104" grpId="0" animBg="1" autoUpdateAnimBg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0"/>
            <a:ext cx="10801200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三相电路的无功功率：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三相电源或三相负载的无功功率为各相无功功率之和，即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55" name="Object 25"/>
          <p:cNvGraphicFramePr>
            <a:graphicFrameLocks noChangeAspect="1"/>
          </p:cNvGraphicFramePr>
          <p:nvPr/>
        </p:nvGraphicFramePr>
        <p:xfrm>
          <a:off x="1771088" y="2732838"/>
          <a:ext cx="6092825" cy="946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2807" name="Equation" r:id="rId1" imgW="69494400" imgH="10972800" progId="Equation.DSMT4">
                  <p:embed/>
                </p:oleObj>
              </mc:Choice>
              <mc:Fallback>
                <p:oleObj name="Equation" r:id="rId1" imgW="69494400" imgH="109728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71088" y="2732838"/>
                        <a:ext cx="6092825" cy="9461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2" name="Rectangle 25"/>
          <p:cNvSpPr>
            <a:spLocks noChangeArrowheads="1"/>
          </p:cNvSpPr>
          <p:nvPr/>
        </p:nvSpPr>
        <p:spPr bwMode="auto">
          <a:xfrm>
            <a:off x="1293309" y="3759198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65" name="组合 64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66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72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6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8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9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0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7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1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3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5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6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7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7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9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0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8" name="Picture 21" descr="Green and Black Diamon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1" name="Object 28"/>
          <p:cNvGraphicFramePr>
            <a:graphicFrameLocks noChangeAspect="1"/>
          </p:cNvGraphicFramePr>
          <p:nvPr/>
        </p:nvGraphicFramePr>
        <p:xfrm>
          <a:off x="2297758" y="4338638"/>
          <a:ext cx="4927600" cy="5794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2808" name="Equation" r:id="rId4" imgW="51816000" imgH="6096000" progId="Equation.DSMT4">
                  <p:embed/>
                </p:oleObj>
              </mc:Choice>
              <mc:Fallback>
                <p:oleObj name="Equation" r:id="rId4" imgW="51816000" imgH="60960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97758" y="4338638"/>
                        <a:ext cx="4927600" cy="57943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" name="Rectangle 12"/>
          <p:cNvSpPr>
            <a:spLocks noChangeArrowheads="1"/>
          </p:cNvSpPr>
          <p:nvPr/>
        </p:nvSpPr>
        <p:spPr bwMode="auto">
          <a:xfrm>
            <a:off x="1963061" y="5733255"/>
            <a:ext cx="9677555" cy="1078515"/>
          </a:xfrm>
          <a:prstGeom prst="rect">
            <a:avLst/>
          </a:prstGeom>
          <a:noFill/>
          <a:ln w="38100">
            <a:solidFill>
              <a:srgbClr val="FF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i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rPr>
              <a:t></a:t>
            </a:r>
            <a:r>
              <a:rPr lang="en-US" altLang="zh-CN" sz="2800" b="1" baseline="-2500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P</a:t>
            </a:r>
            <a:r>
              <a:rPr lang="zh-CN" altLang="en-US" sz="2800" b="1" dirty="0">
                <a:latin typeface="宋体" panose="02010600030101010101" pitchFamily="2" charset="-122"/>
                <a:ea typeface="楷体_GB2312"/>
              </a:rPr>
              <a:t>为各相电压与相电流的相位差，不是线电压与线电流的相位差，只取决于负载的阻抗，而与负载的连接无关</a:t>
            </a:r>
            <a:endParaRPr lang="zh-CN" altLang="en-US" sz="2800" b="1" dirty="0">
              <a:latin typeface="宋体" panose="02010600030101010101" pitchFamily="2" charset="-122"/>
              <a:ea typeface="楷体_GB2312"/>
            </a:endParaRPr>
          </a:p>
        </p:txBody>
      </p:sp>
      <p:sp>
        <p:nvSpPr>
          <p:cNvPr id="104" name="椭圆 103"/>
          <p:cNvSpPr/>
          <p:nvPr/>
        </p:nvSpPr>
        <p:spPr bwMode="auto">
          <a:xfrm>
            <a:off x="4269432" y="4418496"/>
            <a:ext cx="504825" cy="523220"/>
          </a:xfrm>
          <a:prstGeom prst="ellipse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05" name="椭圆 104"/>
          <p:cNvSpPr/>
          <p:nvPr/>
        </p:nvSpPr>
        <p:spPr bwMode="auto">
          <a:xfrm>
            <a:off x="6730940" y="4437595"/>
            <a:ext cx="504825" cy="523220"/>
          </a:xfrm>
          <a:prstGeom prst="ellipse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cxnSp>
        <p:nvCxnSpPr>
          <p:cNvPr id="106" name="直接箭头连接符 105"/>
          <p:cNvCxnSpPr>
            <a:stCxn id="104" idx="3"/>
          </p:cNvCxnSpPr>
          <p:nvPr/>
        </p:nvCxnSpPr>
        <p:spPr bwMode="auto">
          <a:xfrm flipH="1">
            <a:off x="2297758" y="4865092"/>
            <a:ext cx="2045604" cy="1156196"/>
          </a:xfrm>
          <a:prstGeom prst="straightConnector1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07" name="直接箭头连接符 106"/>
          <p:cNvCxnSpPr>
            <a:stCxn id="105" idx="3"/>
          </p:cNvCxnSpPr>
          <p:nvPr/>
        </p:nvCxnSpPr>
        <p:spPr bwMode="auto">
          <a:xfrm flipH="1">
            <a:off x="2297758" y="4884191"/>
            <a:ext cx="4507112" cy="1137097"/>
          </a:xfrm>
          <a:prstGeom prst="straightConnector1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08" name="AutoShape 8" descr="40%"/>
          <p:cNvSpPr>
            <a:spLocks noChangeArrowheads="1"/>
          </p:cNvSpPr>
          <p:nvPr/>
        </p:nvSpPr>
        <p:spPr bwMode="auto">
          <a:xfrm>
            <a:off x="24958" y="5466630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6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2" grpId="0"/>
      <p:bldP spid="102" grpId="0" animBg="1"/>
      <p:bldP spid="104" grpId="0" animBg="1"/>
      <p:bldP spid="105" grpId="0" animBg="1"/>
      <p:bldP spid="108" grpId="0" animBg="1" autoUpdateAnimBg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0"/>
            <a:ext cx="4275708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4.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三相电路的表观功率：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62" name="Rectangle 25"/>
          <p:cNvSpPr>
            <a:spLocks noChangeArrowheads="1"/>
          </p:cNvSpPr>
          <p:nvPr/>
        </p:nvSpPr>
        <p:spPr bwMode="auto">
          <a:xfrm>
            <a:off x="1234133" y="4221088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76" name="Object 31"/>
          <p:cNvGraphicFramePr>
            <a:graphicFrameLocks noChangeAspect="1"/>
          </p:cNvGraphicFramePr>
          <p:nvPr/>
        </p:nvGraphicFramePr>
        <p:xfrm>
          <a:off x="2397142" y="2393707"/>
          <a:ext cx="2052637" cy="6207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3930" name="Equation" r:id="rId1" imgW="21945600" imgH="6705600" progId="Equation.DSMT4">
                  <p:embed/>
                </p:oleObj>
              </mc:Choice>
              <mc:Fallback>
                <p:oleObj name="Equation" r:id="rId1" imgW="21945600" imgH="67056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97142" y="2393707"/>
                        <a:ext cx="2052637" cy="6207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7" name="Object 33"/>
          <p:cNvGraphicFramePr>
            <a:graphicFrameLocks noChangeAspect="1"/>
          </p:cNvGraphicFramePr>
          <p:nvPr/>
        </p:nvGraphicFramePr>
        <p:xfrm>
          <a:off x="2350493" y="4901741"/>
          <a:ext cx="3079750" cy="574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3931" name="Equation" r:id="rId3" imgW="32613600" imgH="6096000" progId="Equation.DSMT4">
                  <p:embed/>
                </p:oleObj>
              </mc:Choice>
              <mc:Fallback>
                <p:oleObj name="Equation" r:id="rId3" imgW="32613600" imgH="60960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50493" y="4901741"/>
                        <a:ext cx="3079750" cy="5746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4" name="Object 25"/>
          <p:cNvGraphicFramePr>
            <a:graphicFrameLocks noChangeAspect="1"/>
          </p:cNvGraphicFramePr>
          <p:nvPr/>
        </p:nvGraphicFramePr>
        <p:xfrm>
          <a:off x="2397142" y="3421094"/>
          <a:ext cx="2955924" cy="58142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3932" name="Equation" r:id="rId5" imgW="27432000" imgH="5486400" progId="Equation.DSMT4">
                  <p:embed/>
                </p:oleObj>
              </mc:Choice>
              <mc:Fallback>
                <p:oleObj name="Equation" r:id="rId5" imgW="27432000" imgH="54864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97142" y="3421094"/>
                        <a:ext cx="2955924" cy="581429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55" name="Rectangle 25"/>
          <p:cNvSpPr>
            <a:spLocks noChangeArrowheads="1"/>
          </p:cNvSpPr>
          <p:nvPr/>
        </p:nvSpPr>
        <p:spPr bwMode="auto">
          <a:xfrm>
            <a:off x="1234133" y="2446867"/>
            <a:ext cx="90601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定义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8" name="组合 57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59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6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7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4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5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6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1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1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3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1" name="Picture 21" descr="Green and Black Diamon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46" name="Object 31"/>
          <p:cNvGraphicFramePr>
            <a:graphicFrameLocks noChangeAspect="1"/>
          </p:cNvGraphicFramePr>
          <p:nvPr/>
        </p:nvGraphicFramePr>
        <p:xfrm>
          <a:off x="4613543" y="2364328"/>
          <a:ext cx="5588000" cy="733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3933" name="Equation" r:id="rId8" imgW="59740800" imgH="7924800" progId="Equation.DSMT4">
                  <p:embed/>
                </p:oleObj>
              </mc:Choice>
              <mc:Fallback>
                <p:oleObj name="Equation" r:id="rId8" imgW="59740800" imgH="79248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13543" y="2364328"/>
                        <a:ext cx="5588000" cy="7334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7" name="Object 31"/>
          <p:cNvGraphicFramePr>
            <a:graphicFrameLocks noChangeAspect="1"/>
          </p:cNvGraphicFramePr>
          <p:nvPr/>
        </p:nvGraphicFramePr>
        <p:xfrm>
          <a:off x="5461199" y="3353236"/>
          <a:ext cx="5302250" cy="649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3934" name="Equation" r:id="rId10" imgW="56692800" imgH="7010400" progId="Equation.DSMT4">
                  <p:embed/>
                </p:oleObj>
              </mc:Choice>
              <mc:Fallback>
                <p:oleObj name="Equation" r:id="rId10" imgW="56692800" imgH="70104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61199" y="3353236"/>
                        <a:ext cx="5302250" cy="6492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2" grpId="0"/>
      <p:bldP spid="55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0"/>
            <a:ext cx="4227880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5. 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三相电路的功率因数：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62" name="Rectangle 25"/>
          <p:cNvSpPr>
            <a:spLocks noChangeArrowheads="1"/>
          </p:cNvSpPr>
          <p:nvPr/>
        </p:nvSpPr>
        <p:spPr bwMode="auto">
          <a:xfrm>
            <a:off x="1183987" y="3049796"/>
            <a:ext cx="28584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对称三相电路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4" name="Object 37"/>
          <p:cNvGraphicFramePr>
            <a:graphicFrameLocks noChangeAspect="1"/>
          </p:cNvGraphicFramePr>
          <p:nvPr/>
        </p:nvGraphicFramePr>
        <p:xfrm>
          <a:off x="1647636" y="2097704"/>
          <a:ext cx="1557338" cy="89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4826" name="Equation" r:id="rId1" imgW="16764000" imgH="9753600" progId="Equation.DSMT4">
                  <p:embed/>
                </p:oleObj>
              </mc:Choice>
              <mc:Fallback>
                <p:oleObj name="Equation" r:id="rId1" imgW="16764000" imgH="97536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47636" y="2097704"/>
                        <a:ext cx="1557338" cy="8985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6" name="Object 27"/>
          <p:cNvGraphicFramePr>
            <a:graphicFrameLocks noChangeAspect="1"/>
          </p:cNvGraphicFramePr>
          <p:nvPr/>
        </p:nvGraphicFramePr>
        <p:xfrm>
          <a:off x="1755359" y="3592336"/>
          <a:ext cx="4784725" cy="1055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04827" name="Equation" r:id="rId3" imgW="52730400" imgH="11582400" progId="Equation.DSMT4">
                  <p:embed/>
                </p:oleObj>
              </mc:Choice>
              <mc:Fallback>
                <p:oleObj name="Equation" r:id="rId3" imgW="52730400" imgH="115824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55359" y="3592336"/>
                        <a:ext cx="4784725" cy="1055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8" name="Rectangle 29"/>
          <p:cNvSpPr>
            <a:spLocks noChangeArrowheads="1"/>
          </p:cNvSpPr>
          <p:nvPr/>
        </p:nvSpPr>
        <p:spPr bwMode="auto">
          <a:xfrm>
            <a:off x="1774577" y="4652786"/>
            <a:ext cx="9866039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 b="1" u="sng">
                <a:solidFill>
                  <a:srgbClr val="0066FF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450850" indent="-450850">
              <a:lnSpc>
                <a:spcPct val="120000"/>
              </a:lnSpc>
              <a:spcBef>
                <a:spcPct val="0"/>
              </a:spcBef>
              <a:buClrTx/>
              <a:buSzTx/>
              <a:buNone/>
            </a:pPr>
            <a:r>
              <a:rPr lang="zh-CN" altLang="en-US" sz="2800" u="none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 对称三相电路</a:t>
            </a:r>
            <a:r>
              <a:rPr lang="zh-CN" altLang="en-US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，功率因数角</a:t>
            </a:r>
            <a:r>
              <a:rPr lang="zh-CN" altLang="en-US" sz="2800" i="1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</a:t>
            </a:r>
            <a:r>
              <a:rPr lang="en-US" altLang="zh-CN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'</a:t>
            </a:r>
            <a:r>
              <a:rPr lang="zh-CN" altLang="en-US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与</a:t>
            </a:r>
            <a:r>
              <a:rPr lang="zh-CN" altLang="en-US" sz="2800" i="1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 </a:t>
            </a:r>
            <a:r>
              <a:rPr lang="zh-CN" altLang="en-US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的意义相同，即相电压与相电流之间的相位差。</a:t>
            </a:r>
            <a:endParaRPr lang="en-US" altLang="zh-CN" sz="2800" u="none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450850" indent="-450850">
              <a:lnSpc>
                <a:spcPct val="120000"/>
              </a:lnSpc>
              <a:spcBef>
                <a:spcPct val="0"/>
              </a:spcBef>
              <a:buClrTx/>
              <a:buSzTx/>
              <a:buNone/>
            </a:pPr>
            <a:r>
              <a:rPr lang="zh-CN" altLang="en-US" sz="2800" u="none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 不对称三相电路</a:t>
            </a:r>
            <a:r>
              <a:rPr lang="zh-CN" altLang="en-US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，功率因数角</a:t>
            </a:r>
            <a:r>
              <a:rPr lang="zh-CN" altLang="en-US" sz="2800" i="1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</a:t>
            </a:r>
            <a:r>
              <a:rPr lang="en-US" altLang="zh-CN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'</a:t>
            </a:r>
            <a:r>
              <a:rPr lang="zh-CN" altLang="en-US" sz="2800" u="none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不是相电压与相电流之间的相位差，只是没有实际意义的计算量 </a:t>
            </a:r>
            <a:endParaRPr lang="zh-CN" altLang="en-US" sz="2800" u="none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55" name="Rectangle 4"/>
          <p:cNvSpPr>
            <a:spLocks noChangeArrowheads="1"/>
          </p:cNvSpPr>
          <p:nvPr/>
        </p:nvSpPr>
        <p:spPr bwMode="auto">
          <a:xfrm>
            <a:off x="989211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9.3.1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三相电路功率的基本概念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9" name="组合 58"/>
          <p:cNvGrpSpPr/>
          <p:nvPr/>
        </p:nvGrpSpPr>
        <p:grpSpPr>
          <a:xfrm>
            <a:off x="911424" y="1479228"/>
            <a:ext cx="5411787" cy="176213"/>
            <a:chOff x="533400" y="1624037"/>
            <a:chExt cx="5411787" cy="176213"/>
          </a:xfrm>
        </p:grpSpPr>
        <p:grpSp>
          <p:nvGrpSpPr>
            <p:cNvPr id="60" name="Group 7"/>
            <p:cNvGrpSpPr/>
            <p:nvPr/>
          </p:nvGrpSpPr>
          <p:grpSpPr bwMode="auto">
            <a:xfrm>
              <a:off x="533400" y="1628800"/>
              <a:ext cx="4718050" cy="171450"/>
              <a:chOff x="288" y="576"/>
              <a:chExt cx="2972" cy="108"/>
            </a:xfrm>
          </p:grpSpPr>
          <p:pic>
            <p:nvPicPr>
              <p:cNvPr id="67" name="Picture 8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40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8" name="Picture 9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" name="Picture 10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0" name="Picture 11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8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" name="Group 12"/>
              <p:cNvGrpSpPr/>
              <p:nvPr/>
            </p:nvGrpSpPr>
            <p:grpSpPr bwMode="auto">
              <a:xfrm>
                <a:off x="288" y="576"/>
                <a:ext cx="331" cy="108"/>
                <a:chOff x="395" y="624"/>
                <a:chExt cx="331" cy="108"/>
              </a:xfrm>
            </p:grpSpPr>
            <p:pic>
              <p:nvPicPr>
                <p:cNvPr id="93" name="Picture 13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5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14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5" name="Picture 15" descr="Green and Black Diamon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7" y="624"/>
                  <a:ext cx="119" cy="1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72" name="Picture 16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7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7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8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3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" name="Picture 19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2" y="576"/>
                <a:ext cx="120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20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5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1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2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1" y="576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" name="Picture 2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71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0" name="Picture 2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7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2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76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26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3" name="Picture 27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94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4" name="Picture 28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9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" name="Picture 29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06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30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11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31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24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32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0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3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9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3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42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1" name="Picture 3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2" y="576"/>
                <a:ext cx="113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36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48" y="576"/>
                <a:ext cx="112" cy="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1" name="Group 12"/>
            <p:cNvGrpSpPr/>
            <p:nvPr/>
          </p:nvGrpSpPr>
          <p:grpSpPr bwMode="auto">
            <a:xfrm>
              <a:off x="5251449" y="1624037"/>
              <a:ext cx="525463" cy="171450"/>
              <a:chOff x="395" y="624"/>
              <a:chExt cx="331" cy="108"/>
            </a:xfrm>
          </p:grpSpPr>
          <p:pic>
            <p:nvPicPr>
              <p:cNvPr id="6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5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3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4" y="1624037"/>
              <a:ext cx="1889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2" grpId="0"/>
      <p:bldP spid="58" grpId="0" uiExpand="1" build="p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8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63352" y="2312221"/>
            <a:ext cx="11305256" cy="1188788"/>
          </a:xfrm>
        </p:spPr>
        <p:txBody>
          <a:bodyPr/>
          <a:lstStyle/>
          <a:p>
            <a:pPr marL="541655" indent="-541655" eaLnBrk="1" hangingPunct="1">
              <a:lnSpc>
                <a:spcPct val="120000"/>
              </a:lnSpc>
              <a:spcBef>
                <a:spcPts val="0"/>
              </a:spcBef>
              <a:buNone/>
            </a:pPr>
            <a:r>
              <a:rPr lang="en-US" altLang="zh-CN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lang="zh-CN" altLang="en-US" b="1" dirty="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三相负载的铭牌上给出的额定电压、电流均指额定线电压、线电流，因此对称三相电路的功率常以线电压、线电流计算。</a:t>
            </a:r>
            <a:endParaRPr lang="zh-CN" altLang="en-US" b="1" dirty="0">
              <a:solidFill>
                <a:schemeClr val="tx1"/>
              </a:solidFill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630787" name="Group 3"/>
          <p:cNvGrpSpPr/>
          <p:nvPr/>
        </p:nvGrpSpPr>
        <p:grpSpPr bwMode="auto">
          <a:xfrm>
            <a:off x="263525" y="3573016"/>
            <a:ext cx="11304589" cy="2341563"/>
            <a:chOff x="-794" y="1367"/>
            <a:chExt cx="7121" cy="1475"/>
          </a:xfrm>
        </p:grpSpPr>
        <p:sp>
          <p:nvSpPr>
            <p:cNvPr id="32777" name="Rectangle 4"/>
            <p:cNvSpPr>
              <a:spLocks noChangeArrowheads="1"/>
            </p:cNvSpPr>
            <p:nvPr/>
          </p:nvSpPr>
          <p:spPr bwMode="auto">
            <a:xfrm>
              <a:off x="-794" y="1367"/>
              <a:ext cx="7121" cy="9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450850" indent="-450850" eaLnBrk="1" hangingPunct="1">
                <a:lnSpc>
                  <a:spcPct val="120000"/>
                </a:lnSpc>
                <a:spcBef>
                  <a:spcPts val="0"/>
                </a:spcBef>
              </a:pPr>
              <a:r>
                <a:rPr kumimoji="1" lang="en-US" altLang="zh-CN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(2) 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通常三相电动机的铭牌上给出的</a:t>
              </a:r>
              <a:r>
                <a:rPr kumimoji="1" lang="zh-CN" altLang="en-US" dirty="0">
                  <a:solidFill>
                    <a:srgbClr val="C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额定功率</a:t>
              </a:r>
              <a:r>
                <a:rPr kumimoji="1" lang="en-US" altLang="zh-CN" dirty="0">
                  <a:solidFill>
                    <a:srgbClr val="C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baseline="-25000" dirty="0">
                  <a:solidFill>
                    <a:srgbClr val="C0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是指电动机额定运行时轴上输出的机械功率，它与电源输送给电动机的</a:t>
              </a:r>
              <a:r>
                <a:rPr kumimoji="1" lang="zh-CN" altLang="en-US" dirty="0">
                  <a:solidFill>
                    <a:srgbClr val="FF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有功功率</a:t>
              </a:r>
              <a:r>
                <a:rPr kumimoji="1" lang="en-US" altLang="zh-CN" dirty="0">
                  <a:solidFill>
                    <a:srgbClr val="FF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之间的关系为：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2778" name="Object 5"/>
            <p:cNvGraphicFramePr>
              <a:graphicFrameLocks noChangeAspect="1"/>
            </p:cNvGraphicFramePr>
            <p:nvPr/>
          </p:nvGraphicFramePr>
          <p:xfrm>
            <a:off x="1518" y="2274"/>
            <a:ext cx="800" cy="5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49780" name="Equation" r:id="rId1" imgW="13716000" imgH="9753600" progId="Equation.DSMT4">
                    <p:embed/>
                  </p:oleObj>
                </mc:Choice>
                <mc:Fallback>
                  <p:oleObj name="Equation" r:id="rId1" imgW="13716000" imgH="9753600" progId="Equation.DSMT4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18" y="2274"/>
                          <a:ext cx="800" cy="5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30790" name="Group 6"/>
          <p:cNvGrpSpPr/>
          <p:nvPr/>
        </p:nvGrpSpPr>
        <p:grpSpPr bwMode="auto">
          <a:xfrm>
            <a:off x="4680892" y="5154884"/>
            <a:ext cx="2725738" cy="735012"/>
            <a:chOff x="2025" y="2500"/>
            <a:chExt cx="1717" cy="463"/>
          </a:xfrm>
        </p:grpSpPr>
        <p:grpSp>
          <p:nvGrpSpPr>
            <p:cNvPr id="32773" name="Group 7"/>
            <p:cNvGrpSpPr/>
            <p:nvPr/>
          </p:nvGrpSpPr>
          <p:grpSpPr bwMode="auto">
            <a:xfrm>
              <a:off x="2375" y="2602"/>
              <a:ext cx="1367" cy="330"/>
              <a:chOff x="3501" y="2413"/>
              <a:chExt cx="1367" cy="330"/>
            </a:xfrm>
          </p:grpSpPr>
          <p:sp>
            <p:nvSpPr>
              <p:cNvPr id="32775" name="Text Box 8"/>
              <p:cNvSpPr txBox="1">
                <a:spLocks noChangeArrowheads="1"/>
              </p:cNvSpPr>
              <p:nvPr/>
            </p:nvSpPr>
            <p:spPr bwMode="auto">
              <a:xfrm>
                <a:off x="3752" y="2413"/>
                <a:ext cx="1116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algn="l" eaLnBrk="1" hangingPunct="1"/>
                <a:r>
                  <a:rPr kumimoji="1" lang="zh-CN" altLang="en-US" dirty="0">
                    <a:solidFill>
                      <a:srgbClr val="00B050"/>
                    </a:solidFill>
                    <a:latin typeface="宋体" panose="02010600030101010101" pitchFamily="2" charset="-122"/>
                    <a:ea typeface="宋体" panose="02010600030101010101" pitchFamily="2" charset="-122"/>
                  </a:rPr>
                  <a:t>额定效率</a:t>
                </a:r>
                <a:endParaRPr kumimoji="1" lang="zh-CN" altLang="en-US" dirty="0">
                  <a:solidFill>
                    <a:srgbClr val="00B050"/>
                  </a:solidFill>
                  <a:latin typeface="宋体" panose="02010600030101010101" pitchFamily="2" charset="-122"/>
                  <a:ea typeface="宋体" panose="02010600030101010101" pitchFamily="2" charset="-122"/>
                </a:endParaRPr>
              </a:p>
            </p:txBody>
          </p:sp>
          <p:sp>
            <p:nvSpPr>
              <p:cNvPr id="32776" name="Line 9"/>
              <p:cNvSpPr>
                <a:spLocks noChangeShapeType="1"/>
              </p:cNvSpPr>
              <p:nvPr/>
            </p:nvSpPr>
            <p:spPr bwMode="auto">
              <a:xfrm flipH="1">
                <a:off x="3501" y="2578"/>
                <a:ext cx="238" cy="0"/>
              </a:xfrm>
              <a:prstGeom prst="line">
                <a:avLst/>
              </a:prstGeom>
              <a:noFill/>
              <a:ln w="28575">
                <a:solidFill>
                  <a:srgbClr val="00B050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32774" name="Oval 10"/>
            <p:cNvSpPr>
              <a:spLocks noChangeArrowheads="1"/>
            </p:cNvSpPr>
            <p:nvPr/>
          </p:nvSpPr>
          <p:spPr bwMode="auto">
            <a:xfrm>
              <a:off x="2025" y="2500"/>
              <a:ext cx="342" cy="463"/>
            </a:xfrm>
            <a:prstGeom prst="ellipse">
              <a:avLst/>
            </a:prstGeom>
            <a:noFill/>
            <a:ln w="38100" algn="ctr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11" name="Object 7"/>
          <p:cNvGraphicFramePr>
            <a:graphicFrameLocks noChangeAspect="1"/>
          </p:cNvGraphicFramePr>
          <p:nvPr/>
        </p:nvGraphicFramePr>
        <p:xfrm>
          <a:off x="10101758" y="859682"/>
          <a:ext cx="1466850" cy="1273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49781" name="剪辑" r:id="rId3" imgW="952500" imgH="828675" progId="MS_ClipArt_Gallery.2">
                  <p:embed/>
                </p:oleObj>
              </mc:Choice>
              <mc:Fallback>
                <p:oleObj name="剪辑" r:id="rId3" imgW="952500" imgH="828675" progId="MS_ClipArt_Gallery.2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101758" y="859682"/>
                        <a:ext cx="1466850" cy="1273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AutoShape 8" descr="40%"/>
          <p:cNvSpPr>
            <a:spLocks noChangeArrowheads="1"/>
          </p:cNvSpPr>
          <p:nvPr/>
        </p:nvSpPr>
        <p:spPr bwMode="auto">
          <a:xfrm>
            <a:off x="551384" y="1067516"/>
            <a:ext cx="1965325" cy="838200"/>
          </a:xfrm>
          <a:prstGeom prst="cloudCallout">
            <a:avLst>
              <a:gd name="adj1" fmla="val 67931"/>
              <a:gd name="adj2" fmla="val 77273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800" b="1" dirty="0">
                <a:solidFill>
                  <a:schemeClr val="bg2"/>
                </a:solidFill>
              </a:rPr>
              <a:t>    </a:t>
            </a:r>
            <a:r>
              <a:rPr lang="zh-CN" altLang="en-US" sz="2800" b="1" dirty="0">
                <a:solidFill>
                  <a:srgbClr val="FF3300"/>
                </a:solidFill>
                <a:ea typeface="楷体_GB2312"/>
              </a:rPr>
              <a:t>注意：</a:t>
            </a:r>
            <a:endParaRPr lang="zh-CN" altLang="en-US" sz="2800" b="1" dirty="0">
              <a:solidFill>
                <a:schemeClr val="bg2"/>
              </a:solidFill>
              <a:ea typeface="楷体_GB2312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30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30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30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0786" grpId="0" advAuto="0" autoUpdateAnimBg="0" build="p"/>
      <p:bldP spid="12" grpId="0" animBg="1" autoUpdateAnimBg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5370" name="Object 10"/>
          <p:cNvGraphicFramePr>
            <a:graphicFrameLocks noChangeAspect="1"/>
          </p:cNvGraphicFramePr>
          <p:nvPr/>
        </p:nvGraphicFramePr>
        <p:xfrm>
          <a:off x="7393688" y="2500210"/>
          <a:ext cx="4352925" cy="3100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9738" name="Visio" r:id="rId1" imgW="2479040" imgH="1764665" progId="Visio.Drawing.11">
                  <p:embed/>
                </p:oleObj>
              </mc:Choice>
              <mc:Fallback>
                <p:oleObj name="Visio" r:id="rId1" imgW="2479040" imgH="1764665" progId="Visio.Drawing.11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3688" y="2500210"/>
                        <a:ext cx="4352925" cy="3100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55369" name="Group 9"/>
          <p:cNvGrpSpPr/>
          <p:nvPr/>
        </p:nvGrpSpPr>
        <p:grpSpPr bwMode="auto">
          <a:xfrm>
            <a:off x="479426" y="887514"/>
            <a:ext cx="11088688" cy="2055814"/>
            <a:chOff x="-775" y="196"/>
            <a:chExt cx="6985" cy="1295"/>
          </a:xfrm>
        </p:grpSpPr>
        <p:sp>
          <p:nvSpPr>
            <p:cNvPr id="34874" name="Rectangle 6"/>
            <p:cNvSpPr>
              <a:spLocks noChangeArrowheads="1"/>
            </p:cNvSpPr>
            <p:nvPr/>
          </p:nvSpPr>
          <p:spPr bwMode="auto">
            <a:xfrm>
              <a:off x="-775" y="196"/>
              <a:ext cx="6985" cy="6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901700" indent="-901700" algn="l"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kumimoji="1" lang="zh-CN" altLang="en-US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例</a:t>
              </a:r>
              <a:r>
                <a:rPr kumimoji="1" lang="en-US" altLang="zh-CN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1" lang="zh-CN" altLang="en-US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：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对称三相电路，线电压为</a:t>
              </a:r>
              <a:r>
                <a:rPr kumimoji="1"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380V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，方框内是一组对称三相星形感性负载，其功率因数为</a:t>
              </a:r>
              <a:r>
                <a:rPr kumimoji="1"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0.866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，功率</a:t>
              </a:r>
              <a:r>
                <a:rPr kumimoji="1" lang="en-US" altLang="zh-CN" i="1" dirty="0"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baseline="-25000" dirty="0"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1"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=5.7kW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。对称星形负载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4872" name="Object 5"/>
            <p:cNvGraphicFramePr>
              <a:graphicFrameLocks noChangeAspect="1"/>
            </p:cNvGraphicFramePr>
            <p:nvPr/>
          </p:nvGraphicFramePr>
          <p:xfrm>
            <a:off x="-185" y="867"/>
            <a:ext cx="2133" cy="3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9739" name="Equation" r:id="rId3" imgW="34137600" imgH="4876800" progId="Equation.DSMT4">
                    <p:embed/>
                  </p:oleObj>
                </mc:Choice>
                <mc:Fallback>
                  <p:oleObj name="Equation" r:id="rId3" imgW="34137600" imgH="4876800" progId="Equation.DSMT4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85" y="867"/>
                          <a:ext cx="2133" cy="3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73" name="Object 4"/>
            <p:cNvGraphicFramePr>
              <a:graphicFrameLocks noChangeAspect="1"/>
            </p:cNvGraphicFramePr>
            <p:nvPr/>
          </p:nvGraphicFramePr>
          <p:xfrm>
            <a:off x="4575" y="867"/>
            <a:ext cx="276" cy="32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9740" name="Equation" r:id="rId5" imgW="190500" imgH="228600" progId="Equation.DSMT4">
                    <p:embed/>
                  </p:oleObj>
                </mc:Choice>
                <mc:Fallback>
                  <p:oleObj name="Equation" r:id="rId5" imgW="190500" imgH="228600" progId="Equation.DSMT4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75" y="867"/>
                          <a:ext cx="276" cy="3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875" name="Rectangle 7"/>
            <p:cNvSpPr>
              <a:spLocks noChangeArrowheads="1"/>
            </p:cNvSpPr>
            <p:nvPr/>
          </p:nvSpPr>
          <p:spPr bwMode="auto">
            <a:xfrm>
              <a:off x="2035" y="845"/>
              <a:ext cx="259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求此时的电源输出线电流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4876" name="Rectangle 8"/>
            <p:cNvSpPr>
              <a:spLocks noChangeArrowheads="1"/>
            </p:cNvSpPr>
            <p:nvPr/>
          </p:nvSpPr>
          <p:spPr bwMode="auto">
            <a:xfrm>
              <a:off x="-238" y="1161"/>
              <a:ext cx="130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功率因数。 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" name="Rectangle 8"/>
            <p:cNvSpPr>
              <a:spLocks noChangeArrowheads="1"/>
            </p:cNvSpPr>
            <p:nvPr/>
          </p:nvSpPr>
          <p:spPr bwMode="auto">
            <a:xfrm>
              <a:off x="4733" y="844"/>
              <a:ext cx="1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及电源侧的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6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63" name="Object 12"/>
          <p:cNvGraphicFramePr>
            <a:graphicFrameLocks noChangeAspect="1"/>
          </p:cNvGraphicFramePr>
          <p:nvPr/>
        </p:nvGraphicFramePr>
        <p:xfrm>
          <a:off x="1590675" y="4149725"/>
          <a:ext cx="5392738" cy="900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9741" name="Equation" r:id="rId7" imgW="65836800" imgH="10972800" progId="Equation.DSMT4">
                  <p:embed/>
                </p:oleObj>
              </mc:Choice>
              <mc:Fallback>
                <p:oleObj name="Equation" r:id="rId7" imgW="65836800" imgH="109728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90675" y="4149725"/>
                        <a:ext cx="5392738" cy="900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4" name="Object 23"/>
          <p:cNvGraphicFramePr>
            <a:graphicFrameLocks noChangeAspect="1"/>
          </p:cNvGraphicFramePr>
          <p:nvPr/>
        </p:nvGraphicFramePr>
        <p:xfrm>
          <a:off x="1614502" y="5151336"/>
          <a:ext cx="2922588" cy="4492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9742" name="Equation" r:id="rId9" imgW="35661600" imgH="5486400" progId="Equation.DSMT4">
                  <p:embed/>
                </p:oleObj>
              </mc:Choice>
              <mc:Fallback>
                <p:oleObj name="Equation" r:id="rId9" imgW="35661600" imgH="54864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4502" y="5151336"/>
                        <a:ext cx="2922588" cy="4492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5" name="Text Box 8"/>
          <p:cNvSpPr txBox="1">
            <a:spLocks noChangeArrowheads="1"/>
          </p:cNvSpPr>
          <p:nvPr/>
        </p:nvSpPr>
        <p:spPr bwMode="auto">
          <a:xfrm>
            <a:off x="479426" y="2991213"/>
            <a:ext cx="71437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6" name="Rectangle 18"/>
          <p:cNvSpPr>
            <a:spLocks noChangeArrowheads="1"/>
          </p:cNvSpPr>
          <p:nvPr/>
        </p:nvSpPr>
        <p:spPr bwMode="auto">
          <a:xfrm>
            <a:off x="1140810" y="2983047"/>
            <a:ext cx="19880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设线电压为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67" name="Object 39"/>
          <p:cNvGraphicFramePr>
            <a:graphicFrameLocks noChangeAspect="1"/>
          </p:cNvGraphicFramePr>
          <p:nvPr/>
        </p:nvGraphicFramePr>
        <p:xfrm>
          <a:off x="3205459" y="3054528"/>
          <a:ext cx="2055812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9743" name="Equation" r:id="rId11" imgW="25603200" imgH="5791200" progId="Equation.DSMT4">
                  <p:embed/>
                </p:oleObj>
              </mc:Choice>
              <mc:Fallback>
                <p:oleObj name="Equation" r:id="rId11" imgW="25603200" imgH="5791200" progId="Equation.DSMT4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5459" y="3054528"/>
                        <a:ext cx="2055812" cy="4572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8" name="Rectangle 18"/>
          <p:cNvSpPr>
            <a:spLocks noChangeArrowheads="1"/>
          </p:cNvSpPr>
          <p:nvPr/>
        </p:nvSpPr>
        <p:spPr bwMode="auto">
          <a:xfrm>
            <a:off x="1140810" y="3547130"/>
            <a:ext cx="19880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则相电压为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69" name="Object 39"/>
          <p:cNvGraphicFramePr>
            <a:graphicFrameLocks noChangeAspect="1"/>
          </p:cNvGraphicFramePr>
          <p:nvPr/>
        </p:nvGraphicFramePr>
        <p:xfrm>
          <a:off x="3251570" y="3593204"/>
          <a:ext cx="1908175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9744" name="Equation" r:id="rId13" imgW="23774400" imgH="5791200" progId="Equation.DSMT4">
                  <p:embed/>
                </p:oleObj>
              </mc:Choice>
              <mc:Fallback>
                <p:oleObj name="Equation" r:id="rId13" imgW="23774400" imgH="5791200" progId="Equation.DSMT4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51570" y="3593204"/>
                        <a:ext cx="1908175" cy="4572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" name="Object 39"/>
          <p:cNvGraphicFramePr>
            <a:graphicFrameLocks noChangeAspect="1"/>
          </p:cNvGraphicFramePr>
          <p:nvPr/>
        </p:nvGraphicFramePr>
        <p:xfrm>
          <a:off x="1614502" y="5749934"/>
          <a:ext cx="2178050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9745" name="Equation" r:id="rId15" imgW="27127200" imgH="5791200" progId="Equation.DSMT4">
                  <p:embed/>
                </p:oleObj>
              </mc:Choice>
              <mc:Fallback>
                <p:oleObj name="Equation" r:id="rId15" imgW="27127200" imgH="5791200" progId="Equation.DSMT4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4502" y="5749934"/>
                        <a:ext cx="2178050" cy="4572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8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5369" name="Group 9"/>
          <p:cNvGrpSpPr/>
          <p:nvPr/>
        </p:nvGrpSpPr>
        <p:grpSpPr bwMode="auto">
          <a:xfrm>
            <a:off x="479426" y="887514"/>
            <a:ext cx="11088688" cy="2055814"/>
            <a:chOff x="-775" y="196"/>
            <a:chExt cx="6985" cy="1295"/>
          </a:xfrm>
        </p:grpSpPr>
        <p:sp>
          <p:nvSpPr>
            <p:cNvPr id="34874" name="Rectangle 6"/>
            <p:cNvSpPr>
              <a:spLocks noChangeArrowheads="1"/>
            </p:cNvSpPr>
            <p:nvPr/>
          </p:nvSpPr>
          <p:spPr bwMode="auto">
            <a:xfrm>
              <a:off x="-775" y="196"/>
              <a:ext cx="6985" cy="6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901700" indent="-901700" algn="l"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kumimoji="1" lang="zh-CN" altLang="en-US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例</a:t>
              </a:r>
              <a:r>
                <a:rPr kumimoji="1" lang="en-US" altLang="zh-CN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1" lang="zh-CN" altLang="en-US" dirty="0">
                  <a:solidFill>
                    <a:srgbClr val="0000FF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：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对称三相电路，线电压为</a:t>
              </a:r>
              <a:r>
                <a:rPr kumimoji="1"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380V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，方框内是一组对称三相星形感性负载，其功率因数为</a:t>
              </a:r>
              <a:r>
                <a:rPr kumimoji="1"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0.866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，功率</a:t>
              </a:r>
              <a:r>
                <a:rPr kumimoji="1" lang="en-US" altLang="zh-CN" i="1" dirty="0">
                  <a:ea typeface="宋体" panose="02010600030101010101" pitchFamily="2" charset="-122"/>
                  <a:cs typeface="Times New Roman" panose="02020603050405020304" pitchFamily="18" charset="0"/>
                </a:rPr>
                <a:t>P</a:t>
              </a:r>
              <a:r>
                <a:rPr kumimoji="1" lang="en-US" altLang="zh-CN" baseline="-25000" dirty="0"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1"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=5.7kW</a:t>
              </a: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。对称星形负载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4872" name="Object 5"/>
            <p:cNvGraphicFramePr>
              <a:graphicFrameLocks noChangeAspect="1"/>
            </p:cNvGraphicFramePr>
            <p:nvPr/>
          </p:nvGraphicFramePr>
          <p:xfrm>
            <a:off x="-185" y="867"/>
            <a:ext cx="2133" cy="3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4163" name="Equation" r:id="rId1" imgW="34137600" imgH="4876800" progId="Equation.DSMT4">
                    <p:embed/>
                  </p:oleObj>
                </mc:Choice>
                <mc:Fallback>
                  <p:oleObj name="Equation" r:id="rId1" imgW="34137600" imgH="4876800" progId="Equation.DSMT4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85" y="867"/>
                          <a:ext cx="2133" cy="3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73" name="Object 4"/>
            <p:cNvGraphicFramePr>
              <a:graphicFrameLocks noChangeAspect="1"/>
            </p:cNvGraphicFramePr>
            <p:nvPr/>
          </p:nvGraphicFramePr>
          <p:xfrm>
            <a:off x="4575" y="867"/>
            <a:ext cx="276" cy="32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4164" name="Equation" r:id="rId3" imgW="190500" imgH="228600" progId="Equation.DSMT4">
                    <p:embed/>
                  </p:oleObj>
                </mc:Choice>
                <mc:Fallback>
                  <p:oleObj name="Equation" r:id="rId3" imgW="190500" imgH="228600" progId="Equation.DSMT4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75" y="867"/>
                          <a:ext cx="276" cy="3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875" name="Rectangle 7"/>
            <p:cNvSpPr>
              <a:spLocks noChangeArrowheads="1"/>
            </p:cNvSpPr>
            <p:nvPr/>
          </p:nvSpPr>
          <p:spPr bwMode="auto">
            <a:xfrm>
              <a:off x="2035" y="845"/>
              <a:ext cx="259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求此时的电源输出线电流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34876" name="Rectangle 8"/>
            <p:cNvSpPr>
              <a:spLocks noChangeArrowheads="1"/>
            </p:cNvSpPr>
            <p:nvPr/>
          </p:nvSpPr>
          <p:spPr bwMode="auto">
            <a:xfrm>
              <a:off x="-238" y="1161"/>
              <a:ext cx="130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功率因数。 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" name="Rectangle 8"/>
            <p:cNvSpPr>
              <a:spLocks noChangeArrowheads="1"/>
            </p:cNvSpPr>
            <p:nvPr/>
          </p:nvSpPr>
          <p:spPr bwMode="auto">
            <a:xfrm>
              <a:off x="4733" y="844"/>
              <a:ext cx="125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及电源侧的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6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65" name="Text Box 8"/>
          <p:cNvSpPr txBox="1">
            <a:spLocks noChangeArrowheads="1"/>
          </p:cNvSpPr>
          <p:nvPr/>
        </p:nvSpPr>
        <p:spPr bwMode="auto">
          <a:xfrm>
            <a:off x="479426" y="2991213"/>
            <a:ext cx="71437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9" name="Group 25"/>
          <p:cNvGrpSpPr/>
          <p:nvPr/>
        </p:nvGrpSpPr>
        <p:grpSpPr bwMode="auto">
          <a:xfrm>
            <a:off x="5394498" y="5419608"/>
            <a:ext cx="1812925" cy="519112"/>
            <a:chOff x="2457" y="3273"/>
            <a:chExt cx="1142" cy="327"/>
          </a:xfrm>
        </p:grpSpPr>
        <p:sp>
          <p:nvSpPr>
            <p:cNvPr id="20" name="Line 14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21" name="Object 17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4165" name="Equation" r:id="rId5" imgW="5181600" imgH="5791200" progId="Equation.DSMT4">
                    <p:embed/>
                  </p:oleObj>
                </mc:Choice>
                <mc:Fallback>
                  <p:oleObj name="Equation" r:id="rId5" imgW="5181600" imgH="5791200" progId="Equation.DSMT4">
                    <p:embed/>
                    <p:pic>
                      <p:nvPicPr>
                        <p:cNvPr id="0" name="Object 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2" name="Line 19"/>
          <p:cNvSpPr>
            <a:spLocks noChangeShapeType="1"/>
          </p:cNvSpPr>
          <p:nvPr/>
        </p:nvSpPr>
        <p:spPr bwMode="auto">
          <a:xfrm flipV="1">
            <a:off x="6659735" y="4675070"/>
            <a:ext cx="614363" cy="985838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3" name="Line 20"/>
          <p:cNvSpPr>
            <a:spLocks noChangeShapeType="1"/>
          </p:cNvSpPr>
          <p:nvPr/>
        </p:nvSpPr>
        <p:spPr bwMode="auto">
          <a:xfrm flipV="1">
            <a:off x="5394497" y="4681420"/>
            <a:ext cx="1871662" cy="985838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24" name="Object 22"/>
          <p:cNvGraphicFramePr>
            <a:graphicFrameLocks noChangeAspect="1"/>
          </p:cNvGraphicFramePr>
          <p:nvPr/>
        </p:nvGraphicFramePr>
        <p:xfrm>
          <a:off x="6732761" y="4144541"/>
          <a:ext cx="587375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66" name="Equation" r:id="rId7" imgW="6400800" imgH="5791200" progId="Equation.DSMT4">
                  <p:embed/>
                </p:oleObj>
              </mc:Choice>
              <mc:Fallback>
                <p:oleObj name="Equation" r:id="rId7" imgW="6400800" imgH="57912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32761" y="4144541"/>
                        <a:ext cx="587375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Object 28"/>
          <p:cNvGraphicFramePr>
            <a:graphicFrameLocks noChangeAspect="1"/>
          </p:cNvGraphicFramePr>
          <p:nvPr/>
        </p:nvGraphicFramePr>
        <p:xfrm>
          <a:off x="5451647" y="5833946"/>
          <a:ext cx="474662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67" name="Equation" r:id="rId9" imgW="5181600" imgH="5791200" progId="Equation.DSMT4">
                  <p:embed/>
                </p:oleObj>
              </mc:Choice>
              <mc:Fallback>
                <p:oleObj name="Equation" r:id="rId9" imgW="5181600" imgH="57912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51647" y="5833946"/>
                        <a:ext cx="474662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Line 29"/>
          <p:cNvSpPr>
            <a:spLocks noChangeShapeType="1"/>
          </p:cNvSpPr>
          <p:nvPr/>
        </p:nvSpPr>
        <p:spPr bwMode="auto">
          <a:xfrm rot="19735701">
            <a:off x="5373860" y="5560895"/>
            <a:ext cx="4286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27" name="Object 36"/>
          <p:cNvGraphicFramePr>
            <a:graphicFrameLocks noChangeAspect="1"/>
          </p:cNvGraphicFramePr>
          <p:nvPr/>
        </p:nvGraphicFramePr>
        <p:xfrm>
          <a:off x="5370685" y="4943358"/>
          <a:ext cx="474663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68" name="Equation" r:id="rId11" imgW="5181600" imgH="5791200" progId="Equation.DSMT4">
                  <p:embed/>
                </p:oleObj>
              </mc:Choice>
              <mc:Fallback>
                <p:oleObj name="Equation" r:id="rId11" imgW="5181600" imgH="5791200" progId="Equation.DSMT4">
                  <p:embed/>
                  <p:pic>
                    <p:nvPicPr>
                      <p:cNvPr id="0" name="Object 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70685" y="4943358"/>
                        <a:ext cx="474663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" name="Object 37"/>
          <p:cNvGraphicFramePr>
            <a:graphicFrameLocks noChangeAspect="1"/>
          </p:cNvGraphicFramePr>
          <p:nvPr/>
        </p:nvGraphicFramePr>
        <p:xfrm>
          <a:off x="5919959" y="5667258"/>
          <a:ext cx="369888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69" name="Equation" r:id="rId13" imgW="4572000" imgH="5791200" progId="Equation.DSMT4">
                  <p:embed/>
                </p:oleObj>
              </mc:Choice>
              <mc:Fallback>
                <p:oleObj name="Equation" r:id="rId13" imgW="4572000" imgH="5791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9959" y="5667258"/>
                        <a:ext cx="369888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" name="Line 38"/>
          <p:cNvSpPr>
            <a:spLocks noChangeShapeType="1"/>
          </p:cNvSpPr>
          <p:nvPr/>
        </p:nvSpPr>
        <p:spPr bwMode="auto">
          <a:xfrm rot="1864299" flipV="1">
            <a:off x="5367510" y="5783145"/>
            <a:ext cx="428625" cy="0"/>
          </a:xfrm>
          <a:prstGeom prst="line">
            <a:avLst/>
          </a:prstGeom>
          <a:noFill/>
          <a:ln w="38100">
            <a:solidFill>
              <a:srgbClr val="339933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0" name="Line 39"/>
          <p:cNvSpPr>
            <a:spLocks noChangeShapeType="1"/>
          </p:cNvSpPr>
          <p:nvPr/>
        </p:nvSpPr>
        <p:spPr bwMode="auto">
          <a:xfrm rot="1864299" flipV="1">
            <a:off x="5700885" y="5581533"/>
            <a:ext cx="428625" cy="0"/>
          </a:xfrm>
          <a:prstGeom prst="line">
            <a:avLst/>
          </a:prstGeom>
          <a:noFill/>
          <a:ln w="38100">
            <a:solidFill>
              <a:srgbClr val="339933"/>
            </a:solidFill>
            <a:prstDash val="sysDot"/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31" name="Line 40"/>
          <p:cNvSpPr>
            <a:spLocks noChangeShapeType="1"/>
          </p:cNvSpPr>
          <p:nvPr/>
        </p:nvSpPr>
        <p:spPr bwMode="auto">
          <a:xfrm>
            <a:off x="5434184" y="5667258"/>
            <a:ext cx="6746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32" name="Object 30"/>
          <p:cNvGraphicFramePr>
            <a:graphicFrameLocks noChangeAspect="1"/>
          </p:cNvGraphicFramePr>
          <p:nvPr/>
        </p:nvGraphicFramePr>
        <p:xfrm>
          <a:off x="1331914" y="2886178"/>
          <a:ext cx="3506788" cy="781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70" name="Equation" r:id="rId15" imgW="43281600" imgH="9753600" progId="Equation.DSMT4">
                  <p:embed/>
                </p:oleObj>
              </mc:Choice>
              <mc:Fallback>
                <p:oleObj name="Equation" r:id="rId15" imgW="43281600" imgH="97536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4" y="2886178"/>
                        <a:ext cx="3506788" cy="781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3" name="Object 34"/>
          <p:cNvGraphicFramePr>
            <a:graphicFrameLocks noChangeAspect="1"/>
          </p:cNvGraphicFramePr>
          <p:nvPr/>
        </p:nvGraphicFramePr>
        <p:xfrm>
          <a:off x="1351042" y="4430338"/>
          <a:ext cx="2366963" cy="444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71" name="Equation" r:id="rId17" imgW="26212800" imgH="4876800" progId="Equation.DSMT4">
                  <p:embed/>
                </p:oleObj>
              </mc:Choice>
              <mc:Fallback>
                <p:oleObj name="Equation" r:id="rId17" imgW="26212800" imgH="48768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51042" y="4430338"/>
                        <a:ext cx="2366963" cy="444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4" name="Object 39"/>
          <p:cNvGraphicFramePr>
            <a:graphicFrameLocks noChangeAspect="1"/>
          </p:cNvGraphicFramePr>
          <p:nvPr/>
        </p:nvGraphicFramePr>
        <p:xfrm>
          <a:off x="1298179" y="3706438"/>
          <a:ext cx="3276600" cy="4810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72" name="Equation" r:id="rId19" imgW="40843200" imgH="6096000" progId="Equation.DSMT4">
                  <p:embed/>
                </p:oleObj>
              </mc:Choice>
              <mc:Fallback>
                <p:oleObj name="Equation" r:id="rId19" imgW="40843200" imgH="6096000" progId="Equation.DSMT4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8179" y="3706438"/>
                        <a:ext cx="3276600" cy="4810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5" name="组合 34"/>
          <p:cNvGrpSpPr/>
          <p:nvPr/>
        </p:nvGrpSpPr>
        <p:grpSpPr>
          <a:xfrm>
            <a:off x="4286388" y="4372652"/>
            <a:ext cx="1122396" cy="2266157"/>
            <a:chOff x="718707" y="4475211"/>
            <a:chExt cx="1122396" cy="2266157"/>
          </a:xfrm>
        </p:grpSpPr>
        <p:grpSp>
          <p:nvGrpSpPr>
            <p:cNvPr id="36" name="Group 26"/>
            <p:cNvGrpSpPr/>
            <p:nvPr/>
          </p:nvGrpSpPr>
          <p:grpSpPr bwMode="auto">
            <a:xfrm>
              <a:off x="1220391" y="4777630"/>
              <a:ext cx="620712" cy="1963738"/>
              <a:chOff x="2075" y="2804"/>
              <a:chExt cx="391" cy="1237"/>
            </a:xfrm>
          </p:grpSpPr>
          <p:sp>
            <p:nvSpPr>
              <p:cNvPr id="39" name="Line 15"/>
              <p:cNvSpPr>
                <a:spLocks noChangeShapeType="1"/>
              </p:cNvSpPr>
              <p:nvPr/>
            </p:nvSpPr>
            <p:spPr bwMode="auto">
              <a:xfrm flipH="1">
                <a:off x="2079" y="3420"/>
                <a:ext cx="387" cy="62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40" name="Line 16"/>
              <p:cNvSpPr>
                <a:spLocks noChangeShapeType="1"/>
              </p:cNvSpPr>
              <p:nvPr/>
            </p:nvSpPr>
            <p:spPr bwMode="auto">
              <a:xfrm flipH="1" flipV="1">
                <a:off x="2075" y="2804"/>
                <a:ext cx="387" cy="62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aphicFrame>
          <p:nvGraphicFramePr>
            <p:cNvPr id="37" name="Object 17"/>
            <p:cNvGraphicFramePr>
              <a:graphicFrameLocks noChangeAspect="1"/>
            </p:cNvGraphicFramePr>
            <p:nvPr/>
          </p:nvGraphicFramePr>
          <p:xfrm>
            <a:off x="737369" y="6201443"/>
            <a:ext cx="474663" cy="5191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4173" name="Equation" r:id="rId21" imgW="5181600" imgH="5791200" progId="Equation.DSMT4">
                    <p:embed/>
                  </p:oleObj>
                </mc:Choice>
                <mc:Fallback>
                  <p:oleObj name="Equation" r:id="rId21" imgW="5181600" imgH="5791200" progId="Equation.DSMT4">
                    <p:embed/>
                    <p:pic>
                      <p:nvPicPr>
                        <p:cNvPr id="0" name="Object 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7369" y="6201443"/>
                          <a:ext cx="474663" cy="5191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" name="Object 17"/>
            <p:cNvGraphicFramePr>
              <a:graphicFrameLocks noChangeAspect="1"/>
            </p:cNvGraphicFramePr>
            <p:nvPr/>
          </p:nvGraphicFramePr>
          <p:xfrm>
            <a:off x="718707" y="4475211"/>
            <a:ext cx="474663" cy="5191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4174" name="Equation" r:id="rId23" imgW="5181600" imgH="5791200" progId="Equation.DSMT4">
                    <p:embed/>
                  </p:oleObj>
                </mc:Choice>
                <mc:Fallback>
                  <p:oleObj name="Equation" r:id="rId23" imgW="5181600" imgH="5791200" progId="Equation.DSMT4">
                    <p:embed/>
                    <p:pic>
                      <p:nvPicPr>
                        <p:cNvPr id="0" name="Object 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8707" y="4475211"/>
                          <a:ext cx="474663" cy="5191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41" name="Object 10"/>
          <p:cNvGraphicFramePr>
            <a:graphicFrameLocks noChangeAspect="1"/>
          </p:cNvGraphicFramePr>
          <p:nvPr/>
        </p:nvGraphicFramePr>
        <p:xfrm>
          <a:off x="7393688" y="2500210"/>
          <a:ext cx="4352925" cy="3100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4175" name="Visio" r:id="rId25" imgW="2479040" imgH="1764665" progId="Visio.Drawing.11">
                  <p:embed/>
                </p:oleObj>
              </mc:Choice>
              <mc:Fallback>
                <p:oleObj name="Visio" r:id="rId25" imgW="2479040" imgH="1764665" progId="Visio.Drawing.11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93688" y="2500210"/>
                        <a:ext cx="4352925" cy="3100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983060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9.3.2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三相电路功率的测量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11" name="Group 7"/>
          <p:cNvGrpSpPr/>
          <p:nvPr/>
        </p:nvGrpSpPr>
        <p:grpSpPr bwMode="auto">
          <a:xfrm>
            <a:off x="905272" y="1483990"/>
            <a:ext cx="4718050" cy="171450"/>
            <a:chOff x="288" y="576"/>
            <a:chExt cx="2972" cy="108"/>
          </a:xfrm>
        </p:grpSpPr>
        <p:pic>
          <p:nvPicPr>
            <p:cNvPr id="17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43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2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6" name="Rectangle 3"/>
          <p:cNvSpPr>
            <a:spLocks noChangeArrowheads="1"/>
          </p:cNvSpPr>
          <p:nvPr/>
        </p:nvSpPr>
        <p:spPr bwMode="auto">
          <a:xfrm>
            <a:off x="839416" y="1628800"/>
            <a:ext cx="5011095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marR="0" lvl="0" indent="-357505" algn="just" defTabSz="914400" rtl="0" eaLnBrk="1" fontAlgn="base" latinLnBrk="0" hangingPunct="1">
              <a:lnSpc>
                <a:spcPct val="12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0.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功率表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用于测量平均功率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54" name="Object 19"/>
          <p:cNvGraphicFramePr>
            <a:graphicFrameLocks noChangeAspect="1"/>
          </p:cNvGraphicFramePr>
          <p:nvPr/>
        </p:nvGraphicFramePr>
        <p:xfrm>
          <a:off x="4838989" y="2538208"/>
          <a:ext cx="3240088" cy="202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2110" name="Visio" r:id="rId2" imgW="1423035" imgH="882015" progId="Visio.Drawing.11">
                  <p:embed/>
                </p:oleObj>
              </mc:Choice>
              <mc:Fallback>
                <p:oleObj name="Visio" r:id="rId2" imgW="1423035" imgH="882015" progId="Visio.Drawing.11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38989" y="2538208"/>
                        <a:ext cx="3240088" cy="2025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5" name="Object 31"/>
          <p:cNvGraphicFramePr>
            <a:graphicFrameLocks noChangeAspect="1"/>
          </p:cNvGraphicFramePr>
          <p:nvPr/>
        </p:nvGraphicFramePr>
        <p:xfrm>
          <a:off x="897710" y="3023897"/>
          <a:ext cx="3617913" cy="550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2111" name="Equation" r:id="rId4" imgW="41757600" imgH="6400800" progId="Equation.DSMT4">
                  <p:embed/>
                </p:oleObj>
              </mc:Choice>
              <mc:Fallback>
                <p:oleObj name="Equation" r:id="rId4" imgW="41757600" imgH="64008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7710" y="3023897"/>
                        <a:ext cx="3617913" cy="550863"/>
                      </a:xfrm>
                      <a:prstGeom prst="rect">
                        <a:avLst/>
                      </a:prstGeom>
                      <a:noFill/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7" name="组合 56"/>
          <p:cNvGrpSpPr/>
          <p:nvPr/>
        </p:nvGrpSpPr>
        <p:grpSpPr>
          <a:xfrm>
            <a:off x="1919536" y="5969893"/>
            <a:ext cx="8242175" cy="792000"/>
            <a:chOff x="722313" y="5373216"/>
            <a:chExt cx="8242175" cy="792000"/>
          </a:xfrm>
        </p:grpSpPr>
        <p:sp>
          <p:nvSpPr>
            <p:cNvPr id="60" name="矩形 59"/>
            <p:cNvSpPr/>
            <p:nvPr/>
          </p:nvSpPr>
          <p:spPr bwMode="auto">
            <a:xfrm>
              <a:off x="722313" y="5373216"/>
              <a:ext cx="8242175" cy="792000"/>
            </a:xfrm>
            <a:prstGeom prst="rect">
              <a:avLst/>
            </a:prstGeom>
            <a:solidFill>
              <a:srgbClr val="FFFF99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ctr" anchorCtr="0" compatLnSpc="1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pSp>
          <p:nvGrpSpPr>
            <p:cNvPr id="61" name="组合 60"/>
            <p:cNvGrpSpPr/>
            <p:nvPr/>
          </p:nvGrpSpPr>
          <p:grpSpPr>
            <a:xfrm>
              <a:off x="759891" y="5500463"/>
              <a:ext cx="8171334" cy="527479"/>
              <a:chOff x="714725" y="5718037"/>
              <a:chExt cx="8171334" cy="527479"/>
            </a:xfrm>
            <a:solidFill>
              <a:srgbClr val="FFFF99"/>
            </a:solidFill>
          </p:grpSpPr>
          <p:graphicFrame>
            <p:nvGraphicFramePr>
              <p:cNvPr id="62" name="Object 41"/>
              <p:cNvGraphicFramePr>
                <a:graphicFrameLocks noChangeAspect="1"/>
              </p:cNvGraphicFramePr>
              <p:nvPr/>
            </p:nvGraphicFramePr>
            <p:xfrm>
              <a:off x="6197611" y="5789147"/>
              <a:ext cx="261938" cy="38100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22112" name="Equation" r:id="rId6" imgW="3048000" imgH="4572000" progId="Equation.DSMT4">
                      <p:embed/>
                    </p:oleObj>
                  </mc:Choice>
                  <mc:Fallback>
                    <p:oleObj name="Equation" r:id="rId6" imgW="3048000" imgH="4572000" progId="Equation.DSMT4">
                      <p:embed/>
                      <p:pic>
                        <p:nvPicPr>
                          <p:cNvPr id="0" name="Object 4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197611" y="5789147"/>
                            <a:ext cx="261938" cy="381000"/>
                          </a:xfrm>
                          <a:prstGeom prst="rect">
                            <a:avLst/>
                          </a:prstGeom>
                          <a:solidFill>
                            <a:srgbClr val="FFFF99"/>
                          </a:solidFill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63" name="Rectangle 43"/>
              <p:cNvSpPr>
                <a:spLocks noChangeArrowheads="1"/>
              </p:cNvSpPr>
              <p:nvPr/>
            </p:nvSpPr>
            <p:spPr bwMode="auto">
              <a:xfrm>
                <a:off x="714725" y="5720418"/>
                <a:ext cx="3386853" cy="52322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28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Times New Roman" panose="02020603050405020304" pitchFamily="18" charset="0"/>
                    <a:sym typeface="Symbol" panose="05050102010706020507" pitchFamily="18" charset="2"/>
                  </a:rPr>
                  <a:t>ψ</a:t>
                </a:r>
                <a:r>
                  <a:rPr kumimoji="0" lang="zh-CN" altLang="en-US" sz="28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楷体_GB2312"/>
                    <a:cs typeface="Times New Roman" panose="02020603050405020304" pitchFamily="18" charset="0"/>
                    <a:sym typeface="Symbol" panose="05050102010706020507" pitchFamily="18" charset="2"/>
                  </a:rPr>
                  <a:t>为功率表</a:t>
                </a: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FF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楷体_GB2312"/>
                    <a:cs typeface="Times New Roman" panose="02020603050405020304" pitchFamily="18" charset="0"/>
                    <a:sym typeface="Symbol" panose="05050102010706020507" pitchFamily="18" charset="2"/>
                  </a:rPr>
                  <a:t>测量电压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宋体" panose="02010600030101010101" pitchFamily="2" charset="-122"/>
                  <a:ea typeface="楷体_GB2312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64" name="Rectangle 44"/>
              <p:cNvSpPr>
                <a:spLocks noChangeArrowheads="1"/>
              </p:cNvSpPr>
              <p:nvPr/>
            </p:nvSpPr>
            <p:spPr bwMode="auto">
              <a:xfrm>
                <a:off x="4245372" y="5722296"/>
                <a:ext cx="1988045" cy="52322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楷体_GB2312"/>
                    <a:cs typeface="Times New Roman" panose="02020603050405020304" pitchFamily="18" charset="0"/>
                  </a:rPr>
                  <a:t>与</a:t>
                </a: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FF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楷体_GB2312"/>
                    <a:cs typeface="Times New Roman" panose="02020603050405020304" pitchFamily="18" charset="0"/>
                  </a:rPr>
                  <a:t>测量电流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宋体" panose="02010600030101010101" pitchFamily="2" charset="-122"/>
                  <a:ea typeface="楷体_GB231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Rectangle 47"/>
              <p:cNvSpPr>
                <a:spLocks noChangeArrowheads="1"/>
              </p:cNvSpPr>
              <p:nvPr/>
            </p:nvSpPr>
            <p:spPr bwMode="auto">
              <a:xfrm>
                <a:off x="6414789" y="5718037"/>
                <a:ext cx="2471270" cy="52322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楷体_GB2312"/>
                    <a:cs typeface="Times New Roman" panose="02020603050405020304" pitchFamily="18" charset="0"/>
                  </a:rPr>
                  <a:t>之间的相位差 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楷体_GB2312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66" name="Object 42"/>
              <p:cNvGraphicFramePr>
                <a:graphicFrameLocks noChangeAspect="1"/>
              </p:cNvGraphicFramePr>
              <p:nvPr/>
            </p:nvGraphicFramePr>
            <p:xfrm>
              <a:off x="4008146" y="5789147"/>
              <a:ext cx="314325" cy="3857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22113" name="Equation" r:id="rId8" imgW="3962400" imgH="4876800" progId="Equation.DSMT4">
                      <p:embed/>
                    </p:oleObj>
                  </mc:Choice>
                  <mc:Fallback>
                    <p:oleObj name="Equation" r:id="rId8" imgW="3962400" imgH="4876800" progId="Equation.DSMT4">
                      <p:embed/>
                      <p:pic>
                        <p:nvPicPr>
                          <p:cNvPr id="0" name="Object 4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008146" y="5789147"/>
                            <a:ext cx="314325" cy="385762"/>
                          </a:xfrm>
                          <a:prstGeom prst="rect">
                            <a:avLst/>
                          </a:prstGeom>
                          <a:solidFill>
                            <a:srgbClr val="FFFF99"/>
                          </a:solidFill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68" name="组合 67"/>
          <p:cNvGrpSpPr/>
          <p:nvPr/>
        </p:nvGrpSpPr>
        <p:grpSpPr>
          <a:xfrm>
            <a:off x="5011521" y="2737372"/>
            <a:ext cx="396176" cy="3430878"/>
            <a:chOff x="5652120" y="2564904"/>
            <a:chExt cx="396176" cy="3430878"/>
          </a:xfrm>
        </p:grpSpPr>
        <p:sp>
          <p:nvSpPr>
            <p:cNvPr id="69" name="矩形 68"/>
            <p:cNvSpPr/>
            <p:nvPr/>
          </p:nvSpPr>
          <p:spPr bwMode="auto">
            <a:xfrm>
              <a:off x="5652120" y="2564904"/>
              <a:ext cx="388556" cy="1826486"/>
            </a:xfrm>
            <a:prstGeom prst="rect">
              <a:avLst/>
            </a:prstGeom>
            <a:noFill/>
            <a:ln w="38100" cap="flat" cmpd="sng" algn="ctr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cxnSp>
          <p:nvCxnSpPr>
            <p:cNvPr id="70" name="直接箭头连接符 69"/>
            <p:cNvCxnSpPr>
              <a:stCxn id="69" idx="2"/>
              <a:endCxn id="66" idx="0"/>
            </p:cNvCxnSpPr>
            <p:nvPr/>
          </p:nvCxnSpPr>
          <p:spPr bwMode="auto">
            <a:xfrm>
              <a:off x="5846398" y="4391390"/>
              <a:ext cx="201898" cy="1604392"/>
            </a:xfrm>
            <a:prstGeom prst="straightConnector1">
              <a:avLst/>
            </a:prstGeom>
            <a:solidFill>
              <a:srgbClr val="DDDDDD"/>
            </a:solidFill>
            <a:ln w="38100" cap="flat" cmpd="sng" algn="ctr">
              <a:solidFill>
                <a:srgbClr val="FF00FF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grpSp>
        <p:nvGrpSpPr>
          <p:cNvPr id="71" name="组合 70"/>
          <p:cNvGrpSpPr/>
          <p:nvPr/>
        </p:nvGrpSpPr>
        <p:grpSpPr>
          <a:xfrm>
            <a:off x="5470421" y="2620208"/>
            <a:ext cx="2005385" cy="3548042"/>
            <a:chOff x="6111020" y="2447740"/>
            <a:chExt cx="2005385" cy="3548042"/>
          </a:xfrm>
        </p:grpSpPr>
        <p:sp>
          <p:nvSpPr>
            <p:cNvPr id="72" name="椭圆 71"/>
            <p:cNvSpPr/>
            <p:nvPr/>
          </p:nvSpPr>
          <p:spPr bwMode="auto">
            <a:xfrm>
              <a:off x="6111020" y="2447740"/>
              <a:ext cx="384511" cy="549700"/>
            </a:xfrm>
            <a:prstGeom prst="ellipse">
              <a:avLst/>
            </a:prstGeom>
            <a:noFill/>
            <a:ln w="38100" cap="flat" cmpd="sng" algn="ctr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ctr" anchorCtr="0" compatLnSpc="1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cxnSp>
          <p:nvCxnSpPr>
            <p:cNvPr id="73" name="直接箭头连接符 72"/>
            <p:cNvCxnSpPr>
              <a:stCxn id="72" idx="4"/>
            </p:cNvCxnSpPr>
            <p:nvPr/>
          </p:nvCxnSpPr>
          <p:spPr bwMode="auto">
            <a:xfrm>
              <a:off x="6303276" y="2997440"/>
              <a:ext cx="1813129" cy="2998342"/>
            </a:xfrm>
            <a:prstGeom prst="straightConnector1">
              <a:avLst/>
            </a:prstGeom>
            <a:solidFill>
              <a:srgbClr val="DDDDDD"/>
            </a:solidFill>
            <a:ln w="38100" cap="flat" cmpd="sng" algn="ctr">
              <a:solidFill>
                <a:srgbClr val="FF00FF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74" name="AutoShape 8" descr="40%"/>
          <p:cNvSpPr>
            <a:spLocks noChangeArrowheads="1"/>
          </p:cNvSpPr>
          <p:nvPr/>
        </p:nvSpPr>
        <p:spPr bwMode="auto">
          <a:xfrm>
            <a:off x="24958" y="5733256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10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ea typeface="楷体_GB2312"/>
              </a:rPr>
              <a:t>注意：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808080"/>
              </a:solidFill>
              <a:effectLst/>
              <a:uLnTx/>
              <a:uFillTx/>
              <a:ea typeface="楷体_GB2312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2" t="2152" r="29112" b="3520"/>
          <a:stretch>
            <a:fillRect/>
          </a:stretch>
        </p:blipFill>
        <p:spPr>
          <a:xfrm>
            <a:off x="8320063" y="934663"/>
            <a:ext cx="3744416" cy="4968552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 autoUpdateAnimBg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39" name="Rectangle 39"/>
          <p:cNvSpPr>
            <a:spLocks noChangeArrowheads="1"/>
          </p:cNvSpPr>
          <p:nvPr/>
        </p:nvSpPr>
        <p:spPr bwMode="auto">
          <a:xfrm>
            <a:off x="1336278" y="5618653"/>
            <a:ext cx="9655272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功率表测得的是平均功率，其三倍就是三相负载的平均功率 </a:t>
            </a:r>
            <a:endParaRPr lang="zh-CN" altLang="en-US" sz="2800" dirty="0">
              <a:solidFill>
                <a:srgbClr val="00B0F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6" name="Rectangle 3"/>
          <p:cNvSpPr>
            <a:spLocks noChangeArrowheads="1"/>
          </p:cNvSpPr>
          <p:nvPr/>
        </p:nvSpPr>
        <p:spPr bwMode="auto">
          <a:xfrm>
            <a:off x="839416" y="1628800"/>
            <a:ext cx="1072919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一功率表法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在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三相四线制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情况下，如果电路是三相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对称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的，则可用一功率表法。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51" name="Object 19"/>
          <p:cNvGraphicFramePr>
            <a:graphicFrameLocks noChangeAspect="1"/>
          </p:cNvGraphicFramePr>
          <p:nvPr/>
        </p:nvGraphicFramePr>
        <p:xfrm>
          <a:off x="1830388" y="2878138"/>
          <a:ext cx="3219450" cy="202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5305" name="Visio" r:id="rId1" imgW="1423035" imgH="882015" progId="Visio.Drawing.11">
                  <p:embed/>
                </p:oleObj>
              </mc:Choice>
              <mc:Fallback>
                <p:oleObj name="Visio" r:id="rId1" imgW="1423035" imgH="882015" progId="Visio.Drawing.11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0388" y="2878138"/>
                        <a:ext cx="3219450" cy="2025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7" name="Object 33"/>
          <p:cNvGraphicFramePr>
            <a:graphicFrameLocks noChangeAspect="1"/>
          </p:cNvGraphicFramePr>
          <p:nvPr/>
        </p:nvGraphicFramePr>
        <p:xfrm>
          <a:off x="1512535" y="6216323"/>
          <a:ext cx="21653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5306" name="Equation" r:id="rId3" imgW="24993600" imgH="5486400" progId="Equation.DSMT4">
                  <p:embed/>
                </p:oleObj>
              </mc:Choice>
              <mc:Fallback>
                <p:oleObj name="Equation" r:id="rId3" imgW="24993600" imgH="54864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12535" y="6216323"/>
                        <a:ext cx="2165350" cy="473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" name="Rectangle 26"/>
          <p:cNvSpPr>
            <a:spLocks noChangeArrowheads="1"/>
          </p:cNvSpPr>
          <p:nvPr/>
        </p:nvSpPr>
        <p:spPr bwMode="auto">
          <a:xfrm>
            <a:off x="5994447" y="2677917"/>
            <a:ext cx="242061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357505" indent="-357505">
              <a:lnSpc>
                <a:spcPct val="120000"/>
              </a:lnSpc>
              <a:spcBef>
                <a:spcPts val="0"/>
              </a:spcBef>
            </a:pPr>
            <a:r>
              <a:rPr lang="zh-CN" altLang="en-US" sz="28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功率表读数：</a:t>
            </a:r>
            <a:endParaRPr lang="zh-CN" altLang="en-US" sz="28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2" name="Object 31"/>
          <p:cNvGraphicFramePr>
            <a:graphicFrameLocks noChangeAspect="1"/>
          </p:cNvGraphicFramePr>
          <p:nvPr/>
        </p:nvGraphicFramePr>
        <p:xfrm>
          <a:off x="6503162" y="3294700"/>
          <a:ext cx="2586037" cy="10493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5307" name="Equation" r:id="rId5" imgW="29870400" imgH="12192000" progId="Equation.DSMT4">
                  <p:embed/>
                </p:oleObj>
              </mc:Choice>
              <mc:Fallback>
                <p:oleObj name="Equation" r:id="rId5" imgW="29870400" imgH="121920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03162" y="3294700"/>
                        <a:ext cx="2586037" cy="1049337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3" name="Object 31"/>
          <p:cNvGraphicFramePr>
            <a:graphicFrameLocks noChangeAspect="1"/>
          </p:cNvGraphicFramePr>
          <p:nvPr/>
        </p:nvGraphicFramePr>
        <p:xfrm>
          <a:off x="6985000" y="4418013"/>
          <a:ext cx="1690688" cy="471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95308" name="Equation" r:id="rId7" imgW="19507200" imgH="5486400" progId="Equation.DSMT4">
                  <p:embed/>
                </p:oleObj>
              </mc:Choice>
              <mc:Fallback>
                <p:oleObj name="Equation" r:id="rId7" imgW="19507200" imgH="54864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85000" y="4418013"/>
                        <a:ext cx="1690688" cy="471487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" name="Rectangle 4"/>
          <p:cNvSpPr>
            <a:spLocks noChangeArrowheads="1"/>
          </p:cNvSpPr>
          <p:nvPr/>
        </p:nvSpPr>
        <p:spPr bwMode="auto">
          <a:xfrm>
            <a:off x="983060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49" name="Group 7"/>
          <p:cNvGrpSpPr/>
          <p:nvPr/>
        </p:nvGrpSpPr>
        <p:grpSpPr bwMode="auto">
          <a:xfrm>
            <a:off x="905272" y="1483990"/>
            <a:ext cx="4718050" cy="171450"/>
            <a:chOff x="288" y="576"/>
            <a:chExt cx="2972" cy="108"/>
          </a:xfrm>
        </p:grpSpPr>
        <p:pic>
          <p:nvPicPr>
            <p:cNvPr id="54" name="Picture 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" name="Picture 1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8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0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9" name="Picture 1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1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2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2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2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2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27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8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9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30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31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32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33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34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35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36" descr="Green and Black Diamon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79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39" grpId="0"/>
      <p:bldP spid="46" grpId="0"/>
      <p:bldP spid="50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2"/>
          <p:cNvSpPr txBox="1">
            <a:spLocks noChangeArrowheads="1"/>
          </p:cNvSpPr>
          <p:nvPr/>
        </p:nvSpPr>
        <p:spPr bwMode="auto">
          <a:xfrm>
            <a:off x="551384" y="809129"/>
            <a:ext cx="11017224" cy="1630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图示对称三相电路中，电源线电压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380W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，电流表读数为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。试求负载功率因数及三相负载有功功率和无功功率。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4" name="Group 37"/>
          <p:cNvGrpSpPr/>
          <p:nvPr/>
        </p:nvGrpSpPr>
        <p:grpSpPr bwMode="auto">
          <a:xfrm>
            <a:off x="1466857" y="2330181"/>
            <a:ext cx="3432175" cy="2006600"/>
            <a:chOff x="2958" y="1073"/>
            <a:chExt cx="2162" cy="1264"/>
          </a:xfrm>
        </p:grpSpPr>
        <p:sp>
          <p:nvSpPr>
            <p:cNvPr id="45" name="Line 4"/>
            <p:cNvSpPr>
              <a:spLocks noChangeShapeType="1"/>
            </p:cNvSpPr>
            <p:nvPr/>
          </p:nvSpPr>
          <p:spPr bwMode="auto">
            <a:xfrm>
              <a:off x="3972" y="1161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4386" y="1338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7" name="Text Box 6"/>
            <p:cNvSpPr txBox="1">
              <a:spLocks noChangeArrowheads="1"/>
            </p:cNvSpPr>
            <p:nvPr/>
          </p:nvSpPr>
          <p:spPr bwMode="auto">
            <a:xfrm>
              <a:off x="4527" y="1312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三相对称星形负载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3300" y="1434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8"/>
            <p:cNvSpPr>
              <a:spLocks noChangeShapeType="1"/>
            </p:cNvSpPr>
            <p:nvPr/>
          </p:nvSpPr>
          <p:spPr bwMode="auto">
            <a:xfrm>
              <a:off x="3300" y="181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9"/>
            <p:cNvSpPr>
              <a:spLocks noChangeShapeType="1"/>
            </p:cNvSpPr>
            <p:nvPr/>
          </p:nvSpPr>
          <p:spPr bwMode="auto">
            <a:xfrm>
              <a:off x="3300" y="219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Oval 10"/>
            <p:cNvSpPr>
              <a:spLocks noChangeArrowheads="1"/>
            </p:cNvSpPr>
            <p:nvPr/>
          </p:nvSpPr>
          <p:spPr bwMode="auto">
            <a:xfrm>
              <a:off x="3812" y="127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11"/>
            <p:cNvSpPr>
              <a:spLocks noChangeArrowheads="1"/>
            </p:cNvSpPr>
            <p:nvPr/>
          </p:nvSpPr>
          <p:spPr bwMode="auto">
            <a:xfrm>
              <a:off x="3494" y="203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Text Box 12"/>
            <p:cNvSpPr txBox="1">
              <a:spLocks noChangeArrowheads="1"/>
            </p:cNvSpPr>
            <p:nvPr/>
          </p:nvSpPr>
          <p:spPr bwMode="auto">
            <a:xfrm>
              <a:off x="3828" y="1313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baseline="-25000" dirty="0"/>
            </a:p>
          </p:txBody>
        </p:sp>
        <p:sp>
          <p:nvSpPr>
            <p:cNvPr id="54" name="Text Box 13"/>
            <p:cNvSpPr txBox="1">
              <a:spLocks noChangeArrowheads="1"/>
            </p:cNvSpPr>
            <p:nvPr/>
          </p:nvSpPr>
          <p:spPr bwMode="auto">
            <a:xfrm>
              <a:off x="3526" y="205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A</a:t>
              </a:r>
              <a:endParaRPr lang="en-US" altLang="zh-CN" sz="2000" baseline="-25000" dirty="0"/>
            </a:p>
          </p:txBody>
        </p:sp>
        <p:sp>
          <p:nvSpPr>
            <p:cNvPr id="55" name="Line 14"/>
            <p:cNvSpPr>
              <a:spLocks noChangeShapeType="1"/>
            </p:cNvSpPr>
            <p:nvPr/>
          </p:nvSpPr>
          <p:spPr bwMode="auto">
            <a:xfrm flipV="1">
              <a:off x="3625" y="1161"/>
              <a:ext cx="0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Line 15"/>
            <p:cNvSpPr>
              <a:spLocks noChangeShapeType="1"/>
            </p:cNvSpPr>
            <p:nvPr/>
          </p:nvSpPr>
          <p:spPr bwMode="auto">
            <a:xfrm>
              <a:off x="3618" y="1170"/>
              <a:ext cx="35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Text Box 18"/>
            <p:cNvSpPr txBox="1">
              <a:spLocks noChangeArrowheads="1"/>
            </p:cNvSpPr>
            <p:nvPr/>
          </p:nvSpPr>
          <p:spPr bwMode="auto">
            <a:xfrm>
              <a:off x="3607" y="1391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8" name="Text Box 20"/>
            <p:cNvSpPr txBox="1">
              <a:spLocks noChangeArrowheads="1"/>
            </p:cNvSpPr>
            <p:nvPr/>
          </p:nvSpPr>
          <p:spPr bwMode="auto">
            <a:xfrm>
              <a:off x="3936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9" name="Oval 23"/>
            <p:cNvSpPr>
              <a:spLocks noChangeArrowheads="1"/>
            </p:cNvSpPr>
            <p:nvPr/>
          </p:nvSpPr>
          <p:spPr bwMode="auto">
            <a:xfrm>
              <a:off x="3943" y="2165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4"/>
            <p:cNvSpPr>
              <a:spLocks noChangeArrowheads="1"/>
            </p:cNvSpPr>
            <p:nvPr/>
          </p:nvSpPr>
          <p:spPr bwMode="auto">
            <a:xfrm>
              <a:off x="3596" y="1783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5"/>
            <p:cNvSpPr>
              <a:spLocks noChangeArrowheads="1"/>
            </p:cNvSpPr>
            <p:nvPr/>
          </p:nvSpPr>
          <p:spPr bwMode="auto">
            <a:xfrm>
              <a:off x="3247" y="216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6"/>
            <p:cNvSpPr>
              <a:spLocks noChangeArrowheads="1"/>
            </p:cNvSpPr>
            <p:nvPr/>
          </p:nvSpPr>
          <p:spPr bwMode="auto">
            <a:xfrm>
              <a:off x="3247" y="178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7"/>
            <p:cNvSpPr>
              <a:spLocks noChangeArrowheads="1"/>
            </p:cNvSpPr>
            <p:nvPr/>
          </p:nvSpPr>
          <p:spPr bwMode="auto">
            <a:xfrm>
              <a:off x="3247" y="1403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4" name="Text Box 28"/>
            <p:cNvSpPr txBox="1">
              <a:spLocks noChangeArrowheads="1"/>
            </p:cNvSpPr>
            <p:nvPr/>
          </p:nvSpPr>
          <p:spPr bwMode="auto">
            <a:xfrm>
              <a:off x="2958" y="128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5" name="Text Box 29"/>
            <p:cNvSpPr txBox="1">
              <a:spLocks noChangeArrowheads="1"/>
            </p:cNvSpPr>
            <p:nvPr/>
          </p:nvSpPr>
          <p:spPr bwMode="auto">
            <a:xfrm>
              <a:off x="2958" y="1663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83" name="Text Box 30"/>
            <p:cNvSpPr txBox="1">
              <a:spLocks noChangeArrowheads="1"/>
            </p:cNvSpPr>
            <p:nvPr/>
          </p:nvSpPr>
          <p:spPr bwMode="auto">
            <a:xfrm>
              <a:off x="2958" y="204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551116" y="4420937"/>
            <a:ext cx="82404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85" name="Object 33"/>
          <p:cNvGraphicFramePr>
            <a:graphicFrameLocks noChangeAspect="1"/>
          </p:cNvGraphicFramePr>
          <p:nvPr/>
        </p:nvGraphicFramePr>
        <p:xfrm>
          <a:off x="2327275" y="4518025"/>
          <a:ext cx="4225925" cy="525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0837" name="Equation" r:id="rId1" imgW="48768000" imgH="6096000" progId="Equation.DSMT4">
                  <p:embed/>
                </p:oleObj>
              </mc:Choice>
              <mc:Fallback>
                <p:oleObj name="Equation" r:id="rId1" imgW="48768000" imgH="60960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27275" y="4518025"/>
                        <a:ext cx="4225925" cy="525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6" name="Text Box 36"/>
          <p:cNvSpPr txBox="1">
            <a:spLocks noChangeArrowheads="1"/>
          </p:cNvSpPr>
          <p:nvPr/>
        </p:nvSpPr>
        <p:spPr bwMode="auto">
          <a:xfrm>
            <a:off x="1227037" y="4478172"/>
            <a:ext cx="11811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C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lang="zh-CN" altLang="en-US" dirty="0">
              <a:solidFill>
                <a:srgbClr val="C00000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7" name="组合 86"/>
          <p:cNvGrpSpPr/>
          <p:nvPr/>
        </p:nvGrpSpPr>
        <p:grpSpPr>
          <a:xfrm>
            <a:off x="2314631" y="5869106"/>
            <a:ext cx="6598396" cy="571382"/>
            <a:chOff x="1018475" y="4965670"/>
            <a:chExt cx="6598396" cy="571382"/>
          </a:xfrm>
        </p:grpSpPr>
        <p:graphicFrame>
          <p:nvGraphicFramePr>
            <p:cNvPr id="88" name="Object 42"/>
            <p:cNvGraphicFramePr>
              <a:graphicFrameLocks noChangeAspect="1"/>
            </p:cNvGraphicFramePr>
            <p:nvPr/>
          </p:nvGraphicFramePr>
          <p:xfrm>
            <a:off x="2755144" y="5017939"/>
            <a:ext cx="411163" cy="4603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838" name="Equation" r:id="rId3" imgW="5181600" imgH="5791200" progId="Equation.DSMT4">
                    <p:embed/>
                  </p:oleObj>
                </mc:Choice>
                <mc:Fallback>
                  <p:oleObj name="Equation" r:id="rId3" imgW="51816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55144" y="5017939"/>
                          <a:ext cx="411163" cy="46037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9" name="Object 41"/>
            <p:cNvGraphicFramePr>
              <a:graphicFrameLocks noChangeAspect="1"/>
            </p:cNvGraphicFramePr>
            <p:nvPr/>
          </p:nvGraphicFramePr>
          <p:xfrm>
            <a:off x="4755394" y="5054452"/>
            <a:ext cx="365125" cy="4826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839" name="Equation" r:id="rId5" imgW="4267200" imgH="5791200" progId="Equation.DSMT4">
                    <p:embed/>
                  </p:oleObj>
                </mc:Choice>
                <mc:Fallback>
                  <p:oleObj name="Equation" r:id="rId5" imgW="42672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55394" y="5054452"/>
                          <a:ext cx="365125" cy="48260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0" name="Rectangle 43"/>
            <p:cNvSpPr>
              <a:spLocks noChangeArrowheads="1"/>
            </p:cNvSpPr>
            <p:nvPr/>
          </p:nvSpPr>
          <p:spPr bwMode="auto">
            <a:xfrm>
              <a:off x="1018475" y="4965670"/>
              <a:ext cx="183736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φ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为相电压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91" name="Rectangle 44"/>
            <p:cNvSpPr>
              <a:spLocks noChangeArrowheads="1"/>
            </p:cNvSpPr>
            <p:nvPr/>
          </p:nvSpPr>
          <p:spPr bwMode="auto">
            <a:xfrm>
              <a:off x="3159785" y="4997222"/>
              <a:ext cx="1746798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与相电流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Rectangle 47"/>
            <p:cNvSpPr>
              <a:spLocks noChangeArrowheads="1"/>
            </p:cNvSpPr>
            <p:nvPr/>
          </p:nvSpPr>
          <p:spPr bwMode="auto">
            <a:xfrm>
              <a:off x="5087011" y="5009982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>
            <a:off x="2317757" y="5178323"/>
            <a:ext cx="6635148" cy="548617"/>
            <a:chOff x="981723" y="5574098"/>
            <a:chExt cx="6635148" cy="548617"/>
          </a:xfrm>
        </p:grpSpPr>
        <p:graphicFrame>
          <p:nvGraphicFramePr>
            <p:cNvPr id="94" name="Object 42"/>
            <p:cNvGraphicFramePr>
              <a:graphicFrameLocks noChangeAspect="1"/>
            </p:cNvGraphicFramePr>
            <p:nvPr/>
          </p:nvGraphicFramePr>
          <p:xfrm>
            <a:off x="2727398" y="5625807"/>
            <a:ext cx="555625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840" name="Equation" r:id="rId7" imgW="7010400" imgH="5791200" progId="Equation.DSMT4">
                    <p:embed/>
                  </p:oleObj>
                </mc:Choice>
                <mc:Fallback>
                  <p:oleObj name="Equation" r:id="rId7" imgW="70104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27398" y="5625807"/>
                          <a:ext cx="555625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5" name="Object 41"/>
            <p:cNvGraphicFramePr>
              <a:graphicFrameLocks noChangeAspect="1"/>
            </p:cNvGraphicFramePr>
            <p:nvPr/>
          </p:nvGraphicFramePr>
          <p:xfrm>
            <a:off x="4739647" y="5640115"/>
            <a:ext cx="392113" cy="4826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0841" name="Equation" r:id="rId9" imgW="4572000" imgH="5791200" progId="Equation.DSMT4">
                    <p:embed/>
                  </p:oleObj>
                </mc:Choice>
                <mc:Fallback>
                  <p:oleObj name="Equation" r:id="rId9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39647" y="5640115"/>
                          <a:ext cx="392113" cy="48260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6" name="Rectangle 43"/>
            <p:cNvSpPr>
              <a:spLocks noChangeArrowheads="1"/>
            </p:cNvSpPr>
            <p:nvPr/>
          </p:nvSpPr>
          <p:spPr bwMode="auto">
            <a:xfrm>
              <a:off x="981723" y="5581779"/>
              <a:ext cx="183736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φ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为相电压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97" name="Rectangle 44"/>
            <p:cNvSpPr>
              <a:spLocks noChangeArrowheads="1"/>
            </p:cNvSpPr>
            <p:nvPr/>
          </p:nvSpPr>
          <p:spPr bwMode="auto">
            <a:xfrm>
              <a:off x="3141879" y="5581818"/>
              <a:ext cx="1746798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与相电流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angle 47"/>
            <p:cNvSpPr>
              <a:spLocks noChangeArrowheads="1"/>
            </p:cNvSpPr>
            <p:nvPr/>
          </p:nvSpPr>
          <p:spPr bwMode="auto">
            <a:xfrm>
              <a:off x="5087011" y="5574098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99" name="Object 19"/>
          <p:cNvGraphicFramePr>
            <a:graphicFrameLocks noChangeAspect="1"/>
          </p:cNvGraphicFramePr>
          <p:nvPr/>
        </p:nvGraphicFramePr>
        <p:xfrm>
          <a:off x="7777257" y="2456685"/>
          <a:ext cx="3219450" cy="202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0842" name="Visio" r:id="rId11" imgW="1423035" imgH="882015" progId="Visio.Drawing.11">
                  <p:embed/>
                </p:oleObj>
              </mc:Choice>
              <mc:Fallback>
                <p:oleObj name="Visio" r:id="rId11" imgW="1423035" imgH="882015" progId="Visio.Drawing.11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77257" y="2456685"/>
                        <a:ext cx="3219450" cy="2025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0" name="Oval 87"/>
          <p:cNvSpPr>
            <a:spLocks noChangeArrowheads="1"/>
          </p:cNvSpPr>
          <p:nvPr/>
        </p:nvSpPr>
        <p:spPr bwMode="auto">
          <a:xfrm>
            <a:off x="4107282" y="4553396"/>
            <a:ext cx="576263" cy="504000"/>
          </a:xfrm>
          <a:prstGeom prst="ellipse">
            <a:avLst/>
          </a:prstGeom>
          <a:noFill/>
          <a:ln w="38100" algn="ctr">
            <a:solidFill>
              <a:srgbClr val="FF0000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6" grpId="0"/>
      <p:bldP spid="100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2"/>
          <p:cNvSpPr txBox="1">
            <a:spLocks noChangeArrowheads="1"/>
          </p:cNvSpPr>
          <p:nvPr/>
        </p:nvSpPr>
        <p:spPr bwMode="auto">
          <a:xfrm>
            <a:off x="551384" y="809129"/>
            <a:ext cx="11017224" cy="1630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图示对称三相电路中，电源线电压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380W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，电流表读数为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。试求负载功率因数及三相负载有功功率和无功功率。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4" name="Group 37"/>
          <p:cNvGrpSpPr/>
          <p:nvPr/>
        </p:nvGrpSpPr>
        <p:grpSpPr bwMode="auto">
          <a:xfrm>
            <a:off x="1466857" y="2330181"/>
            <a:ext cx="3432175" cy="2006600"/>
            <a:chOff x="2958" y="1073"/>
            <a:chExt cx="2162" cy="1264"/>
          </a:xfrm>
        </p:grpSpPr>
        <p:sp>
          <p:nvSpPr>
            <p:cNvPr id="45" name="Line 4"/>
            <p:cNvSpPr>
              <a:spLocks noChangeShapeType="1"/>
            </p:cNvSpPr>
            <p:nvPr/>
          </p:nvSpPr>
          <p:spPr bwMode="auto">
            <a:xfrm>
              <a:off x="3972" y="1161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4386" y="1338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7" name="Text Box 6"/>
            <p:cNvSpPr txBox="1">
              <a:spLocks noChangeArrowheads="1"/>
            </p:cNvSpPr>
            <p:nvPr/>
          </p:nvSpPr>
          <p:spPr bwMode="auto">
            <a:xfrm>
              <a:off x="4527" y="1312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三相对称星形负载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3300" y="1434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8"/>
            <p:cNvSpPr>
              <a:spLocks noChangeShapeType="1"/>
            </p:cNvSpPr>
            <p:nvPr/>
          </p:nvSpPr>
          <p:spPr bwMode="auto">
            <a:xfrm>
              <a:off x="3300" y="181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9"/>
            <p:cNvSpPr>
              <a:spLocks noChangeShapeType="1"/>
            </p:cNvSpPr>
            <p:nvPr/>
          </p:nvSpPr>
          <p:spPr bwMode="auto">
            <a:xfrm>
              <a:off x="3300" y="219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Oval 10"/>
            <p:cNvSpPr>
              <a:spLocks noChangeArrowheads="1"/>
            </p:cNvSpPr>
            <p:nvPr/>
          </p:nvSpPr>
          <p:spPr bwMode="auto">
            <a:xfrm>
              <a:off x="3812" y="127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11"/>
            <p:cNvSpPr>
              <a:spLocks noChangeArrowheads="1"/>
            </p:cNvSpPr>
            <p:nvPr/>
          </p:nvSpPr>
          <p:spPr bwMode="auto">
            <a:xfrm>
              <a:off x="3494" y="203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Text Box 12"/>
            <p:cNvSpPr txBox="1">
              <a:spLocks noChangeArrowheads="1"/>
            </p:cNvSpPr>
            <p:nvPr/>
          </p:nvSpPr>
          <p:spPr bwMode="auto">
            <a:xfrm>
              <a:off x="3828" y="1313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baseline="-25000" dirty="0"/>
            </a:p>
          </p:txBody>
        </p:sp>
        <p:sp>
          <p:nvSpPr>
            <p:cNvPr id="54" name="Text Box 13"/>
            <p:cNvSpPr txBox="1">
              <a:spLocks noChangeArrowheads="1"/>
            </p:cNvSpPr>
            <p:nvPr/>
          </p:nvSpPr>
          <p:spPr bwMode="auto">
            <a:xfrm>
              <a:off x="3526" y="205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A</a:t>
              </a:r>
              <a:endParaRPr lang="en-US" altLang="zh-CN" sz="2000" baseline="-25000" dirty="0"/>
            </a:p>
          </p:txBody>
        </p:sp>
        <p:sp>
          <p:nvSpPr>
            <p:cNvPr id="55" name="Line 14"/>
            <p:cNvSpPr>
              <a:spLocks noChangeShapeType="1"/>
            </p:cNvSpPr>
            <p:nvPr/>
          </p:nvSpPr>
          <p:spPr bwMode="auto">
            <a:xfrm flipV="1">
              <a:off x="3625" y="1161"/>
              <a:ext cx="0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Line 15"/>
            <p:cNvSpPr>
              <a:spLocks noChangeShapeType="1"/>
            </p:cNvSpPr>
            <p:nvPr/>
          </p:nvSpPr>
          <p:spPr bwMode="auto">
            <a:xfrm>
              <a:off x="3618" y="1170"/>
              <a:ext cx="35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Text Box 18"/>
            <p:cNvSpPr txBox="1">
              <a:spLocks noChangeArrowheads="1"/>
            </p:cNvSpPr>
            <p:nvPr/>
          </p:nvSpPr>
          <p:spPr bwMode="auto">
            <a:xfrm>
              <a:off x="3607" y="1391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8" name="Text Box 20"/>
            <p:cNvSpPr txBox="1">
              <a:spLocks noChangeArrowheads="1"/>
            </p:cNvSpPr>
            <p:nvPr/>
          </p:nvSpPr>
          <p:spPr bwMode="auto">
            <a:xfrm>
              <a:off x="3936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9" name="Oval 23"/>
            <p:cNvSpPr>
              <a:spLocks noChangeArrowheads="1"/>
            </p:cNvSpPr>
            <p:nvPr/>
          </p:nvSpPr>
          <p:spPr bwMode="auto">
            <a:xfrm>
              <a:off x="3943" y="2165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4"/>
            <p:cNvSpPr>
              <a:spLocks noChangeArrowheads="1"/>
            </p:cNvSpPr>
            <p:nvPr/>
          </p:nvSpPr>
          <p:spPr bwMode="auto">
            <a:xfrm>
              <a:off x="3596" y="1783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5"/>
            <p:cNvSpPr>
              <a:spLocks noChangeArrowheads="1"/>
            </p:cNvSpPr>
            <p:nvPr/>
          </p:nvSpPr>
          <p:spPr bwMode="auto">
            <a:xfrm>
              <a:off x="3247" y="216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6"/>
            <p:cNvSpPr>
              <a:spLocks noChangeArrowheads="1"/>
            </p:cNvSpPr>
            <p:nvPr/>
          </p:nvSpPr>
          <p:spPr bwMode="auto">
            <a:xfrm>
              <a:off x="3247" y="178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7"/>
            <p:cNvSpPr>
              <a:spLocks noChangeArrowheads="1"/>
            </p:cNvSpPr>
            <p:nvPr/>
          </p:nvSpPr>
          <p:spPr bwMode="auto">
            <a:xfrm>
              <a:off x="3247" y="1403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4" name="Text Box 28"/>
            <p:cNvSpPr txBox="1">
              <a:spLocks noChangeArrowheads="1"/>
            </p:cNvSpPr>
            <p:nvPr/>
          </p:nvSpPr>
          <p:spPr bwMode="auto">
            <a:xfrm>
              <a:off x="2958" y="128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5" name="Text Box 29"/>
            <p:cNvSpPr txBox="1">
              <a:spLocks noChangeArrowheads="1"/>
            </p:cNvSpPr>
            <p:nvPr/>
          </p:nvSpPr>
          <p:spPr bwMode="auto">
            <a:xfrm>
              <a:off x="2958" y="1663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83" name="Text Box 30"/>
            <p:cNvSpPr txBox="1">
              <a:spLocks noChangeArrowheads="1"/>
            </p:cNvSpPr>
            <p:nvPr/>
          </p:nvSpPr>
          <p:spPr bwMode="auto">
            <a:xfrm>
              <a:off x="2958" y="204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551116" y="4420937"/>
            <a:ext cx="82404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85" name="Object 33"/>
          <p:cNvGraphicFramePr>
            <a:graphicFrameLocks noChangeAspect="1"/>
          </p:cNvGraphicFramePr>
          <p:nvPr/>
        </p:nvGraphicFramePr>
        <p:xfrm>
          <a:off x="2327275" y="4518025"/>
          <a:ext cx="4225925" cy="525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8946" name="Equation" r:id="rId1" imgW="48768000" imgH="6096000" progId="Equation.DSMT4">
                  <p:embed/>
                </p:oleObj>
              </mc:Choice>
              <mc:Fallback>
                <p:oleObj name="Equation" r:id="rId1" imgW="48768000" imgH="60960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27275" y="4518025"/>
                        <a:ext cx="4225925" cy="525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6" name="Text Box 36"/>
          <p:cNvSpPr txBox="1">
            <a:spLocks noChangeArrowheads="1"/>
          </p:cNvSpPr>
          <p:nvPr/>
        </p:nvSpPr>
        <p:spPr bwMode="auto">
          <a:xfrm>
            <a:off x="1227037" y="4478172"/>
            <a:ext cx="11811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C00000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lang="zh-CN" altLang="en-US" dirty="0">
              <a:solidFill>
                <a:srgbClr val="C00000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93" name="组合 92"/>
          <p:cNvGrpSpPr/>
          <p:nvPr/>
        </p:nvGrpSpPr>
        <p:grpSpPr>
          <a:xfrm>
            <a:off x="2657388" y="5031981"/>
            <a:ext cx="6635148" cy="548617"/>
            <a:chOff x="981723" y="5574098"/>
            <a:chExt cx="6635148" cy="548617"/>
          </a:xfrm>
        </p:grpSpPr>
        <p:graphicFrame>
          <p:nvGraphicFramePr>
            <p:cNvPr id="94" name="Object 42"/>
            <p:cNvGraphicFramePr>
              <a:graphicFrameLocks noChangeAspect="1"/>
            </p:cNvGraphicFramePr>
            <p:nvPr/>
          </p:nvGraphicFramePr>
          <p:xfrm>
            <a:off x="2727398" y="5625807"/>
            <a:ext cx="555625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8947" name="Equation" r:id="rId3" imgW="7010400" imgH="5791200" progId="Equation.DSMT4">
                    <p:embed/>
                  </p:oleObj>
                </mc:Choice>
                <mc:Fallback>
                  <p:oleObj name="Equation" r:id="rId3" imgW="70104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27398" y="5625807"/>
                          <a:ext cx="555625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5" name="Object 41"/>
            <p:cNvGraphicFramePr>
              <a:graphicFrameLocks noChangeAspect="1"/>
            </p:cNvGraphicFramePr>
            <p:nvPr/>
          </p:nvGraphicFramePr>
          <p:xfrm>
            <a:off x="4739647" y="5640115"/>
            <a:ext cx="392113" cy="4826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8948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39647" y="5640115"/>
                          <a:ext cx="392113" cy="48260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6" name="Rectangle 43"/>
            <p:cNvSpPr>
              <a:spLocks noChangeArrowheads="1"/>
            </p:cNvSpPr>
            <p:nvPr/>
          </p:nvSpPr>
          <p:spPr bwMode="auto">
            <a:xfrm>
              <a:off x="981723" y="5581779"/>
              <a:ext cx="183736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φ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为相电压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97" name="Rectangle 44"/>
            <p:cNvSpPr>
              <a:spLocks noChangeArrowheads="1"/>
            </p:cNvSpPr>
            <p:nvPr/>
          </p:nvSpPr>
          <p:spPr bwMode="auto">
            <a:xfrm>
              <a:off x="3141879" y="5581818"/>
              <a:ext cx="1746798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与相电流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angle 47"/>
            <p:cNvSpPr>
              <a:spLocks noChangeArrowheads="1"/>
            </p:cNvSpPr>
            <p:nvPr/>
          </p:nvSpPr>
          <p:spPr bwMode="auto">
            <a:xfrm>
              <a:off x="5087011" y="5574098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99" name="Object 19"/>
          <p:cNvGraphicFramePr>
            <a:graphicFrameLocks noChangeAspect="1"/>
          </p:cNvGraphicFramePr>
          <p:nvPr/>
        </p:nvGraphicFramePr>
        <p:xfrm>
          <a:off x="7777257" y="2456685"/>
          <a:ext cx="3219450" cy="202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8949" name="Visio" r:id="rId7" imgW="1423035" imgH="882015" progId="Visio.Drawing.11">
                  <p:embed/>
                </p:oleObj>
              </mc:Choice>
              <mc:Fallback>
                <p:oleObj name="Visio" r:id="rId7" imgW="1423035" imgH="882015" progId="Visio.Drawing.11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77257" y="2456685"/>
                        <a:ext cx="3219450" cy="2025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0" name="Oval 87"/>
          <p:cNvSpPr>
            <a:spLocks noChangeArrowheads="1"/>
          </p:cNvSpPr>
          <p:nvPr/>
        </p:nvSpPr>
        <p:spPr bwMode="auto">
          <a:xfrm>
            <a:off x="4107282" y="4553396"/>
            <a:ext cx="576263" cy="504000"/>
          </a:xfrm>
          <a:prstGeom prst="ellipse">
            <a:avLst/>
          </a:prstGeom>
          <a:noFill/>
          <a:ln w="38100" algn="ctr">
            <a:solidFill>
              <a:srgbClr val="FF0000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56" name="Object 31"/>
          <p:cNvGraphicFramePr>
            <a:graphicFrameLocks noChangeAspect="1"/>
          </p:cNvGraphicFramePr>
          <p:nvPr/>
        </p:nvGraphicFramePr>
        <p:xfrm>
          <a:off x="2279650" y="5589588"/>
          <a:ext cx="6051550" cy="550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8950" name="Equation" r:id="rId9" imgW="69799200" imgH="6400800" progId="Equation.DSMT4">
                  <p:embed/>
                </p:oleObj>
              </mc:Choice>
              <mc:Fallback>
                <p:oleObj name="Equation" r:id="rId9" imgW="69799200" imgH="64008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79650" y="5589588"/>
                        <a:ext cx="6051550" cy="5508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7" name="Oval 87"/>
          <p:cNvSpPr>
            <a:spLocks noChangeArrowheads="1"/>
          </p:cNvSpPr>
          <p:nvPr/>
        </p:nvSpPr>
        <p:spPr bwMode="auto">
          <a:xfrm>
            <a:off x="6235112" y="5648472"/>
            <a:ext cx="576263" cy="504000"/>
          </a:xfrm>
          <a:prstGeom prst="ellipse">
            <a:avLst/>
          </a:prstGeom>
          <a:noFill/>
          <a:ln w="38100" algn="ctr">
            <a:solidFill>
              <a:srgbClr val="FF00FF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58" name="组合 57"/>
          <p:cNvGrpSpPr/>
          <p:nvPr/>
        </p:nvGrpSpPr>
        <p:grpSpPr>
          <a:xfrm>
            <a:off x="2656494" y="6152224"/>
            <a:ext cx="4503733" cy="597915"/>
            <a:chOff x="1373188" y="6561483"/>
            <a:chExt cx="4503733" cy="597915"/>
          </a:xfrm>
        </p:grpSpPr>
        <p:graphicFrame>
          <p:nvGraphicFramePr>
            <p:cNvPr id="59" name="Object 42"/>
            <p:cNvGraphicFramePr>
              <a:graphicFrameLocks noChangeAspect="1"/>
            </p:cNvGraphicFramePr>
            <p:nvPr/>
          </p:nvGraphicFramePr>
          <p:xfrm>
            <a:off x="2183546" y="6650909"/>
            <a:ext cx="603738" cy="4586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8951" name="Equation" r:id="rId11" imgW="7620000" imgH="5791200" progId="Equation.DSMT4">
                    <p:embed/>
                  </p:oleObj>
                </mc:Choice>
                <mc:Fallback>
                  <p:oleObj name="Equation" r:id="rId11" imgW="76200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83546" y="6650909"/>
                          <a:ext cx="603738" cy="4586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0" name="Object 41"/>
            <p:cNvGraphicFramePr>
              <a:graphicFrameLocks noChangeAspect="1"/>
            </p:cNvGraphicFramePr>
            <p:nvPr/>
          </p:nvGraphicFramePr>
          <p:xfrm>
            <a:off x="3102342" y="6677286"/>
            <a:ext cx="392723" cy="4821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8952" name="Equation" r:id="rId13" imgW="4572000" imgH="5791200" progId="Equation.DSMT4">
                    <p:embed/>
                  </p:oleObj>
                </mc:Choice>
                <mc:Fallback>
                  <p:oleObj name="Equation" r:id="rId13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02342" y="6677286"/>
                          <a:ext cx="392723" cy="48211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61" name="Rectangle 43"/>
            <p:cNvSpPr>
              <a:spLocks noChangeArrowheads="1"/>
            </p:cNvSpPr>
            <p:nvPr/>
          </p:nvSpPr>
          <p:spPr bwMode="auto">
            <a:xfrm>
              <a:off x="1373188" y="6561483"/>
              <a:ext cx="785793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ψ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62" name="Rectangle 44"/>
            <p:cNvSpPr>
              <a:spLocks noChangeArrowheads="1"/>
            </p:cNvSpPr>
            <p:nvPr/>
          </p:nvSpPr>
          <p:spPr bwMode="auto">
            <a:xfrm>
              <a:off x="2683242" y="6627463"/>
              <a:ext cx="545123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angle 47"/>
            <p:cNvSpPr>
              <a:spLocks noChangeArrowheads="1"/>
            </p:cNvSpPr>
            <p:nvPr/>
          </p:nvSpPr>
          <p:spPr bwMode="auto">
            <a:xfrm>
              <a:off x="3347061" y="6630356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7" name="组合 66"/>
          <p:cNvGrpSpPr/>
          <p:nvPr/>
        </p:nvGrpSpPr>
        <p:grpSpPr>
          <a:xfrm>
            <a:off x="9159295" y="5649176"/>
            <a:ext cx="2184400" cy="519112"/>
            <a:chOff x="6706933" y="6213464"/>
            <a:chExt cx="2184400" cy="519112"/>
          </a:xfrm>
        </p:grpSpPr>
        <p:graphicFrame>
          <p:nvGraphicFramePr>
            <p:cNvPr id="76" name="Object 31"/>
            <p:cNvGraphicFramePr>
              <a:graphicFrameLocks noChangeAspect="1"/>
            </p:cNvGraphicFramePr>
            <p:nvPr/>
          </p:nvGraphicFramePr>
          <p:xfrm>
            <a:off x="7888033" y="6278062"/>
            <a:ext cx="1003300" cy="3683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08953" name="Equation" r:id="rId15" imgW="11582400" imgH="4267200" progId="Equation.DSMT4">
                    <p:embed/>
                  </p:oleObj>
                </mc:Choice>
                <mc:Fallback>
                  <p:oleObj name="Equation" r:id="rId15" imgW="11582400" imgH="4267200" progId="Equation.DSMT4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888033" y="6278062"/>
                          <a:ext cx="1003300" cy="368300"/>
                        </a:xfrm>
                        <a:prstGeom prst="rect">
                          <a:avLst/>
                        </a:prstGeom>
                        <a:solidFill>
                          <a:srgbClr val="FFFF99"/>
                        </a:solidFill>
                        <a:ln w="38100">
                          <a:solidFill>
                            <a:srgbClr val="FF0000"/>
                          </a:solidFill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" name="Text Box 36"/>
            <p:cNvSpPr txBox="1">
              <a:spLocks noChangeArrowheads="1"/>
            </p:cNvSpPr>
            <p:nvPr/>
          </p:nvSpPr>
          <p:spPr bwMode="auto">
            <a:xfrm>
              <a:off x="6706933" y="6213464"/>
              <a:ext cx="1181100" cy="519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lang="zh-CN" altLang="en-US" dirty="0">
                  <a:solidFill>
                    <a:srgbClr val="FF0000"/>
                  </a:solidFill>
                  <a:ea typeface="宋体" panose="02010600030101010101" pitchFamily="2" charset="-122"/>
                  <a:cs typeface="Times New Roman" panose="02020603050405020304" pitchFamily="18" charset="0"/>
                </a:rPr>
                <a:t>关键：</a:t>
              </a:r>
              <a:endParaRPr lang="zh-CN" altLang="en-US" dirty="0">
                <a:solidFill>
                  <a:srgbClr val="FF0000"/>
                </a:solidFill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2"/>
          <p:cNvSpPr txBox="1">
            <a:spLocks noChangeArrowheads="1"/>
          </p:cNvSpPr>
          <p:nvPr/>
        </p:nvSpPr>
        <p:spPr bwMode="auto">
          <a:xfrm>
            <a:off x="551384" y="809129"/>
            <a:ext cx="11017224" cy="1630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图示对称三相电路中，电源线电压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380W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，电流表读数为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。试求负载功率因数及三相负载有功功率和无功功率。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4" name="Group 37"/>
          <p:cNvGrpSpPr/>
          <p:nvPr/>
        </p:nvGrpSpPr>
        <p:grpSpPr bwMode="auto">
          <a:xfrm>
            <a:off x="1466857" y="2330181"/>
            <a:ext cx="3432175" cy="2006600"/>
            <a:chOff x="2958" y="1073"/>
            <a:chExt cx="2162" cy="1264"/>
          </a:xfrm>
        </p:grpSpPr>
        <p:sp>
          <p:nvSpPr>
            <p:cNvPr id="45" name="Line 4"/>
            <p:cNvSpPr>
              <a:spLocks noChangeShapeType="1"/>
            </p:cNvSpPr>
            <p:nvPr/>
          </p:nvSpPr>
          <p:spPr bwMode="auto">
            <a:xfrm>
              <a:off x="3972" y="1161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4386" y="1338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7" name="Text Box 6"/>
            <p:cNvSpPr txBox="1">
              <a:spLocks noChangeArrowheads="1"/>
            </p:cNvSpPr>
            <p:nvPr/>
          </p:nvSpPr>
          <p:spPr bwMode="auto">
            <a:xfrm>
              <a:off x="4527" y="1312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三相对称星形负载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3300" y="1434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8"/>
            <p:cNvSpPr>
              <a:spLocks noChangeShapeType="1"/>
            </p:cNvSpPr>
            <p:nvPr/>
          </p:nvSpPr>
          <p:spPr bwMode="auto">
            <a:xfrm>
              <a:off x="3300" y="181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9"/>
            <p:cNvSpPr>
              <a:spLocks noChangeShapeType="1"/>
            </p:cNvSpPr>
            <p:nvPr/>
          </p:nvSpPr>
          <p:spPr bwMode="auto">
            <a:xfrm>
              <a:off x="3300" y="219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Oval 10"/>
            <p:cNvSpPr>
              <a:spLocks noChangeArrowheads="1"/>
            </p:cNvSpPr>
            <p:nvPr/>
          </p:nvSpPr>
          <p:spPr bwMode="auto">
            <a:xfrm>
              <a:off x="3812" y="127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11"/>
            <p:cNvSpPr>
              <a:spLocks noChangeArrowheads="1"/>
            </p:cNvSpPr>
            <p:nvPr/>
          </p:nvSpPr>
          <p:spPr bwMode="auto">
            <a:xfrm>
              <a:off x="3494" y="203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Text Box 12"/>
            <p:cNvSpPr txBox="1">
              <a:spLocks noChangeArrowheads="1"/>
            </p:cNvSpPr>
            <p:nvPr/>
          </p:nvSpPr>
          <p:spPr bwMode="auto">
            <a:xfrm>
              <a:off x="3828" y="1313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baseline="-25000" dirty="0"/>
            </a:p>
          </p:txBody>
        </p:sp>
        <p:sp>
          <p:nvSpPr>
            <p:cNvPr id="54" name="Text Box 13"/>
            <p:cNvSpPr txBox="1">
              <a:spLocks noChangeArrowheads="1"/>
            </p:cNvSpPr>
            <p:nvPr/>
          </p:nvSpPr>
          <p:spPr bwMode="auto">
            <a:xfrm>
              <a:off x="3526" y="205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A</a:t>
              </a:r>
              <a:endParaRPr lang="en-US" altLang="zh-CN" sz="2000" baseline="-25000" dirty="0"/>
            </a:p>
          </p:txBody>
        </p:sp>
        <p:sp>
          <p:nvSpPr>
            <p:cNvPr id="55" name="Line 14"/>
            <p:cNvSpPr>
              <a:spLocks noChangeShapeType="1"/>
            </p:cNvSpPr>
            <p:nvPr/>
          </p:nvSpPr>
          <p:spPr bwMode="auto">
            <a:xfrm flipV="1">
              <a:off x="3625" y="1161"/>
              <a:ext cx="0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Line 15"/>
            <p:cNvSpPr>
              <a:spLocks noChangeShapeType="1"/>
            </p:cNvSpPr>
            <p:nvPr/>
          </p:nvSpPr>
          <p:spPr bwMode="auto">
            <a:xfrm>
              <a:off x="3618" y="1170"/>
              <a:ext cx="35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Text Box 18"/>
            <p:cNvSpPr txBox="1">
              <a:spLocks noChangeArrowheads="1"/>
            </p:cNvSpPr>
            <p:nvPr/>
          </p:nvSpPr>
          <p:spPr bwMode="auto">
            <a:xfrm>
              <a:off x="3607" y="1391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8" name="Text Box 20"/>
            <p:cNvSpPr txBox="1">
              <a:spLocks noChangeArrowheads="1"/>
            </p:cNvSpPr>
            <p:nvPr/>
          </p:nvSpPr>
          <p:spPr bwMode="auto">
            <a:xfrm>
              <a:off x="3936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9" name="Oval 23"/>
            <p:cNvSpPr>
              <a:spLocks noChangeArrowheads="1"/>
            </p:cNvSpPr>
            <p:nvPr/>
          </p:nvSpPr>
          <p:spPr bwMode="auto">
            <a:xfrm>
              <a:off x="3943" y="2165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4"/>
            <p:cNvSpPr>
              <a:spLocks noChangeArrowheads="1"/>
            </p:cNvSpPr>
            <p:nvPr/>
          </p:nvSpPr>
          <p:spPr bwMode="auto">
            <a:xfrm>
              <a:off x="3596" y="1783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5"/>
            <p:cNvSpPr>
              <a:spLocks noChangeArrowheads="1"/>
            </p:cNvSpPr>
            <p:nvPr/>
          </p:nvSpPr>
          <p:spPr bwMode="auto">
            <a:xfrm>
              <a:off x="3247" y="216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6"/>
            <p:cNvSpPr>
              <a:spLocks noChangeArrowheads="1"/>
            </p:cNvSpPr>
            <p:nvPr/>
          </p:nvSpPr>
          <p:spPr bwMode="auto">
            <a:xfrm>
              <a:off x="3247" y="178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7"/>
            <p:cNvSpPr>
              <a:spLocks noChangeArrowheads="1"/>
            </p:cNvSpPr>
            <p:nvPr/>
          </p:nvSpPr>
          <p:spPr bwMode="auto">
            <a:xfrm>
              <a:off x="3247" y="1403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4" name="Text Box 28"/>
            <p:cNvSpPr txBox="1">
              <a:spLocks noChangeArrowheads="1"/>
            </p:cNvSpPr>
            <p:nvPr/>
          </p:nvSpPr>
          <p:spPr bwMode="auto">
            <a:xfrm>
              <a:off x="2958" y="128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5" name="Text Box 29"/>
            <p:cNvSpPr txBox="1">
              <a:spLocks noChangeArrowheads="1"/>
            </p:cNvSpPr>
            <p:nvPr/>
          </p:nvSpPr>
          <p:spPr bwMode="auto">
            <a:xfrm>
              <a:off x="2958" y="1663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83" name="Text Box 30"/>
            <p:cNvSpPr txBox="1">
              <a:spLocks noChangeArrowheads="1"/>
            </p:cNvSpPr>
            <p:nvPr/>
          </p:nvSpPr>
          <p:spPr bwMode="auto">
            <a:xfrm>
              <a:off x="2958" y="204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551116" y="4420937"/>
            <a:ext cx="82404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99" name="Object 19"/>
          <p:cNvGraphicFramePr>
            <a:graphicFrameLocks noChangeAspect="1"/>
          </p:cNvGraphicFramePr>
          <p:nvPr/>
        </p:nvGraphicFramePr>
        <p:xfrm>
          <a:off x="7777257" y="2456685"/>
          <a:ext cx="3219450" cy="202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9686" name="Visio" r:id="rId1" imgW="1423035" imgH="882015" progId="Visio.Drawing.11">
                  <p:embed/>
                </p:oleObj>
              </mc:Choice>
              <mc:Fallback>
                <p:oleObj name="Visio" r:id="rId1" imgW="1423035" imgH="882015" progId="Visio.Drawing.11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77257" y="2456685"/>
                        <a:ext cx="3219450" cy="2025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6" name="Object 31"/>
          <p:cNvGraphicFramePr>
            <a:graphicFrameLocks noChangeAspect="1"/>
          </p:cNvGraphicFramePr>
          <p:nvPr/>
        </p:nvGraphicFramePr>
        <p:xfrm>
          <a:off x="1360488" y="4459288"/>
          <a:ext cx="6049962" cy="550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9687" name="Equation" r:id="rId3" imgW="69799200" imgH="6400800" progId="Equation.DSMT4">
                  <p:embed/>
                </p:oleObj>
              </mc:Choice>
              <mc:Fallback>
                <p:oleObj name="Equation" r:id="rId3" imgW="69799200" imgH="64008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60488" y="4459288"/>
                        <a:ext cx="6049962" cy="5508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" name="AutoShape 38"/>
          <p:cNvSpPr>
            <a:spLocks noChangeArrowheads="1"/>
          </p:cNvSpPr>
          <p:nvPr/>
        </p:nvSpPr>
        <p:spPr bwMode="auto">
          <a:xfrm>
            <a:off x="1407516" y="6312694"/>
            <a:ext cx="379413" cy="266700"/>
          </a:xfrm>
          <a:prstGeom prst="rightArrow">
            <a:avLst>
              <a:gd name="adj1" fmla="val 50000"/>
              <a:gd name="adj2" fmla="val 35566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79" name="Object 43"/>
          <p:cNvGraphicFramePr>
            <a:graphicFrameLocks noChangeAspect="1"/>
          </p:cNvGraphicFramePr>
          <p:nvPr/>
        </p:nvGraphicFramePr>
        <p:xfrm>
          <a:off x="2129016" y="6236153"/>
          <a:ext cx="1295400" cy="419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9688" name="Equation" r:id="rId5" imgW="14935200" imgH="4876800" progId="Equation.DSMT4">
                  <p:embed/>
                </p:oleObj>
              </mc:Choice>
              <mc:Fallback>
                <p:oleObj name="Equation" r:id="rId5" imgW="14935200" imgH="4876800" progId="Equation.DSMT4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9016" y="6236153"/>
                        <a:ext cx="1295400" cy="419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0" name="Oval 87"/>
          <p:cNvSpPr>
            <a:spLocks noChangeArrowheads="1"/>
          </p:cNvSpPr>
          <p:nvPr/>
        </p:nvSpPr>
        <p:spPr bwMode="auto">
          <a:xfrm>
            <a:off x="2590723" y="6154856"/>
            <a:ext cx="576263" cy="504000"/>
          </a:xfrm>
          <a:prstGeom prst="ellipse">
            <a:avLst/>
          </a:prstGeom>
          <a:noFill/>
          <a:ln w="38100" algn="ctr">
            <a:solidFill>
              <a:srgbClr val="FF0000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81" name="Rectangle 10"/>
          <p:cNvSpPr>
            <a:spLocks noChangeArrowheads="1"/>
          </p:cNvSpPr>
          <p:nvPr/>
        </p:nvSpPr>
        <p:spPr bwMode="auto">
          <a:xfrm>
            <a:off x="3570163" y="5941847"/>
            <a:ext cx="685800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6000" dirty="0">
                <a:solidFill>
                  <a:srgbClr val="FF0000"/>
                </a:solidFill>
                <a:ea typeface="宋体" panose="02010600030101010101" pitchFamily="2" charset="-122"/>
              </a:rPr>
              <a:t>？</a:t>
            </a:r>
            <a:endParaRPr lang="zh-CN" altLang="en-US" sz="6000" dirty="0">
              <a:solidFill>
                <a:srgbClr val="FF0000"/>
              </a:solidFill>
              <a:ea typeface="宋体" panose="02010600030101010101" pitchFamily="2" charset="-122"/>
            </a:endParaRPr>
          </a:p>
        </p:txBody>
      </p:sp>
      <p:grpSp>
        <p:nvGrpSpPr>
          <p:cNvPr id="82" name="Group 8"/>
          <p:cNvGrpSpPr/>
          <p:nvPr/>
        </p:nvGrpSpPr>
        <p:grpSpPr bwMode="auto">
          <a:xfrm>
            <a:off x="5417550" y="5315138"/>
            <a:ext cx="1219200" cy="1447800"/>
            <a:chOff x="2856" y="918"/>
            <a:chExt cx="1290" cy="2452"/>
          </a:xfrm>
        </p:grpSpPr>
        <p:sp>
          <p:nvSpPr>
            <p:cNvPr id="87" name="Freeform 9"/>
            <p:cNvSpPr/>
            <p:nvPr/>
          </p:nvSpPr>
          <p:spPr bwMode="auto">
            <a:xfrm>
              <a:off x="2856" y="1669"/>
              <a:ext cx="505" cy="835"/>
            </a:xfrm>
            <a:custGeom>
              <a:avLst/>
              <a:gdLst>
                <a:gd name="T0" fmla="*/ 267 w 505"/>
                <a:gd name="T1" fmla="*/ 124 h 835"/>
                <a:gd name="T2" fmla="*/ 319 w 505"/>
                <a:gd name="T3" fmla="*/ 72 h 835"/>
                <a:gd name="T4" fmla="*/ 392 w 505"/>
                <a:gd name="T5" fmla="*/ 21 h 835"/>
                <a:gd name="T6" fmla="*/ 443 w 505"/>
                <a:gd name="T7" fmla="*/ 0 h 835"/>
                <a:gd name="T8" fmla="*/ 505 w 505"/>
                <a:gd name="T9" fmla="*/ 4 h 835"/>
                <a:gd name="T10" fmla="*/ 505 w 505"/>
                <a:gd name="T11" fmla="*/ 52 h 835"/>
                <a:gd name="T12" fmla="*/ 474 w 505"/>
                <a:gd name="T13" fmla="*/ 93 h 835"/>
                <a:gd name="T14" fmla="*/ 416 w 505"/>
                <a:gd name="T15" fmla="*/ 124 h 835"/>
                <a:gd name="T16" fmla="*/ 271 w 505"/>
                <a:gd name="T17" fmla="*/ 190 h 835"/>
                <a:gd name="T18" fmla="*/ 133 w 505"/>
                <a:gd name="T19" fmla="*/ 269 h 835"/>
                <a:gd name="T20" fmla="*/ 75 w 505"/>
                <a:gd name="T21" fmla="*/ 289 h 835"/>
                <a:gd name="T22" fmla="*/ 55 w 505"/>
                <a:gd name="T23" fmla="*/ 320 h 835"/>
                <a:gd name="T24" fmla="*/ 75 w 505"/>
                <a:gd name="T25" fmla="*/ 351 h 835"/>
                <a:gd name="T26" fmla="*/ 195 w 505"/>
                <a:gd name="T27" fmla="*/ 467 h 835"/>
                <a:gd name="T28" fmla="*/ 250 w 505"/>
                <a:gd name="T29" fmla="*/ 505 h 835"/>
                <a:gd name="T30" fmla="*/ 332 w 505"/>
                <a:gd name="T31" fmla="*/ 570 h 835"/>
                <a:gd name="T32" fmla="*/ 416 w 505"/>
                <a:gd name="T33" fmla="*/ 632 h 835"/>
                <a:gd name="T34" fmla="*/ 412 w 505"/>
                <a:gd name="T35" fmla="*/ 663 h 835"/>
                <a:gd name="T36" fmla="*/ 350 w 505"/>
                <a:gd name="T37" fmla="*/ 673 h 835"/>
                <a:gd name="T38" fmla="*/ 257 w 505"/>
                <a:gd name="T39" fmla="*/ 673 h 835"/>
                <a:gd name="T40" fmla="*/ 199 w 505"/>
                <a:gd name="T41" fmla="*/ 704 h 835"/>
                <a:gd name="T42" fmla="*/ 178 w 505"/>
                <a:gd name="T43" fmla="*/ 783 h 835"/>
                <a:gd name="T44" fmla="*/ 178 w 505"/>
                <a:gd name="T45" fmla="*/ 825 h 835"/>
                <a:gd name="T46" fmla="*/ 154 w 505"/>
                <a:gd name="T47" fmla="*/ 835 h 835"/>
                <a:gd name="T48" fmla="*/ 116 w 505"/>
                <a:gd name="T49" fmla="*/ 797 h 835"/>
                <a:gd name="T50" fmla="*/ 123 w 505"/>
                <a:gd name="T51" fmla="*/ 731 h 835"/>
                <a:gd name="T52" fmla="*/ 157 w 505"/>
                <a:gd name="T53" fmla="*/ 683 h 835"/>
                <a:gd name="T54" fmla="*/ 226 w 505"/>
                <a:gd name="T55" fmla="*/ 642 h 835"/>
                <a:gd name="T56" fmla="*/ 301 w 505"/>
                <a:gd name="T57" fmla="*/ 622 h 835"/>
                <a:gd name="T58" fmla="*/ 308 w 505"/>
                <a:gd name="T59" fmla="*/ 601 h 835"/>
                <a:gd name="T60" fmla="*/ 271 w 505"/>
                <a:gd name="T61" fmla="*/ 560 h 835"/>
                <a:gd name="T62" fmla="*/ 113 w 505"/>
                <a:gd name="T63" fmla="*/ 457 h 835"/>
                <a:gd name="T64" fmla="*/ 65 w 505"/>
                <a:gd name="T65" fmla="*/ 416 h 835"/>
                <a:gd name="T66" fmla="*/ 20 w 505"/>
                <a:gd name="T67" fmla="*/ 361 h 835"/>
                <a:gd name="T68" fmla="*/ 0 w 505"/>
                <a:gd name="T69" fmla="*/ 299 h 835"/>
                <a:gd name="T70" fmla="*/ 13 w 505"/>
                <a:gd name="T71" fmla="*/ 262 h 835"/>
                <a:gd name="T72" fmla="*/ 92 w 505"/>
                <a:gd name="T73" fmla="*/ 238 h 835"/>
                <a:gd name="T74" fmla="*/ 188 w 505"/>
                <a:gd name="T75" fmla="*/ 197 h 835"/>
                <a:gd name="T76" fmla="*/ 250 w 505"/>
                <a:gd name="T77" fmla="*/ 154 h 835"/>
                <a:gd name="T78" fmla="*/ 267 w 505"/>
                <a:gd name="T79" fmla="*/ 12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835">
                  <a:moveTo>
                    <a:pt x="267" y="124"/>
                  </a:moveTo>
                  <a:lnTo>
                    <a:pt x="319" y="72"/>
                  </a:lnTo>
                  <a:lnTo>
                    <a:pt x="392" y="21"/>
                  </a:lnTo>
                  <a:lnTo>
                    <a:pt x="443" y="0"/>
                  </a:lnTo>
                  <a:lnTo>
                    <a:pt x="505" y="4"/>
                  </a:lnTo>
                  <a:lnTo>
                    <a:pt x="505" y="52"/>
                  </a:lnTo>
                  <a:lnTo>
                    <a:pt x="474" y="93"/>
                  </a:lnTo>
                  <a:lnTo>
                    <a:pt x="416" y="124"/>
                  </a:lnTo>
                  <a:lnTo>
                    <a:pt x="271" y="190"/>
                  </a:lnTo>
                  <a:lnTo>
                    <a:pt x="133" y="269"/>
                  </a:lnTo>
                  <a:lnTo>
                    <a:pt x="75" y="289"/>
                  </a:lnTo>
                  <a:lnTo>
                    <a:pt x="55" y="320"/>
                  </a:lnTo>
                  <a:lnTo>
                    <a:pt x="75" y="351"/>
                  </a:lnTo>
                  <a:lnTo>
                    <a:pt x="195" y="467"/>
                  </a:lnTo>
                  <a:lnTo>
                    <a:pt x="250" y="505"/>
                  </a:lnTo>
                  <a:lnTo>
                    <a:pt x="332" y="570"/>
                  </a:lnTo>
                  <a:lnTo>
                    <a:pt x="416" y="632"/>
                  </a:lnTo>
                  <a:lnTo>
                    <a:pt x="412" y="663"/>
                  </a:lnTo>
                  <a:lnTo>
                    <a:pt x="350" y="673"/>
                  </a:lnTo>
                  <a:lnTo>
                    <a:pt x="257" y="673"/>
                  </a:lnTo>
                  <a:lnTo>
                    <a:pt x="199" y="704"/>
                  </a:lnTo>
                  <a:lnTo>
                    <a:pt x="178" y="783"/>
                  </a:lnTo>
                  <a:lnTo>
                    <a:pt x="178" y="825"/>
                  </a:lnTo>
                  <a:lnTo>
                    <a:pt x="154" y="835"/>
                  </a:lnTo>
                  <a:lnTo>
                    <a:pt x="116" y="797"/>
                  </a:lnTo>
                  <a:lnTo>
                    <a:pt x="123" y="731"/>
                  </a:lnTo>
                  <a:lnTo>
                    <a:pt x="157" y="683"/>
                  </a:lnTo>
                  <a:lnTo>
                    <a:pt x="226" y="642"/>
                  </a:lnTo>
                  <a:lnTo>
                    <a:pt x="301" y="622"/>
                  </a:lnTo>
                  <a:lnTo>
                    <a:pt x="308" y="601"/>
                  </a:lnTo>
                  <a:lnTo>
                    <a:pt x="271" y="560"/>
                  </a:lnTo>
                  <a:lnTo>
                    <a:pt x="113" y="457"/>
                  </a:lnTo>
                  <a:lnTo>
                    <a:pt x="65" y="416"/>
                  </a:lnTo>
                  <a:lnTo>
                    <a:pt x="20" y="361"/>
                  </a:lnTo>
                  <a:lnTo>
                    <a:pt x="0" y="299"/>
                  </a:lnTo>
                  <a:lnTo>
                    <a:pt x="13" y="262"/>
                  </a:lnTo>
                  <a:lnTo>
                    <a:pt x="92" y="238"/>
                  </a:lnTo>
                  <a:lnTo>
                    <a:pt x="188" y="197"/>
                  </a:lnTo>
                  <a:lnTo>
                    <a:pt x="250" y="154"/>
                  </a:lnTo>
                  <a:lnTo>
                    <a:pt x="267" y="1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88" name="Freeform 10"/>
            <p:cNvSpPr/>
            <p:nvPr/>
          </p:nvSpPr>
          <p:spPr bwMode="auto">
            <a:xfrm>
              <a:off x="3306" y="1632"/>
              <a:ext cx="351" cy="799"/>
            </a:xfrm>
            <a:custGeom>
              <a:avLst/>
              <a:gdLst>
                <a:gd name="T0" fmla="*/ 75 w 351"/>
                <a:gd name="T1" fmla="*/ 61 h 799"/>
                <a:gd name="T2" fmla="*/ 106 w 351"/>
                <a:gd name="T3" fmla="*/ 10 h 799"/>
                <a:gd name="T4" fmla="*/ 144 w 351"/>
                <a:gd name="T5" fmla="*/ 0 h 799"/>
                <a:gd name="T6" fmla="*/ 196 w 351"/>
                <a:gd name="T7" fmla="*/ 0 h 799"/>
                <a:gd name="T8" fmla="*/ 261 w 351"/>
                <a:gd name="T9" fmla="*/ 37 h 799"/>
                <a:gd name="T10" fmla="*/ 302 w 351"/>
                <a:gd name="T11" fmla="*/ 120 h 799"/>
                <a:gd name="T12" fmla="*/ 333 w 351"/>
                <a:gd name="T13" fmla="*/ 227 h 799"/>
                <a:gd name="T14" fmla="*/ 351 w 351"/>
                <a:gd name="T15" fmla="*/ 336 h 799"/>
                <a:gd name="T16" fmla="*/ 351 w 351"/>
                <a:gd name="T17" fmla="*/ 484 h 799"/>
                <a:gd name="T18" fmla="*/ 313 w 351"/>
                <a:gd name="T19" fmla="*/ 645 h 799"/>
                <a:gd name="T20" fmla="*/ 258 w 351"/>
                <a:gd name="T21" fmla="*/ 740 h 799"/>
                <a:gd name="T22" fmla="*/ 185 w 351"/>
                <a:gd name="T23" fmla="*/ 788 h 799"/>
                <a:gd name="T24" fmla="*/ 117 w 351"/>
                <a:gd name="T25" fmla="*/ 799 h 799"/>
                <a:gd name="T26" fmla="*/ 65 w 351"/>
                <a:gd name="T27" fmla="*/ 768 h 799"/>
                <a:gd name="T28" fmla="*/ 24 w 351"/>
                <a:gd name="T29" fmla="*/ 730 h 799"/>
                <a:gd name="T30" fmla="*/ 13 w 351"/>
                <a:gd name="T31" fmla="*/ 669 h 799"/>
                <a:gd name="T32" fmla="*/ 0 w 351"/>
                <a:gd name="T33" fmla="*/ 552 h 799"/>
                <a:gd name="T34" fmla="*/ 10 w 351"/>
                <a:gd name="T35" fmla="*/ 408 h 799"/>
                <a:gd name="T36" fmla="*/ 41 w 351"/>
                <a:gd name="T37" fmla="*/ 258 h 799"/>
                <a:gd name="T38" fmla="*/ 61 w 351"/>
                <a:gd name="T39" fmla="*/ 150 h 799"/>
                <a:gd name="T40" fmla="*/ 75 w 351"/>
                <a:gd name="T41" fmla="*/ 61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1" h="799">
                  <a:moveTo>
                    <a:pt x="75" y="61"/>
                  </a:moveTo>
                  <a:lnTo>
                    <a:pt x="106" y="10"/>
                  </a:lnTo>
                  <a:lnTo>
                    <a:pt x="144" y="0"/>
                  </a:lnTo>
                  <a:lnTo>
                    <a:pt x="196" y="0"/>
                  </a:lnTo>
                  <a:lnTo>
                    <a:pt x="261" y="37"/>
                  </a:lnTo>
                  <a:lnTo>
                    <a:pt x="302" y="120"/>
                  </a:lnTo>
                  <a:lnTo>
                    <a:pt x="333" y="227"/>
                  </a:lnTo>
                  <a:lnTo>
                    <a:pt x="351" y="336"/>
                  </a:lnTo>
                  <a:lnTo>
                    <a:pt x="351" y="484"/>
                  </a:lnTo>
                  <a:lnTo>
                    <a:pt x="313" y="645"/>
                  </a:lnTo>
                  <a:lnTo>
                    <a:pt x="258" y="740"/>
                  </a:lnTo>
                  <a:lnTo>
                    <a:pt x="185" y="788"/>
                  </a:lnTo>
                  <a:lnTo>
                    <a:pt x="117" y="799"/>
                  </a:lnTo>
                  <a:lnTo>
                    <a:pt x="65" y="768"/>
                  </a:lnTo>
                  <a:lnTo>
                    <a:pt x="24" y="730"/>
                  </a:lnTo>
                  <a:lnTo>
                    <a:pt x="13" y="669"/>
                  </a:lnTo>
                  <a:lnTo>
                    <a:pt x="0" y="552"/>
                  </a:lnTo>
                  <a:lnTo>
                    <a:pt x="10" y="408"/>
                  </a:lnTo>
                  <a:lnTo>
                    <a:pt x="41" y="258"/>
                  </a:lnTo>
                  <a:lnTo>
                    <a:pt x="61" y="150"/>
                  </a:lnTo>
                  <a:lnTo>
                    <a:pt x="75" y="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89" name="Freeform 11"/>
            <p:cNvSpPr/>
            <p:nvPr/>
          </p:nvSpPr>
          <p:spPr bwMode="auto">
            <a:xfrm>
              <a:off x="3403" y="2327"/>
              <a:ext cx="205" cy="1043"/>
            </a:xfrm>
            <a:custGeom>
              <a:avLst/>
              <a:gdLst>
                <a:gd name="T0" fmla="*/ 99 w 205"/>
                <a:gd name="T1" fmla="*/ 185 h 1043"/>
                <a:gd name="T2" fmla="*/ 71 w 205"/>
                <a:gd name="T3" fmla="*/ 116 h 1043"/>
                <a:gd name="T4" fmla="*/ 71 w 205"/>
                <a:gd name="T5" fmla="*/ 41 h 1043"/>
                <a:gd name="T6" fmla="*/ 109 w 205"/>
                <a:gd name="T7" fmla="*/ 0 h 1043"/>
                <a:gd name="T8" fmla="*/ 153 w 205"/>
                <a:gd name="T9" fmla="*/ 20 h 1043"/>
                <a:gd name="T10" fmla="*/ 184 w 205"/>
                <a:gd name="T11" fmla="*/ 92 h 1043"/>
                <a:gd name="T12" fmla="*/ 201 w 205"/>
                <a:gd name="T13" fmla="*/ 216 h 1043"/>
                <a:gd name="T14" fmla="*/ 205 w 205"/>
                <a:gd name="T15" fmla="*/ 370 h 1043"/>
                <a:gd name="T16" fmla="*/ 194 w 205"/>
                <a:gd name="T17" fmla="*/ 504 h 1043"/>
                <a:gd name="T18" fmla="*/ 174 w 205"/>
                <a:gd name="T19" fmla="*/ 648 h 1043"/>
                <a:gd name="T20" fmla="*/ 174 w 205"/>
                <a:gd name="T21" fmla="*/ 823 h 1043"/>
                <a:gd name="T22" fmla="*/ 201 w 205"/>
                <a:gd name="T23" fmla="*/ 895 h 1043"/>
                <a:gd name="T24" fmla="*/ 191 w 205"/>
                <a:gd name="T25" fmla="*/ 929 h 1043"/>
                <a:gd name="T26" fmla="*/ 143 w 205"/>
                <a:gd name="T27" fmla="*/ 940 h 1043"/>
                <a:gd name="T28" fmla="*/ 92 w 205"/>
                <a:gd name="T29" fmla="*/ 988 h 1043"/>
                <a:gd name="T30" fmla="*/ 68 w 205"/>
                <a:gd name="T31" fmla="*/ 1029 h 1043"/>
                <a:gd name="T32" fmla="*/ 10 w 205"/>
                <a:gd name="T33" fmla="*/ 1043 h 1043"/>
                <a:gd name="T34" fmla="*/ 0 w 205"/>
                <a:gd name="T35" fmla="*/ 998 h 1043"/>
                <a:gd name="T36" fmla="*/ 20 w 205"/>
                <a:gd name="T37" fmla="*/ 960 h 1043"/>
                <a:gd name="T38" fmla="*/ 92 w 205"/>
                <a:gd name="T39" fmla="*/ 929 h 1043"/>
                <a:gd name="T40" fmla="*/ 143 w 205"/>
                <a:gd name="T41" fmla="*/ 906 h 1043"/>
                <a:gd name="T42" fmla="*/ 160 w 205"/>
                <a:gd name="T43" fmla="*/ 885 h 1043"/>
                <a:gd name="T44" fmla="*/ 140 w 205"/>
                <a:gd name="T45" fmla="*/ 827 h 1043"/>
                <a:gd name="T46" fmla="*/ 123 w 205"/>
                <a:gd name="T47" fmla="*/ 709 h 1043"/>
                <a:gd name="T48" fmla="*/ 119 w 205"/>
                <a:gd name="T49" fmla="*/ 569 h 1043"/>
                <a:gd name="T50" fmla="*/ 123 w 205"/>
                <a:gd name="T51" fmla="*/ 476 h 1043"/>
                <a:gd name="T52" fmla="*/ 129 w 205"/>
                <a:gd name="T53" fmla="*/ 350 h 1043"/>
                <a:gd name="T54" fmla="*/ 119 w 205"/>
                <a:gd name="T55" fmla="*/ 237 h 1043"/>
                <a:gd name="T56" fmla="*/ 99 w 205"/>
                <a:gd name="T57" fmla="*/ 18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5" h="1043">
                  <a:moveTo>
                    <a:pt x="99" y="185"/>
                  </a:moveTo>
                  <a:lnTo>
                    <a:pt x="71" y="116"/>
                  </a:lnTo>
                  <a:lnTo>
                    <a:pt x="71" y="41"/>
                  </a:lnTo>
                  <a:lnTo>
                    <a:pt x="109" y="0"/>
                  </a:lnTo>
                  <a:lnTo>
                    <a:pt x="153" y="20"/>
                  </a:lnTo>
                  <a:lnTo>
                    <a:pt x="184" y="92"/>
                  </a:lnTo>
                  <a:lnTo>
                    <a:pt x="201" y="216"/>
                  </a:lnTo>
                  <a:lnTo>
                    <a:pt x="205" y="370"/>
                  </a:lnTo>
                  <a:lnTo>
                    <a:pt x="194" y="504"/>
                  </a:lnTo>
                  <a:lnTo>
                    <a:pt x="174" y="648"/>
                  </a:lnTo>
                  <a:lnTo>
                    <a:pt x="174" y="823"/>
                  </a:lnTo>
                  <a:lnTo>
                    <a:pt x="201" y="895"/>
                  </a:lnTo>
                  <a:lnTo>
                    <a:pt x="191" y="929"/>
                  </a:lnTo>
                  <a:lnTo>
                    <a:pt x="143" y="940"/>
                  </a:lnTo>
                  <a:lnTo>
                    <a:pt x="92" y="988"/>
                  </a:lnTo>
                  <a:lnTo>
                    <a:pt x="68" y="1029"/>
                  </a:lnTo>
                  <a:lnTo>
                    <a:pt x="10" y="1043"/>
                  </a:lnTo>
                  <a:lnTo>
                    <a:pt x="0" y="998"/>
                  </a:lnTo>
                  <a:lnTo>
                    <a:pt x="20" y="960"/>
                  </a:lnTo>
                  <a:lnTo>
                    <a:pt x="92" y="929"/>
                  </a:lnTo>
                  <a:lnTo>
                    <a:pt x="143" y="906"/>
                  </a:lnTo>
                  <a:lnTo>
                    <a:pt x="160" y="885"/>
                  </a:lnTo>
                  <a:lnTo>
                    <a:pt x="140" y="827"/>
                  </a:lnTo>
                  <a:lnTo>
                    <a:pt x="123" y="709"/>
                  </a:lnTo>
                  <a:lnTo>
                    <a:pt x="119" y="569"/>
                  </a:lnTo>
                  <a:lnTo>
                    <a:pt x="123" y="476"/>
                  </a:lnTo>
                  <a:lnTo>
                    <a:pt x="129" y="350"/>
                  </a:lnTo>
                  <a:lnTo>
                    <a:pt x="119" y="237"/>
                  </a:lnTo>
                  <a:lnTo>
                    <a:pt x="99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90" name="Freeform 12"/>
            <p:cNvSpPr/>
            <p:nvPr/>
          </p:nvSpPr>
          <p:spPr bwMode="auto">
            <a:xfrm>
              <a:off x="3115" y="2329"/>
              <a:ext cx="320" cy="1040"/>
            </a:xfrm>
            <a:custGeom>
              <a:avLst/>
              <a:gdLst>
                <a:gd name="T0" fmla="*/ 197 w 320"/>
                <a:gd name="T1" fmla="*/ 96 h 1040"/>
                <a:gd name="T2" fmla="*/ 231 w 320"/>
                <a:gd name="T3" fmla="*/ 31 h 1040"/>
                <a:gd name="T4" fmla="*/ 272 w 320"/>
                <a:gd name="T5" fmla="*/ 0 h 1040"/>
                <a:gd name="T6" fmla="*/ 320 w 320"/>
                <a:gd name="T7" fmla="*/ 20 h 1040"/>
                <a:gd name="T8" fmla="*/ 313 w 320"/>
                <a:gd name="T9" fmla="*/ 82 h 1040"/>
                <a:gd name="T10" fmla="*/ 282 w 320"/>
                <a:gd name="T11" fmla="*/ 126 h 1040"/>
                <a:gd name="T12" fmla="*/ 221 w 320"/>
                <a:gd name="T13" fmla="*/ 237 h 1040"/>
                <a:gd name="T14" fmla="*/ 180 w 320"/>
                <a:gd name="T15" fmla="*/ 343 h 1040"/>
                <a:gd name="T16" fmla="*/ 156 w 320"/>
                <a:gd name="T17" fmla="*/ 456 h 1040"/>
                <a:gd name="T18" fmla="*/ 159 w 320"/>
                <a:gd name="T19" fmla="*/ 566 h 1040"/>
                <a:gd name="T20" fmla="*/ 197 w 320"/>
                <a:gd name="T21" fmla="*/ 713 h 1040"/>
                <a:gd name="T22" fmla="*/ 228 w 320"/>
                <a:gd name="T23" fmla="*/ 855 h 1040"/>
                <a:gd name="T24" fmla="*/ 272 w 320"/>
                <a:gd name="T25" fmla="*/ 916 h 1040"/>
                <a:gd name="T26" fmla="*/ 269 w 320"/>
                <a:gd name="T27" fmla="*/ 951 h 1040"/>
                <a:gd name="T28" fmla="*/ 231 w 320"/>
                <a:gd name="T29" fmla="*/ 968 h 1040"/>
                <a:gd name="T30" fmla="*/ 145 w 320"/>
                <a:gd name="T31" fmla="*/ 981 h 1040"/>
                <a:gd name="T32" fmla="*/ 84 w 320"/>
                <a:gd name="T33" fmla="*/ 1019 h 1040"/>
                <a:gd name="T34" fmla="*/ 52 w 320"/>
                <a:gd name="T35" fmla="*/ 1040 h 1040"/>
                <a:gd name="T36" fmla="*/ 0 w 320"/>
                <a:gd name="T37" fmla="*/ 992 h 1040"/>
                <a:gd name="T38" fmla="*/ 11 w 320"/>
                <a:gd name="T39" fmla="*/ 961 h 1040"/>
                <a:gd name="T40" fmla="*/ 62 w 320"/>
                <a:gd name="T41" fmla="*/ 940 h 1040"/>
                <a:gd name="T42" fmla="*/ 128 w 320"/>
                <a:gd name="T43" fmla="*/ 930 h 1040"/>
                <a:gd name="T44" fmla="*/ 190 w 320"/>
                <a:gd name="T45" fmla="*/ 930 h 1040"/>
                <a:gd name="T46" fmla="*/ 200 w 320"/>
                <a:gd name="T47" fmla="*/ 910 h 1040"/>
                <a:gd name="T48" fmla="*/ 190 w 320"/>
                <a:gd name="T49" fmla="*/ 875 h 1040"/>
                <a:gd name="T50" fmla="*/ 138 w 320"/>
                <a:gd name="T51" fmla="*/ 741 h 1040"/>
                <a:gd name="T52" fmla="*/ 104 w 320"/>
                <a:gd name="T53" fmla="*/ 610 h 1040"/>
                <a:gd name="T54" fmla="*/ 87 w 320"/>
                <a:gd name="T55" fmla="*/ 515 h 1040"/>
                <a:gd name="T56" fmla="*/ 84 w 320"/>
                <a:gd name="T57" fmla="*/ 426 h 1040"/>
                <a:gd name="T58" fmla="*/ 97 w 320"/>
                <a:gd name="T59" fmla="*/ 340 h 1040"/>
                <a:gd name="T60" fmla="*/ 128 w 320"/>
                <a:gd name="T61" fmla="*/ 251 h 1040"/>
                <a:gd name="T62" fmla="*/ 176 w 320"/>
                <a:gd name="T63" fmla="*/ 133 h 1040"/>
                <a:gd name="T64" fmla="*/ 197 w 320"/>
                <a:gd name="T65" fmla="*/ 96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0" h="1040">
                  <a:moveTo>
                    <a:pt x="197" y="96"/>
                  </a:moveTo>
                  <a:lnTo>
                    <a:pt x="231" y="31"/>
                  </a:lnTo>
                  <a:lnTo>
                    <a:pt x="272" y="0"/>
                  </a:lnTo>
                  <a:lnTo>
                    <a:pt x="320" y="20"/>
                  </a:lnTo>
                  <a:lnTo>
                    <a:pt x="313" y="82"/>
                  </a:lnTo>
                  <a:lnTo>
                    <a:pt x="282" y="126"/>
                  </a:lnTo>
                  <a:lnTo>
                    <a:pt x="221" y="237"/>
                  </a:lnTo>
                  <a:lnTo>
                    <a:pt x="180" y="343"/>
                  </a:lnTo>
                  <a:lnTo>
                    <a:pt x="156" y="456"/>
                  </a:lnTo>
                  <a:lnTo>
                    <a:pt x="159" y="566"/>
                  </a:lnTo>
                  <a:lnTo>
                    <a:pt x="197" y="713"/>
                  </a:lnTo>
                  <a:lnTo>
                    <a:pt x="228" y="855"/>
                  </a:lnTo>
                  <a:lnTo>
                    <a:pt x="272" y="916"/>
                  </a:lnTo>
                  <a:lnTo>
                    <a:pt x="269" y="951"/>
                  </a:lnTo>
                  <a:lnTo>
                    <a:pt x="231" y="968"/>
                  </a:lnTo>
                  <a:lnTo>
                    <a:pt x="145" y="981"/>
                  </a:lnTo>
                  <a:lnTo>
                    <a:pt x="84" y="1019"/>
                  </a:lnTo>
                  <a:lnTo>
                    <a:pt x="52" y="1040"/>
                  </a:lnTo>
                  <a:lnTo>
                    <a:pt x="0" y="992"/>
                  </a:lnTo>
                  <a:lnTo>
                    <a:pt x="11" y="961"/>
                  </a:lnTo>
                  <a:lnTo>
                    <a:pt x="62" y="940"/>
                  </a:lnTo>
                  <a:lnTo>
                    <a:pt x="128" y="930"/>
                  </a:lnTo>
                  <a:lnTo>
                    <a:pt x="190" y="930"/>
                  </a:lnTo>
                  <a:lnTo>
                    <a:pt x="200" y="910"/>
                  </a:lnTo>
                  <a:lnTo>
                    <a:pt x="190" y="875"/>
                  </a:lnTo>
                  <a:lnTo>
                    <a:pt x="138" y="741"/>
                  </a:lnTo>
                  <a:lnTo>
                    <a:pt x="104" y="610"/>
                  </a:lnTo>
                  <a:lnTo>
                    <a:pt x="87" y="515"/>
                  </a:lnTo>
                  <a:lnTo>
                    <a:pt x="84" y="426"/>
                  </a:lnTo>
                  <a:lnTo>
                    <a:pt x="97" y="340"/>
                  </a:lnTo>
                  <a:lnTo>
                    <a:pt x="128" y="251"/>
                  </a:lnTo>
                  <a:lnTo>
                    <a:pt x="176" y="133"/>
                  </a:lnTo>
                  <a:lnTo>
                    <a:pt x="197" y="9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91" name="Freeform 13"/>
            <p:cNvSpPr/>
            <p:nvPr/>
          </p:nvSpPr>
          <p:spPr bwMode="auto">
            <a:xfrm>
              <a:off x="3176" y="1033"/>
              <a:ext cx="412" cy="543"/>
            </a:xfrm>
            <a:custGeom>
              <a:avLst/>
              <a:gdLst>
                <a:gd name="T0" fmla="*/ 151 w 412"/>
                <a:gd name="T1" fmla="*/ 454 h 543"/>
                <a:gd name="T2" fmla="*/ 182 w 412"/>
                <a:gd name="T3" fmla="*/ 522 h 543"/>
                <a:gd name="T4" fmla="*/ 254 w 412"/>
                <a:gd name="T5" fmla="*/ 543 h 543"/>
                <a:gd name="T6" fmla="*/ 316 w 412"/>
                <a:gd name="T7" fmla="*/ 536 h 543"/>
                <a:gd name="T8" fmla="*/ 367 w 412"/>
                <a:gd name="T9" fmla="*/ 492 h 543"/>
                <a:gd name="T10" fmla="*/ 408 w 412"/>
                <a:gd name="T11" fmla="*/ 402 h 543"/>
                <a:gd name="T12" fmla="*/ 412 w 412"/>
                <a:gd name="T13" fmla="*/ 296 h 543"/>
                <a:gd name="T14" fmla="*/ 398 w 412"/>
                <a:gd name="T15" fmla="*/ 203 h 543"/>
                <a:gd name="T16" fmla="*/ 340 w 412"/>
                <a:gd name="T17" fmla="*/ 99 h 543"/>
                <a:gd name="T18" fmla="*/ 298 w 412"/>
                <a:gd name="T19" fmla="*/ 51 h 543"/>
                <a:gd name="T20" fmla="*/ 254 w 412"/>
                <a:gd name="T21" fmla="*/ 21 h 543"/>
                <a:gd name="T22" fmla="*/ 213 w 412"/>
                <a:gd name="T23" fmla="*/ 0 h 543"/>
                <a:gd name="T24" fmla="*/ 141 w 412"/>
                <a:gd name="T25" fmla="*/ 7 h 543"/>
                <a:gd name="T26" fmla="*/ 103 w 412"/>
                <a:gd name="T27" fmla="*/ 69 h 543"/>
                <a:gd name="T28" fmla="*/ 83 w 412"/>
                <a:gd name="T29" fmla="*/ 134 h 543"/>
                <a:gd name="T30" fmla="*/ 83 w 412"/>
                <a:gd name="T31" fmla="*/ 238 h 543"/>
                <a:gd name="T32" fmla="*/ 100 w 412"/>
                <a:gd name="T33" fmla="*/ 337 h 543"/>
                <a:gd name="T34" fmla="*/ 120 w 412"/>
                <a:gd name="T35" fmla="*/ 392 h 543"/>
                <a:gd name="T36" fmla="*/ 6 w 412"/>
                <a:gd name="T37" fmla="*/ 474 h 543"/>
                <a:gd name="T38" fmla="*/ 0 w 412"/>
                <a:gd name="T39" fmla="*/ 505 h 543"/>
                <a:gd name="T40" fmla="*/ 17 w 412"/>
                <a:gd name="T41" fmla="*/ 522 h 543"/>
                <a:gd name="T42" fmla="*/ 141 w 412"/>
                <a:gd name="T43" fmla="*/ 430 h 543"/>
                <a:gd name="T44" fmla="*/ 151 w 412"/>
                <a:gd name="T45" fmla="*/ 454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2" h="543">
                  <a:moveTo>
                    <a:pt x="151" y="454"/>
                  </a:moveTo>
                  <a:lnTo>
                    <a:pt x="182" y="522"/>
                  </a:lnTo>
                  <a:lnTo>
                    <a:pt x="254" y="543"/>
                  </a:lnTo>
                  <a:lnTo>
                    <a:pt x="316" y="536"/>
                  </a:lnTo>
                  <a:lnTo>
                    <a:pt x="367" y="492"/>
                  </a:lnTo>
                  <a:lnTo>
                    <a:pt x="408" y="402"/>
                  </a:lnTo>
                  <a:lnTo>
                    <a:pt x="412" y="296"/>
                  </a:lnTo>
                  <a:lnTo>
                    <a:pt x="398" y="203"/>
                  </a:lnTo>
                  <a:lnTo>
                    <a:pt x="340" y="99"/>
                  </a:lnTo>
                  <a:lnTo>
                    <a:pt x="298" y="51"/>
                  </a:lnTo>
                  <a:lnTo>
                    <a:pt x="254" y="21"/>
                  </a:lnTo>
                  <a:lnTo>
                    <a:pt x="213" y="0"/>
                  </a:lnTo>
                  <a:lnTo>
                    <a:pt x="141" y="7"/>
                  </a:lnTo>
                  <a:lnTo>
                    <a:pt x="103" y="69"/>
                  </a:lnTo>
                  <a:lnTo>
                    <a:pt x="83" y="134"/>
                  </a:lnTo>
                  <a:lnTo>
                    <a:pt x="83" y="238"/>
                  </a:lnTo>
                  <a:lnTo>
                    <a:pt x="100" y="337"/>
                  </a:lnTo>
                  <a:lnTo>
                    <a:pt x="120" y="392"/>
                  </a:lnTo>
                  <a:lnTo>
                    <a:pt x="6" y="474"/>
                  </a:lnTo>
                  <a:lnTo>
                    <a:pt x="0" y="505"/>
                  </a:lnTo>
                  <a:lnTo>
                    <a:pt x="17" y="522"/>
                  </a:lnTo>
                  <a:lnTo>
                    <a:pt x="141" y="430"/>
                  </a:lnTo>
                  <a:lnTo>
                    <a:pt x="151" y="4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  <p:sp>
          <p:nvSpPr>
            <p:cNvPr id="92" name="Freeform 14"/>
            <p:cNvSpPr/>
            <p:nvPr/>
          </p:nvSpPr>
          <p:spPr bwMode="auto">
            <a:xfrm>
              <a:off x="3327" y="918"/>
              <a:ext cx="819" cy="908"/>
            </a:xfrm>
            <a:custGeom>
              <a:avLst/>
              <a:gdLst>
                <a:gd name="T0" fmla="*/ 545 w 819"/>
                <a:gd name="T1" fmla="*/ 628 h 908"/>
                <a:gd name="T2" fmla="*/ 504 w 819"/>
                <a:gd name="T3" fmla="*/ 669 h 908"/>
                <a:gd name="T4" fmla="*/ 417 w 819"/>
                <a:gd name="T5" fmla="*/ 720 h 908"/>
                <a:gd name="T6" fmla="*/ 339 w 819"/>
                <a:gd name="T7" fmla="*/ 751 h 908"/>
                <a:gd name="T8" fmla="*/ 284 w 819"/>
                <a:gd name="T9" fmla="*/ 782 h 908"/>
                <a:gd name="T10" fmla="*/ 232 w 819"/>
                <a:gd name="T11" fmla="*/ 823 h 908"/>
                <a:gd name="T12" fmla="*/ 226 w 819"/>
                <a:gd name="T13" fmla="*/ 895 h 908"/>
                <a:gd name="T14" fmla="*/ 277 w 819"/>
                <a:gd name="T15" fmla="*/ 908 h 908"/>
                <a:gd name="T16" fmla="*/ 407 w 819"/>
                <a:gd name="T17" fmla="*/ 833 h 908"/>
                <a:gd name="T18" fmla="*/ 504 w 819"/>
                <a:gd name="T19" fmla="*/ 744 h 908"/>
                <a:gd name="T20" fmla="*/ 617 w 819"/>
                <a:gd name="T21" fmla="*/ 631 h 908"/>
                <a:gd name="T22" fmla="*/ 709 w 819"/>
                <a:gd name="T23" fmla="*/ 559 h 908"/>
                <a:gd name="T24" fmla="*/ 788 w 819"/>
                <a:gd name="T25" fmla="*/ 504 h 908"/>
                <a:gd name="T26" fmla="*/ 819 w 819"/>
                <a:gd name="T27" fmla="*/ 477 h 908"/>
                <a:gd name="T28" fmla="*/ 808 w 819"/>
                <a:gd name="T29" fmla="*/ 443 h 908"/>
                <a:gd name="T30" fmla="*/ 771 w 819"/>
                <a:gd name="T31" fmla="*/ 395 h 908"/>
                <a:gd name="T32" fmla="*/ 634 w 819"/>
                <a:gd name="T33" fmla="*/ 320 h 908"/>
                <a:gd name="T34" fmla="*/ 504 w 819"/>
                <a:gd name="T35" fmla="*/ 250 h 908"/>
                <a:gd name="T36" fmla="*/ 345 w 819"/>
                <a:gd name="T37" fmla="*/ 178 h 908"/>
                <a:gd name="T38" fmla="*/ 287 w 819"/>
                <a:gd name="T39" fmla="*/ 137 h 908"/>
                <a:gd name="T40" fmla="*/ 226 w 819"/>
                <a:gd name="T41" fmla="*/ 82 h 908"/>
                <a:gd name="T42" fmla="*/ 164 w 819"/>
                <a:gd name="T43" fmla="*/ 21 h 908"/>
                <a:gd name="T44" fmla="*/ 109 w 819"/>
                <a:gd name="T45" fmla="*/ 0 h 908"/>
                <a:gd name="T46" fmla="*/ 0 w 819"/>
                <a:gd name="T47" fmla="*/ 76 h 908"/>
                <a:gd name="T48" fmla="*/ 7 w 819"/>
                <a:gd name="T49" fmla="*/ 147 h 908"/>
                <a:gd name="T50" fmla="*/ 27 w 819"/>
                <a:gd name="T51" fmla="*/ 175 h 908"/>
                <a:gd name="T52" fmla="*/ 82 w 819"/>
                <a:gd name="T53" fmla="*/ 164 h 908"/>
                <a:gd name="T54" fmla="*/ 72 w 819"/>
                <a:gd name="T55" fmla="*/ 134 h 908"/>
                <a:gd name="T56" fmla="*/ 51 w 819"/>
                <a:gd name="T57" fmla="*/ 123 h 908"/>
                <a:gd name="T58" fmla="*/ 41 w 819"/>
                <a:gd name="T59" fmla="*/ 86 h 908"/>
                <a:gd name="T60" fmla="*/ 102 w 819"/>
                <a:gd name="T61" fmla="*/ 45 h 908"/>
                <a:gd name="T62" fmla="*/ 154 w 819"/>
                <a:gd name="T63" fmla="*/ 86 h 908"/>
                <a:gd name="T64" fmla="*/ 154 w 819"/>
                <a:gd name="T65" fmla="*/ 123 h 908"/>
                <a:gd name="T66" fmla="*/ 133 w 819"/>
                <a:gd name="T67" fmla="*/ 168 h 908"/>
                <a:gd name="T68" fmla="*/ 150 w 819"/>
                <a:gd name="T69" fmla="*/ 199 h 908"/>
                <a:gd name="T70" fmla="*/ 253 w 819"/>
                <a:gd name="T71" fmla="*/ 226 h 908"/>
                <a:gd name="T72" fmla="*/ 294 w 819"/>
                <a:gd name="T73" fmla="*/ 188 h 908"/>
                <a:gd name="T74" fmla="*/ 431 w 819"/>
                <a:gd name="T75" fmla="*/ 271 h 908"/>
                <a:gd name="T76" fmla="*/ 545 w 819"/>
                <a:gd name="T77" fmla="*/ 323 h 908"/>
                <a:gd name="T78" fmla="*/ 607 w 819"/>
                <a:gd name="T79" fmla="*/ 354 h 908"/>
                <a:gd name="T80" fmla="*/ 668 w 819"/>
                <a:gd name="T81" fmla="*/ 385 h 908"/>
                <a:gd name="T82" fmla="*/ 716 w 819"/>
                <a:gd name="T83" fmla="*/ 426 h 908"/>
                <a:gd name="T84" fmla="*/ 747 w 819"/>
                <a:gd name="T85" fmla="*/ 467 h 908"/>
                <a:gd name="T86" fmla="*/ 719 w 819"/>
                <a:gd name="T87" fmla="*/ 497 h 908"/>
                <a:gd name="T88" fmla="*/ 654 w 819"/>
                <a:gd name="T89" fmla="*/ 539 h 908"/>
                <a:gd name="T90" fmla="*/ 586 w 819"/>
                <a:gd name="T91" fmla="*/ 586 h 908"/>
                <a:gd name="T92" fmla="*/ 545 w 819"/>
                <a:gd name="T93" fmla="*/ 628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19" h="908">
                  <a:moveTo>
                    <a:pt x="545" y="628"/>
                  </a:moveTo>
                  <a:lnTo>
                    <a:pt x="504" y="669"/>
                  </a:lnTo>
                  <a:lnTo>
                    <a:pt x="417" y="720"/>
                  </a:lnTo>
                  <a:lnTo>
                    <a:pt x="339" y="751"/>
                  </a:lnTo>
                  <a:lnTo>
                    <a:pt x="284" y="782"/>
                  </a:lnTo>
                  <a:lnTo>
                    <a:pt x="232" y="823"/>
                  </a:lnTo>
                  <a:lnTo>
                    <a:pt x="226" y="895"/>
                  </a:lnTo>
                  <a:lnTo>
                    <a:pt x="277" y="908"/>
                  </a:lnTo>
                  <a:lnTo>
                    <a:pt x="407" y="833"/>
                  </a:lnTo>
                  <a:lnTo>
                    <a:pt x="504" y="744"/>
                  </a:lnTo>
                  <a:lnTo>
                    <a:pt x="617" y="631"/>
                  </a:lnTo>
                  <a:lnTo>
                    <a:pt x="709" y="559"/>
                  </a:lnTo>
                  <a:lnTo>
                    <a:pt x="788" y="504"/>
                  </a:lnTo>
                  <a:lnTo>
                    <a:pt x="819" y="477"/>
                  </a:lnTo>
                  <a:lnTo>
                    <a:pt x="808" y="443"/>
                  </a:lnTo>
                  <a:lnTo>
                    <a:pt x="771" y="395"/>
                  </a:lnTo>
                  <a:lnTo>
                    <a:pt x="634" y="320"/>
                  </a:lnTo>
                  <a:lnTo>
                    <a:pt x="504" y="250"/>
                  </a:lnTo>
                  <a:lnTo>
                    <a:pt x="345" y="178"/>
                  </a:lnTo>
                  <a:lnTo>
                    <a:pt x="287" y="137"/>
                  </a:lnTo>
                  <a:lnTo>
                    <a:pt x="226" y="82"/>
                  </a:lnTo>
                  <a:lnTo>
                    <a:pt x="164" y="21"/>
                  </a:lnTo>
                  <a:lnTo>
                    <a:pt x="109" y="0"/>
                  </a:lnTo>
                  <a:lnTo>
                    <a:pt x="0" y="76"/>
                  </a:lnTo>
                  <a:lnTo>
                    <a:pt x="7" y="147"/>
                  </a:lnTo>
                  <a:lnTo>
                    <a:pt x="27" y="175"/>
                  </a:lnTo>
                  <a:lnTo>
                    <a:pt x="82" y="164"/>
                  </a:lnTo>
                  <a:lnTo>
                    <a:pt x="72" y="134"/>
                  </a:lnTo>
                  <a:lnTo>
                    <a:pt x="51" y="123"/>
                  </a:lnTo>
                  <a:lnTo>
                    <a:pt x="41" y="86"/>
                  </a:lnTo>
                  <a:lnTo>
                    <a:pt x="102" y="45"/>
                  </a:lnTo>
                  <a:lnTo>
                    <a:pt x="154" y="86"/>
                  </a:lnTo>
                  <a:lnTo>
                    <a:pt x="154" y="123"/>
                  </a:lnTo>
                  <a:lnTo>
                    <a:pt x="133" y="168"/>
                  </a:lnTo>
                  <a:lnTo>
                    <a:pt x="150" y="199"/>
                  </a:lnTo>
                  <a:lnTo>
                    <a:pt x="253" y="226"/>
                  </a:lnTo>
                  <a:lnTo>
                    <a:pt x="294" y="188"/>
                  </a:lnTo>
                  <a:lnTo>
                    <a:pt x="431" y="271"/>
                  </a:lnTo>
                  <a:lnTo>
                    <a:pt x="545" y="323"/>
                  </a:lnTo>
                  <a:lnTo>
                    <a:pt x="607" y="354"/>
                  </a:lnTo>
                  <a:lnTo>
                    <a:pt x="668" y="385"/>
                  </a:lnTo>
                  <a:lnTo>
                    <a:pt x="716" y="426"/>
                  </a:lnTo>
                  <a:lnTo>
                    <a:pt x="747" y="467"/>
                  </a:lnTo>
                  <a:lnTo>
                    <a:pt x="719" y="497"/>
                  </a:lnTo>
                  <a:lnTo>
                    <a:pt x="654" y="539"/>
                  </a:lnTo>
                  <a:lnTo>
                    <a:pt x="586" y="586"/>
                  </a:lnTo>
                  <a:lnTo>
                    <a:pt x="545" y="6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FFFFFF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101" name="Object 31"/>
          <p:cNvGraphicFramePr>
            <a:graphicFrameLocks noChangeAspect="1"/>
          </p:cNvGraphicFramePr>
          <p:nvPr/>
        </p:nvGraphicFramePr>
        <p:xfrm>
          <a:off x="1333500" y="5046663"/>
          <a:ext cx="3806825" cy="917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09689" name="Equation" r:id="rId7" imgW="43891200" imgH="10668000" progId="Equation.DSMT4">
                  <p:embed/>
                </p:oleObj>
              </mc:Choice>
              <mc:Fallback>
                <p:oleObj name="Equation" r:id="rId7" imgW="43891200" imgH="106680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3500" y="5046663"/>
                        <a:ext cx="3806825" cy="917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80" grpId="0" animBg="1"/>
      <p:bldP spid="81" grpId="0" autoUpdateAnimBg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2"/>
          <p:cNvSpPr txBox="1">
            <a:spLocks noChangeArrowheads="1"/>
          </p:cNvSpPr>
          <p:nvPr/>
        </p:nvSpPr>
        <p:spPr bwMode="auto">
          <a:xfrm>
            <a:off x="551384" y="809129"/>
            <a:ext cx="11017224" cy="1630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图示对称三相电路中，电源线电压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380W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，电流表读数为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。试求负载功率因数及三相负载有功功率和无功功率。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4" name="Group 37"/>
          <p:cNvGrpSpPr/>
          <p:nvPr/>
        </p:nvGrpSpPr>
        <p:grpSpPr bwMode="auto">
          <a:xfrm>
            <a:off x="1466857" y="2330181"/>
            <a:ext cx="3432175" cy="2006600"/>
            <a:chOff x="2958" y="1073"/>
            <a:chExt cx="2162" cy="1264"/>
          </a:xfrm>
        </p:grpSpPr>
        <p:sp>
          <p:nvSpPr>
            <p:cNvPr id="45" name="Line 4"/>
            <p:cNvSpPr>
              <a:spLocks noChangeShapeType="1"/>
            </p:cNvSpPr>
            <p:nvPr/>
          </p:nvSpPr>
          <p:spPr bwMode="auto">
            <a:xfrm>
              <a:off x="3972" y="1161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4386" y="1338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7" name="Text Box 6"/>
            <p:cNvSpPr txBox="1">
              <a:spLocks noChangeArrowheads="1"/>
            </p:cNvSpPr>
            <p:nvPr/>
          </p:nvSpPr>
          <p:spPr bwMode="auto">
            <a:xfrm>
              <a:off x="4527" y="1312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三相对称星形负载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3300" y="1434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8"/>
            <p:cNvSpPr>
              <a:spLocks noChangeShapeType="1"/>
            </p:cNvSpPr>
            <p:nvPr/>
          </p:nvSpPr>
          <p:spPr bwMode="auto">
            <a:xfrm>
              <a:off x="3300" y="181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9"/>
            <p:cNvSpPr>
              <a:spLocks noChangeShapeType="1"/>
            </p:cNvSpPr>
            <p:nvPr/>
          </p:nvSpPr>
          <p:spPr bwMode="auto">
            <a:xfrm>
              <a:off x="3300" y="219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Oval 10"/>
            <p:cNvSpPr>
              <a:spLocks noChangeArrowheads="1"/>
            </p:cNvSpPr>
            <p:nvPr/>
          </p:nvSpPr>
          <p:spPr bwMode="auto">
            <a:xfrm>
              <a:off x="3812" y="127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11"/>
            <p:cNvSpPr>
              <a:spLocks noChangeArrowheads="1"/>
            </p:cNvSpPr>
            <p:nvPr/>
          </p:nvSpPr>
          <p:spPr bwMode="auto">
            <a:xfrm>
              <a:off x="3494" y="203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Text Box 12"/>
            <p:cNvSpPr txBox="1">
              <a:spLocks noChangeArrowheads="1"/>
            </p:cNvSpPr>
            <p:nvPr/>
          </p:nvSpPr>
          <p:spPr bwMode="auto">
            <a:xfrm>
              <a:off x="3828" y="1313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baseline="-25000" dirty="0"/>
            </a:p>
          </p:txBody>
        </p:sp>
        <p:sp>
          <p:nvSpPr>
            <p:cNvPr id="54" name="Text Box 13"/>
            <p:cNvSpPr txBox="1">
              <a:spLocks noChangeArrowheads="1"/>
            </p:cNvSpPr>
            <p:nvPr/>
          </p:nvSpPr>
          <p:spPr bwMode="auto">
            <a:xfrm>
              <a:off x="3526" y="205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A</a:t>
              </a:r>
              <a:endParaRPr lang="en-US" altLang="zh-CN" sz="2000" baseline="-25000" dirty="0"/>
            </a:p>
          </p:txBody>
        </p:sp>
        <p:sp>
          <p:nvSpPr>
            <p:cNvPr id="55" name="Line 14"/>
            <p:cNvSpPr>
              <a:spLocks noChangeShapeType="1"/>
            </p:cNvSpPr>
            <p:nvPr/>
          </p:nvSpPr>
          <p:spPr bwMode="auto">
            <a:xfrm flipV="1">
              <a:off x="3625" y="1161"/>
              <a:ext cx="0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Line 15"/>
            <p:cNvSpPr>
              <a:spLocks noChangeShapeType="1"/>
            </p:cNvSpPr>
            <p:nvPr/>
          </p:nvSpPr>
          <p:spPr bwMode="auto">
            <a:xfrm>
              <a:off x="3618" y="1170"/>
              <a:ext cx="35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Text Box 18"/>
            <p:cNvSpPr txBox="1">
              <a:spLocks noChangeArrowheads="1"/>
            </p:cNvSpPr>
            <p:nvPr/>
          </p:nvSpPr>
          <p:spPr bwMode="auto">
            <a:xfrm>
              <a:off x="3607" y="1391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8" name="Text Box 20"/>
            <p:cNvSpPr txBox="1">
              <a:spLocks noChangeArrowheads="1"/>
            </p:cNvSpPr>
            <p:nvPr/>
          </p:nvSpPr>
          <p:spPr bwMode="auto">
            <a:xfrm>
              <a:off x="3936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9" name="Oval 23"/>
            <p:cNvSpPr>
              <a:spLocks noChangeArrowheads="1"/>
            </p:cNvSpPr>
            <p:nvPr/>
          </p:nvSpPr>
          <p:spPr bwMode="auto">
            <a:xfrm>
              <a:off x="3943" y="2165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4"/>
            <p:cNvSpPr>
              <a:spLocks noChangeArrowheads="1"/>
            </p:cNvSpPr>
            <p:nvPr/>
          </p:nvSpPr>
          <p:spPr bwMode="auto">
            <a:xfrm>
              <a:off x="3596" y="1783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5"/>
            <p:cNvSpPr>
              <a:spLocks noChangeArrowheads="1"/>
            </p:cNvSpPr>
            <p:nvPr/>
          </p:nvSpPr>
          <p:spPr bwMode="auto">
            <a:xfrm>
              <a:off x="3247" y="216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6"/>
            <p:cNvSpPr>
              <a:spLocks noChangeArrowheads="1"/>
            </p:cNvSpPr>
            <p:nvPr/>
          </p:nvSpPr>
          <p:spPr bwMode="auto">
            <a:xfrm>
              <a:off x="3247" y="178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7"/>
            <p:cNvSpPr>
              <a:spLocks noChangeArrowheads="1"/>
            </p:cNvSpPr>
            <p:nvPr/>
          </p:nvSpPr>
          <p:spPr bwMode="auto">
            <a:xfrm>
              <a:off x="3247" y="1403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4" name="Text Box 28"/>
            <p:cNvSpPr txBox="1">
              <a:spLocks noChangeArrowheads="1"/>
            </p:cNvSpPr>
            <p:nvPr/>
          </p:nvSpPr>
          <p:spPr bwMode="auto">
            <a:xfrm>
              <a:off x="2958" y="128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5" name="Text Box 29"/>
            <p:cNvSpPr txBox="1">
              <a:spLocks noChangeArrowheads="1"/>
            </p:cNvSpPr>
            <p:nvPr/>
          </p:nvSpPr>
          <p:spPr bwMode="auto">
            <a:xfrm>
              <a:off x="2958" y="1663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83" name="Text Box 30"/>
            <p:cNvSpPr txBox="1">
              <a:spLocks noChangeArrowheads="1"/>
            </p:cNvSpPr>
            <p:nvPr/>
          </p:nvSpPr>
          <p:spPr bwMode="auto">
            <a:xfrm>
              <a:off x="2958" y="204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551116" y="4420937"/>
            <a:ext cx="82404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2" name="Group 44"/>
          <p:cNvGrpSpPr/>
          <p:nvPr/>
        </p:nvGrpSpPr>
        <p:grpSpPr bwMode="auto">
          <a:xfrm>
            <a:off x="9017967" y="2158732"/>
            <a:ext cx="620712" cy="1963737"/>
            <a:chOff x="2075" y="2804"/>
            <a:chExt cx="391" cy="1237"/>
          </a:xfrm>
        </p:grpSpPr>
        <p:sp>
          <p:nvSpPr>
            <p:cNvPr id="43" name="Line 45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" name="Line 46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8" name="Group 47"/>
          <p:cNvGrpSpPr/>
          <p:nvPr/>
        </p:nvGrpSpPr>
        <p:grpSpPr bwMode="auto">
          <a:xfrm>
            <a:off x="9624392" y="2903269"/>
            <a:ext cx="1812925" cy="519113"/>
            <a:chOff x="2457" y="3273"/>
            <a:chExt cx="1142" cy="327"/>
          </a:xfrm>
        </p:grpSpPr>
        <p:sp>
          <p:nvSpPr>
            <p:cNvPr id="59" name="Line 48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60" name="Object 49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74" name="Equation" r:id="rId1" imgW="5181600" imgH="5791200" progId="Equation.DSMT4">
                    <p:embed/>
                  </p:oleObj>
                </mc:Choice>
                <mc:Fallback>
                  <p:oleObj name="Equation" r:id="rId1" imgW="5181600" imgH="5791200" progId="Equation.DSMT4">
                    <p:embed/>
                    <p:pic>
                      <p:nvPicPr>
                        <p:cNvPr id="0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1" name="Group 53"/>
          <p:cNvGrpSpPr/>
          <p:nvPr/>
        </p:nvGrpSpPr>
        <p:grpSpPr bwMode="auto">
          <a:xfrm>
            <a:off x="8476632" y="2009506"/>
            <a:ext cx="530226" cy="2381250"/>
            <a:chOff x="1918" y="2486"/>
            <a:chExt cx="334" cy="1500"/>
          </a:xfrm>
        </p:grpSpPr>
        <p:graphicFrame>
          <p:nvGraphicFramePr>
            <p:cNvPr id="62" name="Object 54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75" name="Equation" r:id="rId3" imgW="5181600" imgH="5791200" progId="Equation.DSMT4">
                    <p:embed/>
                  </p:oleObj>
                </mc:Choice>
                <mc:Fallback>
                  <p:oleObj name="Equation" r:id="rId3" imgW="5181600" imgH="5791200" progId="Equation.DSMT4">
                    <p:embed/>
                    <p:pic>
                      <p:nvPicPr>
                        <p:cNvPr id="0" name="Object 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3" name="Object 55"/>
            <p:cNvGraphicFramePr>
              <a:graphicFrameLocks noChangeAspect="1"/>
            </p:cNvGraphicFramePr>
            <p:nvPr/>
          </p:nvGraphicFramePr>
          <p:xfrm>
            <a:off x="1918" y="2486"/>
            <a:ext cx="334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76" name="Equation" r:id="rId5" imgW="5791200" imgH="5791200" progId="Equation.DSMT4">
                    <p:embed/>
                  </p:oleObj>
                </mc:Choice>
                <mc:Fallback>
                  <p:oleObj name="Equation" r:id="rId5" imgW="5791200" imgH="5791200" progId="Equation.DSMT4">
                    <p:embed/>
                    <p:pic>
                      <p:nvPicPr>
                        <p:cNvPr id="0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8" y="2486"/>
                          <a:ext cx="334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7" name="Line 56"/>
          <p:cNvSpPr>
            <a:spLocks noChangeShapeType="1"/>
          </p:cNvSpPr>
          <p:nvPr/>
        </p:nvSpPr>
        <p:spPr bwMode="auto">
          <a:xfrm>
            <a:off x="9638679" y="3146157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76" name="Object 57"/>
          <p:cNvGraphicFramePr>
            <a:graphicFrameLocks noChangeAspect="1"/>
          </p:cNvGraphicFramePr>
          <p:nvPr/>
        </p:nvGraphicFramePr>
        <p:xfrm>
          <a:off x="10229229" y="3460978"/>
          <a:ext cx="392113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1277" name="Equation" r:id="rId7" imgW="4267200" imgH="5791200" progId="Equation.DSMT4">
                  <p:embed/>
                </p:oleObj>
              </mc:Choice>
              <mc:Fallback>
                <p:oleObj name="Equation" r:id="rId7" imgW="4267200" imgH="579120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29229" y="3460978"/>
                        <a:ext cx="392113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7" name="Group 78"/>
          <p:cNvGrpSpPr/>
          <p:nvPr/>
        </p:nvGrpSpPr>
        <p:grpSpPr bwMode="auto">
          <a:xfrm>
            <a:off x="9595817" y="3330304"/>
            <a:ext cx="690562" cy="501649"/>
            <a:chOff x="4184" y="2142"/>
            <a:chExt cx="435" cy="316"/>
          </a:xfrm>
        </p:grpSpPr>
        <p:sp>
          <p:nvSpPr>
            <p:cNvPr id="85" name="Text Box 63"/>
            <p:cNvSpPr txBox="1">
              <a:spLocks noChangeArrowheads="1"/>
            </p:cNvSpPr>
            <p:nvPr/>
          </p:nvSpPr>
          <p:spPr bwMode="auto">
            <a:xfrm>
              <a:off x="4184" y="2167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>
                  <a:solidFill>
                    <a:srgbClr val="0000FF"/>
                  </a:solidFill>
                </a:rPr>
                <a:t>60</a:t>
              </a:r>
              <a:r>
                <a:rPr lang="en-US" altLang="zh-CN" sz="2400" dirty="0">
                  <a:solidFill>
                    <a:srgbClr val="0000FF"/>
                  </a:solidFill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olidFill>
                  <a:srgbClr val="0000FF"/>
                </a:solidFill>
                <a:sym typeface="Symbol" panose="05050102010706020507" pitchFamily="18" charset="2"/>
              </a:endParaRPr>
            </a:p>
          </p:txBody>
        </p:sp>
        <p:sp>
          <p:nvSpPr>
            <p:cNvPr id="86" name="Freeform 62"/>
            <p:cNvSpPr/>
            <p:nvPr/>
          </p:nvSpPr>
          <p:spPr bwMode="auto">
            <a:xfrm rot="-6999880" flipH="1" flipV="1">
              <a:off x="4252" y="2105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FF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3" name="Line 64"/>
          <p:cNvSpPr>
            <a:spLocks noChangeShapeType="1"/>
          </p:cNvSpPr>
          <p:nvPr/>
        </p:nvSpPr>
        <p:spPr bwMode="auto">
          <a:xfrm rot="7059756" flipV="1">
            <a:off x="8786986" y="3666062"/>
            <a:ext cx="1733550" cy="91281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94" name="Object 65"/>
          <p:cNvGraphicFramePr>
            <a:graphicFrameLocks noChangeAspect="1"/>
          </p:cNvGraphicFramePr>
          <p:nvPr/>
        </p:nvGraphicFramePr>
        <p:xfrm>
          <a:off x="9791079" y="4758659"/>
          <a:ext cx="641350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1278" name="Equation" r:id="rId9" imgW="7010400" imgH="5791200" progId="Equation.DSMT4">
                  <p:embed/>
                </p:oleObj>
              </mc:Choice>
              <mc:Fallback>
                <p:oleObj name="Equation" r:id="rId9" imgW="7010400" imgH="5791200" progId="Equation.DSMT4">
                  <p:embed/>
                  <p:pic>
                    <p:nvPicPr>
                      <p:cNvPr id="0" name="Object 6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91079" y="4758659"/>
                        <a:ext cx="641350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5" name="Group 66"/>
          <p:cNvGrpSpPr/>
          <p:nvPr/>
        </p:nvGrpSpPr>
        <p:grpSpPr bwMode="auto">
          <a:xfrm>
            <a:off x="9138617" y="3423975"/>
            <a:ext cx="873125" cy="693739"/>
            <a:chOff x="1643" y="3128"/>
            <a:chExt cx="550" cy="437"/>
          </a:xfrm>
        </p:grpSpPr>
        <p:sp>
          <p:nvSpPr>
            <p:cNvPr id="96" name="Freeform 67"/>
            <p:cNvSpPr/>
            <p:nvPr/>
          </p:nvSpPr>
          <p:spPr bwMode="auto">
            <a:xfrm>
              <a:off x="1834" y="3128"/>
              <a:ext cx="133" cy="62"/>
            </a:xfrm>
            <a:custGeom>
              <a:avLst/>
              <a:gdLst>
                <a:gd name="T0" fmla="*/ 0 w 133"/>
                <a:gd name="T1" fmla="*/ 0 h 62"/>
                <a:gd name="T2" fmla="*/ 54 w 133"/>
                <a:gd name="T3" fmla="*/ 53 h 62"/>
                <a:gd name="T4" fmla="*/ 133 w 133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62">
                  <a:moveTo>
                    <a:pt x="0" y="0"/>
                  </a:moveTo>
                  <a:cubicBezTo>
                    <a:pt x="16" y="22"/>
                    <a:pt x="32" y="44"/>
                    <a:pt x="54" y="53"/>
                  </a:cubicBezTo>
                  <a:cubicBezTo>
                    <a:pt x="76" y="62"/>
                    <a:pt x="104" y="57"/>
                    <a:pt x="133" y="53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Text Box 68"/>
            <p:cNvSpPr txBox="1">
              <a:spLocks noChangeArrowheads="1"/>
            </p:cNvSpPr>
            <p:nvPr/>
          </p:nvSpPr>
          <p:spPr bwMode="auto">
            <a:xfrm>
              <a:off x="1643" y="3274"/>
              <a:ext cx="55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30</a:t>
              </a:r>
              <a:r>
                <a:rPr lang="en-US" altLang="zh-CN" sz="2400" dirty="0"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ym typeface="Symbol" panose="05050102010706020507" pitchFamily="18" charset="2"/>
              </a:endParaRPr>
            </a:p>
          </p:txBody>
        </p:sp>
      </p:grpSp>
      <p:sp>
        <p:nvSpPr>
          <p:cNvPr id="98" name="Line 77"/>
          <p:cNvSpPr>
            <a:spLocks noChangeShapeType="1"/>
          </p:cNvSpPr>
          <p:nvPr/>
        </p:nvSpPr>
        <p:spPr bwMode="auto">
          <a:xfrm>
            <a:off x="9041779" y="4127232"/>
            <a:ext cx="614363" cy="9858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00" name="Line 79"/>
          <p:cNvSpPr>
            <a:spLocks noChangeShapeType="1"/>
          </p:cNvSpPr>
          <p:nvPr/>
        </p:nvSpPr>
        <p:spPr bwMode="auto">
          <a:xfrm flipH="1">
            <a:off x="8987804" y="3155682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102" name="Object 80"/>
          <p:cNvGraphicFramePr>
            <a:graphicFrameLocks noChangeAspect="1"/>
          </p:cNvGraphicFramePr>
          <p:nvPr/>
        </p:nvGraphicFramePr>
        <p:xfrm>
          <a:off x="8552829" y="3343503"/>
          <a:ext cx="390525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1279" name="Equation" r:id="rId11" imgW="4267200" imgH="5791200" progId="Equation.DSMT4">
                  <p:embed/>
                </p:oleObj>
              </mc:Choice>
              <mc:Fallback>
                <p:oleObj name="Equation" r:id="rId11" imgW="4267200" imgH="5791200" progId="Equation.DSMT4">
                  <p:embed/>
                  <p:pic>
                    <p:nvPicPr>
                      <p:cNvPr id="0" name="Object 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552829" y="3343503"/>
                        <a:ext cx="390525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" name="Text Box 81"/>
          <p:cNvSpPr txBox="1">
            <a:spLocks noChangeArrowheads="1"/>
          </p:cNvSpPr>
          <p:nvPr/>
        </p:nvSpPr>
        <p:spPr bwMode="auto">
          <a:xfrm>
            <a:off x="8736651" y="2909259"/>
            <a:ext cx="78740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4" name="Group 84"/>
          <p:cNvGrpSpPr/>
          <p:nvPr/>
        </p:nvGrpSpPr>
        <p:grpSpPr bwMode="auto">
          <a:xfrm>
            <a:off x="9875217" y="3062022"/>
            <a:ext cx="723900" cy="461963"/>
            <a:chOff x="4360" y="1973"/>
            <a:chExt cx="456" cy="291"/>
          </a:xfrm>
        </p:grpSpPr>
        <p:sp>
          <p:nvSpPr>
            <p:cNvPr id="105" name="Freeform 82"/>
            <p:cNvSpPr/>
            <p:nvPr/>
          </p:nvSpPr>
          <p:spPr bwMode="auto">
            <a:xfrm>
              <a:off x="4360" y="2029"/>
              <a:ext cx="18" cy="89"/>
            </a:xfrm>
            <a:custGeom>
              <a:avLst/>
              <a:gdLst>
                <a:gd name="T0" fmla="*/ 0 w 18"/>
                <a:gd name="T1" fmla="*/ 89 h 89"/>
                <a:gd name="T2" fmla="*/ 18 w 18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0" y="89"/>
                    <a:pt x="9" y="44"/>
                    <a:pt x="18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Rectangle 83"/>
            <p:cNvSpPr>
              <a:spLocks noChangeArrowheads="1"/>
            </p:cNvSpPr>
            <p:nvPr/>
          </p:nvSpPr>
          <p:spPr bwMode="auto">
            <a:xfrm>
              <a:off x="4428" y="1973"/>
              <a:ext cx="38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>
                  <a:solidFill>
                    <a:srgbClr val="FF0000"/>
                  </a:solidFill>
                </a:rPr>
                <a:t>30</a:t>
              </a:r>
              <a:r>
                <a:rPr lang="en-US" altLang="zh-CN" sz="2400" dirty="0">
                  <a:solidFill>
                    <a:srgbClr val="FF0000"/>
                  </a:solidFill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olidFill>
                  <a:srgbClr val="FF0000"/>
                </a:solidFill>
                <a:sym typeface="Symbol" panose="05050102010706020507" pitchFamily="18" charset="2"/>
              </a:endParaRPr>
            </a:p>
          </p:txBody>
        </p:sp>
      </p:grpSp>
      <p:sp>
        <p:nvSpPr>
          <p:cNvPr id="130" name="圆角矩形 129"/>
          <p:cNvSpPr/>
          <p:nvPr/>
        </p:nvSpPr>
        <p:spPr bwMode="auto">
          <a:xfrm>
            <a:off x="3956070" y="3492288"/>
            <a:ext cx="783426" cy="372826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2" name="圆角矩形 131"/>
          <p:cNvSpPr/>
          <p:nvPr/>
        </p:nvSpPr>
        <p:spPr bwMode="auto">
          <a:xfrm rot="8100000">
            <a:off x="2632750" y="3264343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3" name="矩形 132"/>
          <p:cNvSpPr/>
          <p:nvPr/>
        </p:nvSpPr>
        <p:spPr bwMode="auto">
          <a:xfrm>
            <a:off x="2720268" y="2754424"/>
            <a:ext cx="670657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pSp>
        <p:nvGrpSpPr>
          <p:cNvPr id="134" name="组合 133"/>
          <p:cNvGrpSpPr/>
          <p:nvPr/>
        </p:nvGrpSpPr>
        <p:grpSpPr>
          <a:xfrm>
            <a:off x="1359245" y="4420937"/>
            <a:ext cx="4503733" cy="597915"/>
            <a:chOff x="1373188" y="6561483"/>
            <a:chExt cx="4503733" cy="597915"/>
          </a:xfrm>
        </p:grpSpPr>
        <p:graphicFrame>
          <p:nvGraphicFramePr>
            <p:cNvPr id="135" name="Object 42"/>
            <p:cNvGraphicFramePr>
              <a:graphicFrameLocks noChangeAspect="1"/>
            </p:cNvGraphicFramePr>
            <p:nvPr/>
          </p:nvGraphicFramePr>
          <p:xfrm>
            <a:off x="2183546" y="6650909"/>
            <a:ext cx="603738" cy="4586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80" name="Equation" r:id="rId13" imgW="7620000" imgH="5791200" progId="Equation.DSMT4">
                    <p:embed/>
                  </p:oleObj>
                </mc:Choice>
                <mc:Fallback>
                  <p:oleObj name="Equation" r:id="rId13" imgW="76200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83546" y="6650909"/>
                          <a:ext cx="603738" cy="4586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6" name="Object 41"/>
            <p:cNvGraphicFramePr>
              <a:graphicFrameLocks noChangeAspect="1"/>
            </p:cNvGraphicFramePr>
            <p:nvPr/>
          </p:nvGraphicFramePr>
          <p:xfrm>
            <a:off x="3102342" y="6677286"/>
            <a:ext cx="392723" cy="4821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81" name="Equation" r:id="rId15" imgW="4572000" imgH="5791200" progId="Equation.DSMT4">
                    <p:embed/>
                  </p:oleObj>
                </mc:Choice>
                <mc:Fallback>
                  <p:oleObj name="Equation" r:id="rId15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02342" y="6677286"/>
                          <a:ext cx="392723" cy="48211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7" name="Rectangle 43"/>
            <p:cNvSpPr>
              <a:spLocks noChangeArrowheads="1"/>
            </p:cNvSpPr>
            <p:nvPr/>
          </p:nvSpPr>
          <p:spPr bwMode="auto">
            <a:xfrm>
              <a:off x="1373188" y="6561483"/>
              <a:ext cx="785793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ψ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138" name="Rectangle 44"/>
            <p:cNvSpPr>
              <a:spLocks noChangeArrowheads="1"/>
            </p:cNvSpPr>
            <p:nvPr/>
          </p:nvSpPr>
          <p:spPr bwMode="auto">
            <a:xfrm>
              <a:off x="2683242" y="6627463"/>
              <a:ext cx="545123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Rectangle 47"/>
            <p:cNvSpPr>
              <a:spLocks noChangeArrowheads="1"/>
            </p:cNvSpPr>
            <p:nvPr/>
          </p:nvSpPr>
          <p:spPr bwMode="auto">
            <a:xfrm>
              <a:off x="3347061" y="6630356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40" name="Object 43"/>
          <p:cNvGraphicFramePr>
            <a:graphicFrameLocks noChangeAspect="1"/>
          </p:cNvGraphicFramePr>
          <p:nvPr/>
        </p:nvGraphicFramePr>
        <p:xfrm>
          <a:off x="1413340" y="5085910"/>
          <a:ext cx="1295400" cy="419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1282" name="Equation" r:id="rId17" imgW="14935200" imgH="4876800" progId="Equation.DSMT4">
                  <p:embed/>
                </p:oleObj>
              </mc:Choice>
              <mc:Fallback>
                <p:oleObj name="Equation" r:id="rId17" imgW="14935200" imgH="4876800" progId="Equation.DSMT4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3340" y="5085910"/>
                        <a:ext cx="1295400" cy="419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1" name="组合 140"/>
          <p:cNvGrpSpPr/>
          <p:nvPr/>
        </p:nvGrpSpPr>
        <p:grpSpPr>
          <a:xfrm>
            <a:off x="1359245" y="5611644"/>
            <a:ext cx="6706664" cy="558904"/>
            <a:chOff x="910207" y="5563811"/>
            <a:chExt cx="6706664" cy="558904"/>
          </a:xfrm>
        </p:grpSpPr>
        <p:graphicFrame>
          <p:nvGraphicFramePr>
            <p:cNvPr id="142" name="Object 42"/>
            <p:cNvGraphicFramePr>
              <a:graphicFrameLocks noChangeAspect="1"/>
            </p:cNvGraphicFramePr>
            <p:nvPr/>
          </p:nvGraphicFramePr>
          <p:xfrm>
            <a:off x="2727398" y="5625807"/>
            <a:ext cx="555625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83" name="Equation" r:id="rId19" imgW="7010400" imgH="5791200" progId="Equation.DSMT4">
                    <p:embed/>
                  </p:oleObj>
                </mc:Choice>
                <mc:Fallback>
                  <p:oleObj name="Equation" r:id="rId19" imgW="70104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27398" y="5625807"/>
                          <a:ext cx="555625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3" name="Object 41"/>
            <p:cNvGraphicFramePr>
              <a:graphicFrameLocks noChangeAspect="1"/>
            </p:cNvGraphicFramePr>
            <p:nvPr/>
          </p:nvGraphicFramePr>
          <p:xfrm>
            <a:off x="4739647" y="5640115"/>
            <a:ext cx="392113" cy="4826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1284" name="Equation" r:id="rId21" imgW="4572000" imgH="5791200" progId="Equation.DSMT4">
                    <p:embed/>
                  </p:oleObj>
                </mc:Choice>
                <mc:Fallback>
                  <p:oleObj name="Equation" r:id="rId21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39647" y="5640115"/>
                          <a:ext cx="392113" cy="48260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4" name="Rectangle 43"/>
            <p:cNvSpPr>
              <a:spLocks noChangeArrowheads="1"/>
            </p:cNvSpPr>
            <p:nvPr/>
          </p:nvSpPr>
          <p:spPr bwMode="auto">
            <a:xfrm>
              <a:off x="910207" y="5563811"/>
              <a:ext cx="183736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l-GR" altLang="zh-CN" sz="2800" i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φ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为相电压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145" name="Rectangle 44"/>
            <p:cNvSpPr>
              <a:spLocks noChangeArrowheads="1"/>
            </p:cNvSpPr>
            <p:nvPr/>
          </p:nvSpPr>
          <p:spPr bwMode="auto">
            <a:xfrm>
              <a:off x="3141879" y="5581818"/>
              <a:ext cx="1746798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与相电流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6" name="Rectangle 47"/>
            <p:cNvSpPr>
              <a:spLocks noChangeArrowheads="1"/>
            </p:cNvSpPr>
            <p:nvPr/>
          </p:nvSpPr>
          <p:spPr bwMode="auto">
            <a:xfrm>
              <a:off x="5087011" y="5574098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47" name="Object 43"/>
          <p:cNvGraphicFramePr>
            <a:graphicFrameLocks noChangeAspect="1"/>
          </p:cNvGraphicFramePr>
          <p:nvPr/>
        </p:nvGraphicFramePr>
        <p:xfrm>
          <a:off x="1387436" y="6338257"/>
          <a:ext cx="1084263" cy="419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1285" name="Equation" r:id="rId23" imgW="12496800" imgH="4876800" progId="Equation.DSMT4">
                  <p:embed/>
                </p:oleObj>
              </mc:Choice>
              <mc:Fallback>
                <p:oleObj name="Equation" r:id="rId23" imgW="12496800" imgH="4876800" progId="Equation.DSMT4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7436" y="6338257"/>
                        <a:ext cx="1084263" cy="419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2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6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8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9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500"/>
                            </p:stCondLst>
                            <p:childTnLst>
                              <p:par>
                                <p:cTn id="9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nimBg="1"/>
      <p:bldP spid="103" grpId="0"/>
      <p:bldP spid="103" grpId="1"/>
      <p:bldP spid="130" grpId="0" animBg="1"/>
      <p:bldP spid="132" grpId="0" animBg="1"/>
      <p:bldP spid="133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2"/>
          <p:cNvSpPr txBox="1">
            <a:spLocks noChangeArrowheads="1"/>
          </p:cNvSpPr>
          <p:nvPr/>
        </p:nvSpPr>
        <p:spPr bwMode="auto">
          <a:xfrm>
            <a:off x="551384" y="809129"/>
            <a:ext cx="11017224" cy="1630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图示对称三相电路中，电源线电压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380W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，电流表读数为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。试求负载功率因数及三相负载有功功率和无功功率。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4" name="Group 37"/>
          <p:cNvGrpSpPr/>
          <p:nvPr/>
        </p:nvGrpSpPr>
        <p:grpSpPr bwMode="auto">
          <a:xfrm>
            <a:off x="1466857" y="2330181"/>
            <a:ext cx="3432175" cy="2006600"/>
            <a:chOff x="2958" y="1073"/>
            <a:chExt cx="2162" cy="1264"/>
          </a:xfrm>
        </p:grpSpPr>
        <p:sp>
          <p:nvSpPr>
            <p:cNvPr id="45" name="Line 4"/>
            <p:cNvSpPr>
              <a:spLocks noChangeShapeType="1"/>
            </p:cNvSpPr>
            <p:nvPr/>
          </p:nvSpPr>
          <p:spPr bwMode="auto">
            <a:xfrm>
              <a:off x="3972" y="1161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4386" y="1338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7" name="Text Box 6"/>
            <p:cNvSpPr txBox="1">
              <a:spLocks noChangeArrowheads="1"/>
            </p:cNvSpPr>
            <p:nvPr/>
          </p:nvSpPr>
          <p:spPr bwMode="auto">
            <a:xfrm>
              <a:off x="4527" y="1312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三相对称星形负载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3300" y="1434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8"/>
            <p:cNvSpPr>
              <a:spLocks noChangeShapeType="1"/>
            </p:cNvSpPr>
            <p:nvPr/>
          </p:nvSpPr>
          <p:spPr bwMode="auto">
            <a:xfrm>
              <a:off x="3300" y="181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9"/>
            <p:cNvSpPr>
              <a:spLocks noChangeShapeType="1"/>
            </p:cNvSpPr>
            <p:nvPr/>
          </p:nvSpPr>
          <p:spPr bwMode="auto">
            <a:xfrm>
              <a:off x="3300" y="219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Oval 10"/>
            <p:cNvSpPr>
              <a:spLocks noChangeArrowheads="1"/>
            </p:cNvSpPr>
            <p:nvPr/>
          </p:nvSpPr>
          <p:spPr bwMode="auto">
            <a:xfrm>
              <a:off x="3812" y="127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11"/>
            <p:cNvSpPr>
              <a:spLocks noChangeArrowheads="1"/>
            </p:cNvSpPr>
            <p:nvPr/>
          </p:nvSpPr>
          <p:spPr bwMode="auto">
            <a:xfrm>
              <a:off x="3494" y="203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Text Box 12"/>
            <p:cNvSpPr txBox="1">
              <a:spLocks noChangeArrowheads="1"/>
            </p:cNvSpPr>
            <p:nvPr/>
          </p:nvSpPr>
          <p:spPr bwMode="auto">
            <a:xfrm>
              <a:off x="3828" y="1313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baseline="-25000" dirty="0"/>
            </a:p>
          </p:txBody>
        </p:sp>
        <p:sp>
          <p:nvSpPr>
            <p:cNvPr id="54" name="Text Box 13"/>
            <p:cNvSpPr txBox="1">
              <a:spLocks noChangeArrowheads="1"/>
            </p:cNvSpPr>
            <p:nvPr/>
          </p:nvSpPr>
          <p:spPr bwMode="auto">
            <a:xfrm>
              <a:off x="3526" y="205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A</a:t>
              </a:r>
              <a:endParaRPr lang="en-US" altLang="zh-CN" sz="2000" baseline="-25000" dirty="0"/>
            </a:p>
          </p:txBody>
        </p:sp>
        <p:sp>
          <p:nvSpPr>
            <p:cNvPr id="55" name="Line 14"/>
            <p:cNvSpPr>
              <a:spLocks noChangeShapeType="1"/>
            </p:cNvSpPr>
            <p:nvPr/>
          </p:nvSpPr>
          <p:spPr bwMode="auto">
            <a:xfrm flipV="1">
              <a:off x="3625" y="1161"/>
              <a:ext cx="0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Line 15"/>
            <p:cNvSpPr>
              <a:spLocks noChangeShapeType="1"/>
            </p:cNvSpPr>
            <p:nvPr/>
          </p:nvSpPr>
          <p:spPr bwMode="auto">
            <a:xfrm>
              <a:off x="3618" y="1170"/>
              <a:ext cx="35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Text Box 18"/>
            <p:cNvSpPr txBox="1">
              <a:spLocks noChangeArrowheads="1"/>
            </p:cNvSpPr>
            <p:nvPr/>
          </p:nvSpPr>
          <p:spPr bwMode="auto">
            <a:xfrm>
              <a:off x="3607" y="1391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8" name="Text Box 20"/>
            <p:cNvSpPr txBox="1">
              <a:spLocks noChangeArrowheads="1"/>
            </p:cNvSpPr>
            <p:nvPr/>
          </p:nvSpPr>
          <p:spPr bwMode="auto">
            <a:xfrm>
              <a:off x="3936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9" name="Oval 23"/>
            <p:cNvSpPr>
              <a:spLocks noChangeArrowheads="1"/>
            </p:cNvSpPr>
            <p:nvPr/>
          </p:nvSpPr>
          <p:spPr bwMode="auto">
            <a:xfrm>
              <a:off x="3943" y="2165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4"/>
            <p:cNvSpPr>
              <a:spLocks noChangeArrowheads="1"/>
            </p:cNvSpPr>
            <p:nvPr/>
          </p:nvSpPr>
          <p:spPr bwMode="auto">
            <a:xfrm>
              <a:off x="3596" y="1783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5"/>
            <p:cNvSpPr>
              <a:spLocks noChangeArrowheads="1"/>
            </p:cNvSpPr>
            <p:nvPr/>
          </p:nvSpPr>
          <p:spPr bwMode="auto">
            <a:xfrm>
              <a:off x="3247" y="216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6"/>
            <p:cNvSpPr>
              <a:spLocks noChangeArrowheads="1"/>
            </p:cNvSpPr>
            <p:nvPr/>
          </p:nvSpPr>
          <p:spPr bwMode="auto">
            <a:xfrm>
              <a:off x="3247" y="178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7"/>
            <p:cNvSpPr>
              <a:spLocks noChangeArrowheads="1"/>
            </p:cNvSpPr>
            <p:nvPr/>
          </p:nvSpPr>
          <p:spPr bwMode="auto">
            <a:xfrm>
              <a:off x="3247" y="1403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4" name="Text Box 28"/>
            <p:cNvSpPr txBox="1">
              <a:spLocks noChangeArrowheads="1"/>
            </p:cNvSpPr>
            <p:nvPr/>
          </p:nvSpPr>
          <p:spPr bwMode="auto">
            <a:xfrm>
              <a:off x="2958" y="128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5" name="Text Box 29"/>
            <p:cNvSpPr txBox="1">
              <a:spLocks noChangeArrowheads="1"/>
            </p:cNvSpPr>
            <p:nvPr/>
          </p:nvSpPr>
          <p:spPr bwMode="auto">
            <a:xfrm>
              <a:off x="2958" y="1663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83" name="Text Box 30"/>
            <p:cNvSpPr txBox="1">
              <a:spLocks noChangeArrowheads="1"/>
            </p:cNvSpPr>
            <p:nvPr/>
          </p:nvSpPr>
          <p:spPr bwMode="auto">
            <a:xfrm>
              <a:off x="2958" y="204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551116" y="4420937"/>
            <a:ext cx="82404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2" name="Group 44"/>
          <p:cNvGrpSpPr/>
          <p:nvPr/>
        </p:nvGrpSpPr>
        <p:grpSpPr bwMode="auto">
          <a:xfrm>
            <a:off x="9017967" y="2158732"/>
            <a:ext cx="620712" cy="1963737"/>
            <a:chOff x="2075" y="2804"/>
            <a:chExt cx="391" cy="1237"/>
          </a:xfrm>
        </p:grpSpPr>
        <p:sp>
          <p:nvSpPr>
            <p:cNvPr id="43" name="Line 45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" name="Line 46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8" name="Group 47"/>
          <p:cNvGrpSpPr/>
          <p:nvPr/>
        </p:nvGrpSpPr>
        <p:grpSpPr bwMode="auto">
          <a:xfrm>
            <a:off x="9624392" y="2903269"/>
            <a:ext cx="1812925" cy="519113"/>
            <a:chOff x="2457" y="3273"/>
            <a:chExt cx="1142" cy="327"/>
          </a:xfrm>
        </p:grpSpPr>
        <p:sp>
          <p:nvSpPr>
            <p:cNvPr id="59" name="Line 48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60" name="Object 49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2079" name="Equation" r:id="rId1" imgW="5181600" imgH="5791200" progId="Equation.DSMT4">
                    <p:embed/>
                  </p:oleObj>
                </mc:Choice>
                <mc:Fallback>
                  <p:oleObj name="Equation" r:id="rId1" imgW="5181600" imgH="5791200" progId="Equation.DSMT4">
                    <p:embed/>
                    <p:pic>
                      <p:nvPicPr>
                        <p:cNvPr id="0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1" name="Group 53"/>
          <p:cNvGrpSpPr/>
          <p:nvPr/>
        </p:nvGrpSpPr>
        <p:grpSpPr bwMode="auto">
          <a:xfrm>
            <a:off x="8476632" y="2009506"/>
            <a:ext cx="530226" cy="2381250"/>
            <a:chOff x="1918" y="2486"/>
            <a:chExt cx="334" cy="1500"/>
          </a:xfrm>
        </p:grpSpPr>
        <p:graphicFrame>
          <p:nvGraphicFramePr>
            <p:cNvPr id="62" name="Object 54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2080" name="Equation" r:id="rId3" imgW="5181600" imgH="5791200" progId="Equation.DSMT4">
                    <p:embed/>
                  </p:oleObj>
                </mc:Choice>
                <mc:Fallback>
                  <p:oleObj name="Equation" r:id="rId3" imgW="5181600" imgH="5791200" progId="Equation.DSMT4">
                    <p:embed/>
                    <p:pic>
                      <p:nvPicPr>
                        <p:cNvPr id="0" name="Object 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3" name="Object 55"/>
            <p:cNvGraphicFramePr>
              <a:graphicFrameLocks noChangeAspect="1"/>
            </p:cNvGraphicFramePr>
            <p:nvPr/>
          </p:nvGraphicFramePr>
          <p:xfrm>
            <a:off x="1918" y="2486"/>
            <a:ext cx="334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2081" name="Equation" r:id="rId5" imgW="5791200" imgH="5791200" progId="Equation.DSMT4">
                    <p:embed/>
                  </p:oleObj>
                </mc:Choice>
                <mc:Fallback>
                  <p:oleObj name="Equation" r:id="rId5" imgW="5791200" imgH="5791200" progId="Equation.DSMT4">
                    <p:embed/>
                    <p:pic>
                      <p:nvPicPr>
                        <p:cNvPr id="0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8" y="2486"/>
                          <a:ext cx="334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7" name="Line 56"/>
          <p:cNvSpPr>
            <a:spLocks noChangeShapeType="1"/>
          </p:cNvSpPr>
          <p:nvPr/>
        </p:nvSpPr>
        <p:spPr bwMode="auto">
          <a:xfrm>
            <a:off x="9638679" y="3146157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76" name="Object 57"/>
          <p:cNvGraphicFramePr>
            <a:graphicFrameLocks noChangeAspect="1"/>
          </p:cNvGraphicFramePr>
          <p:nvPr/>
        </p:nvGraphicFramePr>
        <p:xfrm>
          <a:off x="10229229" y="3460978"/>
          <a:ext cx="392113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082" name="Equation" r:id="rId7" imgW="4267200" imgH="5791200" progId="Equation.DSMT4">
                  <p:embed/>
                </p:oleObj>
              </mc:Choice>
              <mc:Fallback>
                <p:oleObj name="Equation" r:id="rId7" imgW="4267200" imgH="579120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29229" y="3460978"/>
                        <a:ext cx="392113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7" name="Group 78"/>
          <p:cNvGrpSpPr/>
          <p:nvPr/>
        </p:nvGrpSpPr>
        <p:grpSpPr bwMode="auto">
          <a:xfrm>
            <a:off x="9595817" y="3330304"/>
            <a:ext cx="690562" cy="501649"/>
            <a:chOff x="4184" y="2142"/>
            <a:chExt cx="435" cy="316"/>
          </a:xfrm>
        </p:grpSpPr>
        <p:sp>
          <p:nvSpPr>
            <p:cNvPr id="85" name="Text Box 63"/>
            <p:cNvSpPr txBox="1">
              <a:spLocks noChangeArrowheads="1"/>
            </p:cNvSpPr>
            <p:nvPr/>
          </p:nvSpPr>
          <p:spPr bwMode="auto">
            <a:xfrm>
              <a:off x="4184" y="2167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>
                  <a:solidFill>
                    <a:srgbClr val="0000FF"/>
                  </a:solidFill>
                </a:rPr>
                <a:t>60</a:t>
              </a:r>
              <a:r>
                <a:rPr lang="en-US" altLang="zh-CN" sz="2400" dirty="0">
                  <a:solidFill>
                    <a:srgbClr val="0000FF"/>
                  </a:solidFill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olidFill>
                  <a:srgbClr val="0000FF"/>
                </a:solidFill>
                <a:sym typeface="Symbol" panose="05050102010706020507" pitchFamily="18" charset="2"/>
              </a:endParaRPr>
            </a:p>
          </p:txBody>
        </p:sp>
        <p:sp>
          <p:nvSpPr>
            <p:cNvPr id="86" name="Freeform 62"/>
            <p:cNvSpPr/>
            <p:nvPr/>
          </p:nvSpPr>
          <p:spPr bwMode="auto">
            <a:xfrm rot="-6999880" flipH="1" flipV="1">
              <a:off x="4252" y="2105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FF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3" name="Line 64"/>
          <p:cNvSpPr>
            <a:spLocks noChangeShapeType="1"/>
          </p:cNvSpPr>
          <p:nvPr/>
        </p:nvSpPr>
        <p:spPr bwMode="auto">
          <a:xfrm rot="7059756" flipV="1">
            <a:off x="8786986" y="3666062"/>
            <a:ext cx="1733550" cy="91281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94" name="Object 65"/>
          <p:cNvGraphicFramePr>
            <a:graphicFrameLocks noChangeAspect="1"/>
          </p:cNvGraphicFramePr>
          <p:nvPr/>
        </p:nvGraphicFramePr>
        <p:xfrm>
          <a:off x="9791079" y="4758659"/>
          <a:ext cx="641350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083" name="Equation" r:id="rId9" imgW="7010400" imgH="5791200" progId="Equation.DSMT4">
                  <p:embed/>
                </p:oleObj>
              </mc:Choice>
              <mc:Fallback>
                <p:oleObj name="Equation" r:id="rId9" imgW="7010400" imgH="5791200" progId="Equation.DSMT4">
                  <p:embed/>
                  <p:pic>
                    <p:nvPicPr>
                      <p:cNvPr id="0" name="Object 6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91079" y="4758659"/>
                        <a:ext cx="641350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5" name="Group 66"/>
          <p:cNvGrpSpPr/>
          <p:nvPr/>
        </p:nvGrpSpPr>
        <p:grpSpPr bwMode="auto">
          <a:xfrm>
            <a:off x="9138617" y="3423975"/>
            <a:ext cx="873125" cy="693739"/>
            <a:chOff x="1643" y="3128"/>
            <a:chExt cx="550" cy="437"/>
          </a:xfrm>
        </p:grpSpPr>
        <p:sp>
          <p:nvSpPr>
            <p:cNvPr id="96" name="Freeform 67"/>
            <p:cNvSpPr/>
            <p:nvPr/>
          </p:nvSpPr>
          <p:spPr bwMode="auto">
            <a:xfrm>
              <a:off x="1834" y="3128"/>
              <a:ext cx="133" cy="62"/>
            </a:xfrm>
            <a:custGeom>
              <a:avLst/>
              <a:gdLst>
                <a:gd name="T0" fmla="*/ 0 w 133"/>
                <a:gd name="T1" fmla="*/ 0 h 62"/>
                <a:gd name="T2" fmla="*/ 54 w 133"/>
                <a:gd name="T3" fmla="*/ 53 h 62"/>
                <a:gd name="T4" fmla="*/ 133 w 133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62">
                  <a:moveTo>
                    <a:pt x="0" y="0"/>
                  </a:moveTo>
                  <a:cubicBezTo>
                    <a:pt x="16" y="22"/>
                    <a:pt x="32" y="44"/>
                    <a:pt x="54" y="53"/>
                  </a:cubicBezTo>
                  <a:cubicBezTo>
                    <a:pt x="76" y="62"/>
                    <a:pt x="104" y="57"/>
                    <a:pt x="133" y="53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Text Box 68"/>
            <p:cNvSpPr txBox="1">
              <a:spLocks noChangeArrowheads="1"/>
            </p:cNvSpPr>
            <p:nvPr/>
          </p:nvSpPr>
          <p:spPr bwMode="auto">
            <a:xfrm>
              <a:off x="1643" y="3274"/>
              <a:ext cx="55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30</a:t>
              </a:r>
              <a:r>
                <a:rPr lang="en-US" altLang="zh-CN" sz="2400" dirty="0"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ym typeface="Symbol" panose="05050102010706020507" pitchFamily="18" charset="2"/>
              </a:endParaRPr>
            </a:p>
          </p:txBody>
        </p:sp>
      </p:grpSp>
      <p:sp>
        <p:nvSpPr>
          <p:cNvPr id="98" name="Line 77"/>
          <p:cNvSpPr>
            <a:spLocks noChangeShapeType="1"/>
          </p:cNvSpPr>
          <p:nvPr/>
        </p:nvSpPr>
        <p:spPr bwMode="auto">
          <a:xfrm>
            <a:off x="9041779" y="4127232"/>
            <a:ext cx="614363" cy="9858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00" name="Line 79"/>
          <p:cNvSpPr>
            <a:spLocks noChangeShapeType="1"/>
          </p:cNvSpPr>
          <p:nvPr/>
        </p:nvSpPr>
        <p:spPr bwMode="auto">
          <a:xfrm flipH="1">
            <a:off x="8987804" y="3155682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102" name="Object 80"/>
          <p:cNvGraphicFramePr>
            <a:graphicFrameLocks noChangeAspect="1"/>
          </p:cNvGraphicFramePr>
          <p:nvPr/>
        </p:nvGraphicFramePr>
        <p:xfrm>
          <a:off x="8552829" y="3343503"/>
          <a:ext cx="390525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084" name="Equation" r:id="rId11" imgW="4267200" imgH="5791200" progId="Equation.DSMT4">
                  <p:embed/>
                </p:oleObj>
              </mc:Choice>
              <mc:Fallback>
                <p:oleObj name="Equation" r:id="rId11" imgW="4267200" imgH="5791200" progId="Equation.DSMT4">
                  <p:embed/>
                  <p:pic>
                    <p:nvPicPr>
                      <p:cNvPr id="0" name="Object 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552829" y="3343503"/>
                        <a:ext cx="390525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" name="Text Box 81"/>
          <p:cNvSpPr txBox="1">
            <a:spLocks noChangeArrowheads="1"/>
          </p:cNvSpPr>
          <p:nvPr/>
        </p:nvSpPr>
        <p:spPr bwMode="auto">
          <a:xfrm>
            <a:off x="8736651" y="2909259"/>
            <a:ext cx="78740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4" name="Group 84"/>
          <p:cNvGrpSpPr/>
          <p:nvPr/>
        </p:nvGrpSpPr>
        <p:grpSpPr bwMode="auto">
          <a:xfrm>
            <a:off x="9875217" y="3062022"/>
            <a:ext cx="723900" cy="461963"/>
            <a:chOff x="4360" y="1973"/>
            <a:chExt cx="456" cy="291"/>
          </a:xfrm>
        </p:grpSpPr>
        <p:sp>
          <p:nvSpPr>
            <p:cNvPr id="105" name="Freeform 82"/>
            <p:cNvSpPr/>
            <p:nvPr/>
          </p:nvSpPr>
          <p:spPr bwMode="auto">
            <a:xfrm>
              <a:off x="4360" y="2029"/>
              <a:ext cx="18" cy="89"/>
            </a:xfrm>
            <a:custGeom>
              <a:avLst/>
              <a:gdLst>
                <a:gd name="T0" fmla="*/ 0 w 18"/>
                <a:gd name="T1" fmla="*/ 89 h 89"/>
                <a:gd name="T2" fmla="*/ 18 w 18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0" y="89"/>
                    <a:pt x="9" y="44"/>
                    <a:pt x="18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Rectangle 83"/>
            <p:cNvSpPr>
              <a:spLocks noChangeArrowheads="1"/>
            </p:cNvSpPr>
            <p:nvPr/>
          </p:nvSpPr>
          <p:spPr bwMode="auto">
            <a:xfrm>
              <a:off x="4428" y="1973"/>
              <a:ext cx="38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>
                  <a:solidFill>
                    <a:srgbClr val="FF0000"/>
                  </a:solidFill>
                </a:rPr>
                <a:t>30</a:t>
              </a:r>
              <a:r>
                <a:rPr lang="en-US" altLang="zh-CN" sz="2400" dirty="0">
                  <a:solidFill>
                    <a:srgbClr val="FF0000"/>
                  </a:solidFill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olidFill>
                  <a:srgbClr val="FF0000"/>
                </a:solidFill>
                <a:sym typeface="Symbol" panose="05050102010706020507" pitchFamily="18" charset="2"/>
              </a:endParaRPr>
            </a:p>
          </p:txBody>
        </p:sp>
      </p:grpSp>
      <p:sp>
        <p:nvSpPr>
          <p:cNvPr id="130" name="圆角矩形 129"/>
          <p:cNvSpPr/>
          <p:nvPr/>
        </p:nvSpPr>
        <p:spPr bwMode="auto">
          <a:xfrm>
            <a:off x="3956070" y="3492288"/>
            <a:ext cx="783426" cy="372826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2" name="圆角矩形 131"/>
          <p:cNvSpPr/>
          <p:nvPr/>
        </p:nvSpPr>
        <p:spPr bwMode="auto">
          <a:xfrm rot="8100000">
            <a:off x="2632750" y="3264343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3" name="矩形 132"/>
          <p:cNvSpPr/>
          <p:nvPr/>
        </p:nvSpPr>
        <p:spPr bwMode="auto">
          <a:xfrm>
            <a:off x="2720268" y="2754424"/>
            <a:ext cx="670657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aphicFrame>
        <p:nvGraphicFramePr>
          <p:cNvPr id="78" name="Object 86"/>
          <p:cNvGraphicFramePr>
            <a:graphicFrameLocks noChangeAspect="1"/>
          </p:cNvGraphicFramePr>
          <p:nvPr/>
        </p:nvGraphicFramePr>
        <p:xfrm>
          <a:off x="1304932" y="4484475"/>
          <a:ext cx="3035300" cy="420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085" name="Equation" r:id="rId13" imgW="35052000" imgH="4876800" progId="Equation.DSMT4">
                  <p:embed/>
                </p:oleObj>
              </mc:Choice>
              <mc:Fallback>
                <p:oleObj name="Equation" r:id="rId13" imgW="35052000" imgH="4876800" progId="Equation.DSMT4">
                  <p:embed/>
                  <p:pic>
                    <p:nvPicPr>
                      <p:cNvPr id="0" name="Object 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04932" y="4484475"/>
                        <a:ext cx="3035300" cy="420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9" name="Object 33"/>
          <p:cNvGraphicFramePr>
            <a:graphicFrameLocks noChangeAspect="1"/>
          </p:cNvGraphicFramePr>
          <p:nvPr/>
        </p:nvGraphicFramePr>
        <p:xfrm>
          <a:off x="1905000" y="5124450"/>
          <a:ext cx="2351088" cy="1500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086" name="Equation" r:id="rId15" imgW="27127200" imgH="17373600" progId="Equation.DSMT4">
                  <p:embed/>
                </p:oleObj>
              </mc:Choice>
              <mc:Fallback>
                <p:oleObj name="Equation" r:id="rId15" imgW="27127200" imgH="173736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5000" y="5124450"/>
                        <a:ext cx="2351088" cy="1500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0" name="AutoShape 29"/>
          <p:cNvSpPr>
            <a:spLocks noChangeArrowheads="1"/>
          </p:cNvSpPr>
          <p:nvPr/>
        </p:nvSpPr>
        <p:spPr bwMode="auto">
          <a:xfrm>
            <a:off x="1376919" y="5160350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81" name="Object 33"/>
          <p:cNvGraphicFramePr>
            <a:graphicFrameLocks noChangeAspect="1"/>
          </p:cNvGraphicFramePr>
          <p:nvPr/>
        </p:nvGraphicFramePr>
        <p:xfrm>
          <a:off x="5530850" y="5183188"/>
          <a:ext cx="2324100" cy="1500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087" name="Equation" r:id="rId17" imgW="26822400" imgH="17373600" progId="Equation.DSMT4">
                  <p:embed/>
                </p:oleObj>
              </mc:Choice>
              <mc:Fallback>
                <p:oleObj name="Equation" r:id="rId17" imgW="26822400" imgH="173736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30850" y="5183188"/>
                        <a:ext cx="2324100" cy="15001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2" name="AutoShape 29"/>
          <p:cNvSpPr>
            <a:spLocks noChangeArrowheads="1"/>
          </p:cNvSpPr>
          <p:nvPr/>
        </p:nvSpPr>
        <p:spPr bwMode="auto">
          <a:xfrm>
            <a:off x="4989789" y="5220512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  <p:bldP spid="82" grpId="0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2"/>
          <p:cNvSpPr txBox="1">
            <a:spLocks noChangeArrowheads="1"/>
          </p:cNvSpPr>
          <p:nvPr/>
        </p:nvSpPr>
        <p:spPr bwMode="auto">
          <a:xfrm>
            <a:off x="551384" y="809129"/>
            <a:ext cx="11017224" cy="1630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indent="-90170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图示对称三相电路中，电源线电压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380W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，电流表读数为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2A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。试求负载功率因数及三相负载有功功率和无功功率。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4" name="Group 37"/>
          <p:cNvGrpSpPr/>
          <p:nvPr/>
        </p:nvGrpSpPr>
        <p:grpSpPr bwMode="auto">
          <a:xfrm>
            <a:off x="1466857" y="2330181"/>
            <a:ext cx="3432175" cy="2006600"/>
            <a:chOff x="2958" y="1073"/>
            <a:chExt cx="2162" cy="1264"/>
          </a:xfrm>
        </p:grpSpPr>
        <p:sp>
          <p:nvSpPr>
            <p:cNvPr id="45" name="Line 4"/>
            <p:cNvSpPr>
              <a:spLocks noChangeShapeType="1"/>
            </p:cNvSpPr>
            <p:nvPr/>
          </p:nvSpPr>
          <p:spPr bwMode="auto">
            <a:xfrm>
              <a:off x="3972" y="1161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4386" y="1338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47" name="Text Box 6"/>
            <p:cNvSpPr txBox="1">
              <a:spLocks noChangeArrowheads="1"/>
            </p:cNvSpPr>
            <p:nvPr/>
          </p:nvSpPr>
          <p:spPr bwMode="auto">
            <a:xfrm>
              <a:off x="4527" y="1312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三相对称星形负载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3300" y="1434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8"/>
            <p:cNvSpPr>
              <a:spLocks noChangeShapeType="1"/>
            </p:cNvSpPr>
            <p:nvPr/>
          </p:nvSpPr>
          <p:spPr bwMode="auto">
            <a:xfrm>
              <a:off x="3300" y="181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9"/>
            <p:cNvSpPr>
              <a:spLocks noChangeShapeType="1"/>
            </p:cNvSpPr>
            <p:nvPr/>
          </p:nvSpPr>
          <p:spPr bwMode="auto">
            <a:xfrm>
              <a:off x="3300" y="219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Oval 10"/>
            <p:cNvSpPr>
              <a:spLocks noChangeArrowheads="1"/>
            </p:cNvSpPr>
            <p:nvPr/>
          </p:nvSpPr>
          <p:spPr bwMode="auto">
            <a:xfrm>
              <a:off x="3812" y="127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2" name="Oval 11"/>
            <p:cNvSpPr>
              <a:spLocks noChangeArrowheads="1"/>
            </p:cNvSpPr>
            <p:nvPr/>
          </p:nvSpPr>
          <p:spPr bwMode="auto">
            <a:xfrm>
              <a:off x="3494" y="2036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3" name="Text Box 12"/>
            <p:cNvSpPr txBox="1">
              <a:spLocks noChangeArrowheads="1"/>
            </p:cNvSpPr>
            <p:nvPr/>
          </p:nvSpPr>
          <p:spPr bwMode="auto">
            <a:xfrm>
              <a:off x="3828" y="1313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baseline="-25000" dirty="0"/>
            </a:p>
          </p:txBody>
        </p:sp>
        <p:sp>
          <p:nvSpPr>
            <p:cNvPr id="54" name="Text Box 13"/>
            <p:cNvSpPr txBox="1">
              <a:spLocks noChangeArrowheads="1"/>
            </p:cNvSpPr>
            <p:nvPr/>
          </p:nvSpPr>
          <p:spPr bwMode="auto">
            <a:xfrm>
              <a:off x="3526" y="205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A</a:t>
              </a:r>
              <a:endParaRPr lang="en-US" altLang="zh-CN" sz="2000" baseline="-25000" dirty="0"/>
            </a:p>
          </p:txBody>
        </p:sp>
        <p:sp>
          <p:nvSpPr>
            <p:cNvPr id="55" name="Line 14"/>
            <p:cNvSpPr>
              <a:spLocks noChangeShapeType="1"/>
            </p:cNvSpPr>
            <p:nvPr/>
          </p:nvSpPr>
          <p:spPr bwMode="auto">
            <a:xfrm flipV="1">
              <a:off x="3625" y="1161"/>
              <a:ext cx="0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Line 15"/>
            <p:cNvSpPr>
              <a:spLocks noChangeShapeType="1"/>
            </p:cNvSpPr>
            <p:nvPr/>
          </p:nvSpPr>
          <p:spPr bwMode="auto">
            <a:xfrm>
              <a:off x="3618" y="1170"/>
              <a:ext cx="35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Text Box 18"/>
            <p:cNvSpPr txBox="1">
              <a:spLocks noChangeArrowheads="1"/>
            </p:cNvSpPr>
            <p:nvPr/>
          </p:nvSpPr>
          <p:spPr bwMode="auto">
            <a:xfrm>
              <a:off x="3607" y="1391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8" name="Text Box 20"/>
            <p:cNvSpPr txBox="1">
              <a:spLocks noChangeArrowheads="1"/>
            </p:cNvSpPr>
            <p:nvPr/>
          </p:nvSpPr>
          <p:spPr bwMode="auto">
            <a:xfrm>
              <a:off x="3936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9" name="Oval 23"/>
            <p:cNvSpPr>
              <a:spLocks noChangeArrowheads="1"/>
            </p:cNvSpPr>
            <p:nvPr/>
          </p:nvSpPr>
          <p:spPr bwMode="auto">
            <a:xfrm>
              <a:off x="3943" y="2165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4"/>
            <p:cNvSpPr>
              <a:spLocks noChangeArrowheads="1"/>
            </p:cNvSpPr>
            <p:nvPr/>
          </p:nvSpPr>
          <p:spPr bwMode="auto">
            <a:xfrm>
              <a:off x="3596" y="1783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5"/>
            <p:cNvSpPr>
              <a:spLocks noChangeArrowheads="1"/>
            </p:cNvSpPr>
            <p:nvPr/>
          </p:nvSpPr>
          <p:spPr bwMode="auto">
            <a:xfrm>
              <a:off x="3247" y="216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Oval 26"/>
            <p:cNvSpPr>
              <a:spLocks noChangeArrowheads="1"/>
            </p:cNvSpPr>
            <p:nvPr/>
          </p:nvSpPr>
          <p:spPr bwMode="auto">
            <a:xfrm>
              <a:off x="3247" y="178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Oval 27"/>
            <p:cNvSpPr>
              <a:spLocks noChangeArrowheads="1"/>
            </p:cNvSpPr>
            <p:nvPr/>
          </p:nvSpPr>
          <p:spPr bwMode="auto">
            <a:xfrm>
              <a:off x="3247" y="1403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4" name="Text Box 28"/>
            <p:cNvSpPr txBox="1">
              <a:spLocks noChangeArrowheads="1"/>
            </p:cNvSpPr>
            <p:nvPr/>
          </p:nvSpPr>
          <p:spPr bwMode="auto">
            <a:xfrm>
              <a:off x="2958" y="128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5" name="Text Box 29"/>
            <p:cNvSpPr txBox="1">
              <a:spLocks noChangeArrowheads="1"/>
            </p:cNvSpPr>
            <p:nvPr/>
          </p:nvSpPr>
          <p:spPr bwMode="auto">
            <a:xfrm>
              <a:off x="2958" y="1663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83" name="Text Box 30"/>
            <p:cNvSpPr txBox="1">
              <a:spLocks noChangeArrowheads="1"/>
            </p:cNvSpPr>
            <p:nvPr/>
          </p:nvSpPr>
          <p:spPr bwMode="auto">
            <a:xfrm>
              <a:off x="2958" y="204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551116" y="4420937"/>
            <a:ext cx="82404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2" name="Group 44"/>
          <p:cNvGrpSpPr/>
          <p:nvPr/>
        </p:nvGrpSpPr>
        <p:grpSpPr bwMode="auto">
          <a:xfrm>
            <a:off x="9017967" y="2158732"/>
            <a:ext cx="620712" cy="1963737"/>
            <a:chOff x="2075" y="2804"/>
            <a:chExt cx="391" cy="1237"/>
          </a:xfrm>
        </p:grpSpPr>
        <p:sp>
          <p:nvSpPr>
            <p:cNvPr id="43" name="Line 45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" name="Line 46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8" name="Group 47"/>
          <p:cNvGrpSpPr/>
          <p:nvPr/>
        </p:nvGrpSpPr>
        <p:grpSpPr bwMode="auto">
          <a:xfrm>
            <a:off x="9624392" y="2903269"/>
            <a:ext cx="1812925" cy="519113"/>
            <a:chOff x="2457" y="3273"/>
            <a:chExt cx="1142" cy="327"/>
          </a:xfrm>
        </p:grpSpPr>
        <p:sp>
          <p:nvSpPr>
            <p:cNvPr id="59" name="Line 48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60" name="Object 49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3241" name="Equation" r:id="rId1" imgW="5181600" imgH="5791200" progId="Equation.DSMT4">
                    <p:embed/>
                  </p:oleObj>
                </mc:Choice>
                <mc:Fallback>
                  <p:oleObj name="Equation" r:id="rId1" imgW="5181600" imgH="5791200" progId="Equation.DSMT4">
                    <p:embed/>
                    <p:pic>
                      <p:nvPicPr>
                        <p:cNvPr id="0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1" name="Group 53"/>
          <p:cNvGrpSpPr/>
          <p:nvPr/>
        </p:nvGrpSpPr>
        <p:grpSpPr bwMode="auto">
          <a:xfrm>
            <a:off x="8476632" y="2009506"/>
            <a:ext cx="530226" cy="2381250"/>
            <a:chOff x="1918" y="2486"/>
            <a:chExt cx="334" cy="1500"/>
          </a:xfrm>
        </p:grpSpPr>
        <p:graphicFrame>
          <p:nvGraphicFramePr>
            <p:cNvPr id="62" name="Object 54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3242" name="Equation" r:id="rId3" imgW="5181600" imgH="5791200" progId="Equation.DSMT4">
                    <p:embed/>
                  </p:oleObj>
                </mc:Choice>
                <mc:Fallback>
                  <p:oleObj name="Equation" r:id="rId3" imgW="5181600" imgH="5791200" progId="Equation.DSMT4">
                    <p:embed/>
                    <p:pic>
                      <p:nvPicPr>
                        <p:cNvPr id="0" name="Object 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3" name="Object 55"/>
            <p:cNvGraphicFramePr>
              <a:graphicFrameLocks noChangeAspect="1"/>
            </p:cNvGraphicFramePr>
            <p:nvPr/>
          </p:nvGraphicFramePr>
          <p:xfrm>
            <a:off x="1918" y="2486"/>
            <a:ext cx="334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3243" name="Equation" r:id="rId5" imgW="5791200" imgH="5791200" progId="Equation.DSMT4">
                    <p:embed/>
                  </p:oleObj>
                </mc:Choice>
                <mc:Fallback>
                  <p:oleObj name="Equation" r:id="rId5" imgW="5791200" imgH="5791200" progId="Equation.DSMT4">
                    <p:embed/>
                    <p:pic>
                      <p:nvPicPr>
                        <p:cNvPr id="0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8" y="2486"/>
                          <a:ext cx="334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7" name="Line 56"/>
          <p:cNvSpPr>
            <a:spLocks noChangeShapeType="1"/>
          </p:cNvSpPr>
          <p:nvPr/>
        </p:nvSpPr>
        <p:spPr bwMode="auto">
          <a:xfrm>
            <a:off x="9638679" y="3146157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76" name="Object 57"/>
          <p:cNvGraphicFramePr>
            <a:graphicFrameLocks noChangeAspect="1"/>
          </p:cNvGraphicFramePr>
          <p:nvPr/>
        </p:nvGraphicFramePr>
        <p:xfrm>
          <a:off x="10229229" y="3460978"/>
          <a:ext cx="392113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44" name="Equation" r:id="rId7" imgW="4267200" imgH="5791200" progId="Equation.DSMT4">
                  <p:embed/>
                </p:oleObj>
              </mc:Choice>
              <mc:Fallback>
                <p:oleObj name="Equation" r:id="rId7" imgW="4267200" imgH="579120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29229" y="3460978"/>
                        <a:ext cx="392113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7" name="Group 78"/>
          <p:cNvGrpSpPr/>
          <p:nvPr/>
        </p:nvGrpSpPr>
        <p:grpSpPr bwMode="auto">
          <a:xfrm>
            <a:off x="9595817" y="3330304"/>
            <a:ext cx="690562" cy="501649"/>
            <a:chOff x="4184" y="2142"/>
            <a:chExt cx="435" cy="316"/>
          </a:xfrm>
        </p:grpSpPr>
        <p:sp>
          <p:nvSpPr>
            <p:cNvPr id="85" name="Text Box 63"/>
            <p:cNvSpPr txBox="1">
              <a:spLocks noChangeArrowheads="1"/>
            </p:cNvSpPr>
            <p:nvPr/>
          </p:nvSpPr>
          <p:spPr bwMode="auto">
            <a:xfrm>
              <a:off x="4184" y="2167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>
                  <a:solidFill>
                    <a:srgbClr val="0000FF"/>
                  </a:solidFill>
                </a:rPr>
                <a:t>60</a:t>
              </a:r>
              <a:r>
                <a:rPr lang="en-US" altLang="zh-CN" sz="2400" dirty="0">
                  <a:solidFill>
                    <a:srgbClr val="0000FF"/>
                  </a:solidFill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olidFill>
                  <a:srgbClr val="0000FF"/>
                </a:solidFill>
                <a:sym typeface="Symbol" panose="05050102010706020507" pitchFamily="18" charset="2"/>
              </a:endParaRPr>
            </a:p>
          </p:txBody>
        </p:sp>
        <p:sp>
          <p:nvSpPr>
            <p:cNvPr id="86" name="Freeform 62"/>
            <p:cNvSpPr/>
            <p:nvPr/>
          </p:nvSpPr>
          <p:spPr bwMode="auto">
            <a:xfrm rot="-6999880" flipH="1" flipV="1">
              <a:off x="4252" y="2105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FF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3" name="Line 64"/>
          <p:cNvSpPr>
            <a:spLocks noChangeShapeType="1"/>
          </p:cNvSpPr>
          <p:nvPr/>
        </p:nvSpPr>
        <p:spPr bwMode="auto">
          <a:xfrm rot="7059756" flipV="1">
            <a:off x="8786986" y="3666062"/>
            <a:ext cx="1733550" cy="91281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94" name="Object 65"/>
          <p:cNvGraphicFramePr>
            <a:graphicFrameLocks noChangeAspect="1"/>
          </p:cNvGraphicFramePr>
          <p:nvPr/>
        </p:nvGraphicFramePr>
        <p:xfrm>
          <a:off x="9791079" y="4758659"/>
          <a:ext cx="641350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45" name="Equation" r:id="rId9" imgW="7010400" imgH="5791200" progId="Equation.DSMT4">
                  <p:embed/>
                </p:oleObj>
              </mc:Choice>
              <mc:Fallback>
                <p:oleObj name="Equation" r:id="rId9" imgW="7010400" imgH="5791200" progId="Equation.DSMT4">
                  <p:embed/>
                  <p:pic>
                    <p:nvPicPr>
                      <p:cNvPr id="0" name="Object 6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91079" y="4758659"/>
                        <a:ext cx="641350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5" name="Group 66"/>
          <p:cNvGrpSpPr/>
          <p:nvPr/>
        </p:nvGrpSpPr>
        <p:grpSpPr bwMode="auto">
          <a:xfrm>
            <a:off x="9138617" y="3423975"/>
            <a:ext cx="873125" cy="693739"/>
            <a:chOff x="1643" y="3128"/>
            <a:chExt cx="550" cy="437"/>
          </a:xfrm>
        </p:grpSpPr>
        <p:sp>
          <p:nvSpPr>
            <p:cNvPr id="96" name="Freeform 67"/>
            <p:cNvSpPr/>
            <p:nvPr/>
          </p:nvSpPr>
          <p:spPr bwMode="auto">
            <a:xfrm>
              <a:off x="1834" y="3128"/>
              <a:ext cx="133" cy="62"/>
            </a:xfrm>
            <a:custGeom>
              <a:avLst/>
              <a:gdLst>
                <a:gd name="T0" fmla="*/ 0 w 133"/>
                <a:gd name="T1" fmla="*/ 0 h 62"/>
                <a:gd name="T2" fmla="*/ 54 w 133"/>
                <a:gd name="T3" fmla="*/ 53 h 62"/>
                <a:gd name="T4" fmla="*/ 133 w 133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62">
                  <a:moveTo>
                    <a:pt x="0" y="0"/>
                  </a:moveTo>
                  <a:cubicBezTo>
                    <a:pt x="16" y="22"/>
                    <a:pt x="32" y="44"/>
                    <a:pt x="54" y="53"/>
                  </a:cubicBezTo>
                  <a:cubicBezTo>
                    <a:pt x="76" y="62"/>
                    <a:pt x="104" y="57"/>
                    <a:pt x="133" y="53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Text Box 68"/>
            <p:cNvSpPr txBox="1">
              <a:spLocks noChangeArrowheads="1"/>
            </p:cNvSpPr>
            <p:nvPr/>
          </p:nvSpPr>
          <p:spPr bwMode="auto">
            <a:xfrm>
              <a:off x="1643" y="3274"/>
              <a:ext cx="55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30</a:t>
              </a:r>
              <a:r>
                <a:rPr lang="en-US" altLang="zh-CN" sz="2400" dirty="0"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ym typeface="Symbol" panose="05050102010706020507" pitchFamily="18" charset="2"/>
              </a:endParaRPr>
            </a:p>
          </p:txBody>
        </p:sp>
      </p:grpSp>
      <p:sp>
        <p:nvSpPr>
          <p:cNvPr id="98" name="Line 77"/>
          <p:cNvSpPr>
            <a:spLocks noChangeShapeType="1"/>
          </p:cNvSpPr>
          <p:nvPr/>
        </p:nvSpPr>
        <p:spPr bwMode="auto">
          <a:xfrm>
            <a:off x="9041779" y="4127232"/>
            <a:ext cx="614363" cy="9858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00" name="Line 79"/>
          <p:cNvSpPr>
            <a:spLocks noChangeShapeType="1"/>
          </p:cNvSpPr>
          <p:nvPr/>
        </p:nvSpPr>
        <p:spPr bwMode="auto">
          <a:xfrm flipH="1">
            <a:off x="8987804" y="3155682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102" name="Object 80"/>
          <p:cNvGraphicFramePr>
            <a:graphicFrameLocks noChangeAspect="1"/>
          </p:cNvGraphicFramePr>
          <p:nvPr/>
        </p:nvGraphicFramePr>
        <p:xfrm>
          <a:off x="8552829" y="3343503"/>
          <a:ext cx="390525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46" name="Equation" r:id="rId11" imgW="4267200" imgH="5791200" progId="Equation.DSMT4">
                  <p:embed/>
                </p:oleObj>
              </mc:Choice>
              <mc:Fallback>
                <p:oleObj name="Equation" r:id="rId11" imgW="4267200" imgH="5791200" progId="Equation.DSMT4">
                  <p:embed/>
                  <p:pic>
                    <p:nvPicPr>
                      <p:cNvPr id="0" name="Object 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552829" y="3343503"/>
                        <a:ext cx="390525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" name="Text Box 81"/>
          <p:cNvSpPr txBox="1">
            <a:spLocks noChangeArrowheads="1"/>
          </p:cNvSpPr>
          <p:nvPr/>
        </p:nvSpPr>
        <p:spPr bwMode="auto">
          <a:xfrm>
            <a:off x="8736651" y="2909259"/>
            <a:ext cx="78740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4" name="Group 84"/>
          <p:cNvGrpSpPr/>
          <p:nvPr/>
        </p:nvGrpSpPr>
        <p:grpSpPr bwMode="auto">
          <a:xfrm>
            <a:off x="9875217" y="3062022"/>
            <a:ext cx="723900" cy="461963"/>
            <a:chOff x="4360" y="1973"/>
            <a:chExt cx="456" cy="291"/>
          </a:xfrm>
        </p:grpSpPr>
        <p:sp>
          <p:nvSpPr>
            <p:cNvPr id="105" name="Freeform 82"/>
            <p:cNvSpPr/>
            <p:nvPr/>
          </p:nvSpPr>
          <p:spPr bwMode="auto">
            <a:xfrm>
              <a:off x="4360" y="2029"/>
              <a:ext cx="18" cy="89"/>
            </a:xfrm>
            <a:custGeom>
              <a:avLst/>
              <a:gdLst>
                <a:gd name="T0" fmla="*/ 0 w 18"/>
                <a:gd name="T1" fmla="*/ 89 h 89"/>
                <a:gd name="T2" fmla="*/ 18 w 18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0" y="89"/>
                    <a:pt x="9" y="44"/>
                    <a:pt x="18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Rectangle 83"/>
            <p:cNvSpPr>
              <a:spLocks noChangeArrowheads="1"/>
            </p:cNvSpPr>
            <p:nvPr/>
          </p:nvSpPr>
          <p:spPr bwMode="auto">
            <a:xfrm>
              <a:off x="4428" y="1973"/>
              <a:ext cx="38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>
                  <a:solidFill>
                    <a:srgbClr val="FF0000"/>
                  </a:solidFill>
                </a:rPr>
                <a:t>30</a:t>
              </a:r>
              <a:r>
                <a:rPr lang="en-US" altLang="zh-CN" sz="2400" dirty="0">
                  <a:solidFill>
                    <a:srgbClr val="FF0000"/>
                  </a:solidFill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olidFill>
                  <a:srgbClr val="FF0000"/>
                </a:solidFill>
                <a:sym typeface="Symbol" panose="05050102010706020507" pitchFamily="18" charset="2"/>
              </a:endParaRPr>
            </a:p>
          </p:txBody>
        </p:sp>
      </p:grpSp>
      <p:sp>
        <p:nvSpPr>
          <p:cNvPr id="130" name="圆角矩形 129"/>
          <p:cNvSpPr/>
          <p:nvPr/>
        </p:nvSpPr>
        <p:spPr bwMode="auto">
          <a:xfrm>
            <a:off x="3956070" y="3492288"/>
            <a:ext cx="783426" cy="372826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2" name="圆角矩形 131"/>
          <p:cNvSpPr/>
          <p:nvPr/>
        </p:nvSpPr>
        <p:spPr bwMode="auto">
          <a:xfrm rot="8100000">
            <a:off x="2632750" y="3264343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sp>
        <p:nvSpPr>
          <p:cNvPr id="133" name="矩形 132"/>
          <p:cNvSpPr/>
          <p:nvPr/>
        </p:nvSpPr>
        <p:spPr bwMode="auto">
          <a:xfrm>
            <a:off x="2720268" y="2754424"/>
            <a:ext cx="670657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  <p:graphicFrame>
        <p:nvGraphicFramePr>
          <p:cNvPr id="87" name="Object 89"/>
          <p:cNvGraphicFramePr>
            <a:graphicFrameLocks noChangeAspect="1"/>
          </p:cNvGraphicFramePr>
          <p:nvPr/>
        </p:nvGraphicFramePr>
        <p:xfrm>
          <a:off x="1654175" y="5592763"/>
          <a:ext cx="1689100" cy="47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47" name="Equation" r:id="rId13" imgW="19507200" imgH="5486400" progId="Equation.DSMT4">
                  <p:embed/>
                </p:oleObj>
              </mc:Choice>
              <mc:Fallback>
                <p:oleObj name="Equation" r:id="rId13" imgW="19507200" imgH="5486400" progId="Equation.DSMT4">
                  <p:embed/>
                  <p:pic>
                    <p:nvPicPr>
                      <p:cNvPr id="0" name="Object 8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4175" y="5592763"/>
                        <a:ext cx="1689100" cy="4746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8" name="Object 90"/>
          <p:cNvGraphicFramePr>
            <a:graphicFrameLocks noChangeAspect="1"/>
          </p:cNvGraphicFramePr>
          <p:nvPr/>
        </p:nvGraphicFramePr>
        <p:xfrm>
          <a:off x="1654175" y="5062538"/>
          <a:ext cx="2641600" cy="47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48" name="Equation" r:id="rId15" imgW="30480000" imgH="5486400" progId="Equation.DSMT4">
                  <p:embed/>
                </p:oleObj>
              </mc:Choice>
              <mc:Fallback>
                <p:oleObj name="Equation" r:id="rId15" imgW="30480000" imgH="5486400" progId="Equation.DSMT4">
                  <p:embed/>
                  <p:pic>
                    <p:nvPicPr>
                      <p:cNvPr id="0" name="Object 9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4175" y="5062538"/>
                        <a:ext cx="2641600" cy="4746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9" name="Object 31"/>
          <p:cNvGraphicFramePr>
            <a:graphicFrameLocks noChangeAspect="1"/>
          </p:cNvGraphicFramePr>
          <p:nvPr/>
        </p:nvGraphicFramePr>
        <p:xfrm>
          <a:off x="1243013" y="4452938"/>
          <a:ext cx="6051550" cy="550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49" name="Equation" r:id="rId17" imgW="69799200" imgH="6400800" progId="Equation.DSMT4">
                  <p:embed/>
                </p:oleObj>
              </mc:Choice>
              <mc:Fallback>
                <p:oleObj name="Equation" r:id="rId17" imgW="69799200" imgH="64008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43013" y="4452938"/>
                        <a:ext cx="6051550" cy="5508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0" name="Object 89"/>
          <p:cNvGraphicFramePr>
            <a:graphicFrameLocks noChangeAspect="1"/>
          </p:cNvGraphicFramePr>
          <p:nvPr/>
        </p:nvGraphicFramePr>
        <p:xfrm>
          <a:off x="1689529" y="6027457"/>
          <a:ext cx="792162" cy="895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50" name="Equation" r:id="rId19" imgW="9144000" imgH="10363200" progId="Equation.DSMT4">
                  <p:embed/>
                </p:oleObj>
              </mc:Choice>
              <mc:Fallback>
                <p:oleObj name="Equation" r:id="rId19" imgW="9144000" imgH="10363200" progId="Equation.DSMT4">
                  <p:embed/>
                  <p:pic>
                    <p:nvPicPr>
                      <p:cNvPr id="0" name="Object 8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89529" y="6027457"/>
                        <a:ext cx="792162" cy="895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1" name="Object 33"/>
          <p:cNvGraphicFramePr>
            <a:graphicFrameLocks noChangeAspect="1"/>
          </p:cNvGraphicFramePr>
          <p:nvPr/>
        </p:nvGraphicFramePr>
        <p:xfrm>
          <a:off x="4447812" y="6268476"/>
          <a:ext cx="3013075" cy="5254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251" name="Equation" r:id="rId21" imgW="34747200" imgH="6096000" progId="Equation.DSMT4">
                  <p:embed/>
                </p:oleObj>
              </mc:Choice>
              <mc:Fallback>
                <p:oleObj name="Equation" r:id="rId21" imgW="34747200" imgH="60960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47812" y="6268476"/>
                        <a:ext cx="3013075" cy="5254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2" name="AutoShape 29"/>
          <p:cNvSpPr>
            <a:spLocks noChangeArrowheads="1"/>
          </p:cNvSpPr>
          <p:nvPr/>
        </p:nvSpPr>
        <p:spPr bwMode="auto">
          <a:xfrm>
            <a:off x="3733807" y="6418538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7" name="Rectangle 16"/>
          <p:cNvSpPr>
            <a:spLocks noChangeArrowheads="1"/>
          </p:cNvSpPr>
          <p:nvPr/>
        </p:nvSpPr>
        <p:spPr bwMode="auto">
          <a:xfrm>
            <a:off x="479376" y="861463"/>
            <a:ext cx="11017223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不对称三相负载接于相电压为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的对称三相电源（有中线）。已知：电流表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2A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，功率表的读数为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220W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及电流表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的读数，并画出相量图。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3250" name="Object 30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8498387" y="2401044"/>
          <a:ext cx="3502269" cy="2324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8047" name="Visio" r:id="rId1" imgW="2980055" imgH="1986915" progId="Visio.Drawing.11">
                  <p:embed/>
                </p:oleObj>
              </mc:Choice>
              <mc:Fallback>
                <p:oleObj name="Visio" r:id="rId1" imgW="2980055" imgH="1986915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98387" y="2401044"/>
                        <a:ext cx="3502269" cy="2324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56"/>
          <p:cNvGrpSpPr/>
          <p:nvPr/>
        </p:nvGrpSpPr>
        <p:grpSpPr bwMode="auto">
          <a:xfrm>
            <a:off x="1154703" y="2404171"/>
            <a:ext cx="4910505" cy="559778"/>
            <a:chOff x="540" y="1550"/>
            <a:chExt cx="3351" cy="382"/>
          </a:xfrm>
        </p:grpSpPr>
        <p:graphicFrame>
          <p:nvGraphicFramePr>
            <p:cNvPr id="53256" name="Object 38"/>
            <p:cNvGraphicFramePr>
              <a:graphicFrameLocks noChangeAspect="1"/>
            </p:cNvGraphicFramePr>
            <p:nvPr/>
          </p:nvGraphicFramePr>
          <p:xfrm>
            <a:off x="3197" y="1597"/>
            <a:ext cx="694" cy="2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8048" name="Equation" r:id="rId3" imgW="13411200" imgH="5791200" progId="Equation.DSMT4">
                    <p:embed/>
                  </p:oleObj>
                </mc:Choice>
                <mc:Fallback>
                  <p:oleObj name="Equation" r:id="rId3" imgW="13411200" imgH="5791200" progId="Equation.DSMT4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97" y="1597"/>
                          <a:ext cx="694" cy="299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3266" name="Rectangle 39"/>
            <p:cNvSpPr>
              <a:spLocks noChangeArrowheads="1"/>
            </p:cNvSpPr>
            <p:nvPr/>
          </p:nvSpPr>
          <p:spPr bwMode="auto">
            <a:xfrm>
              <a:off x="540" y="1550"/>
              <a:ext cx="2664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20000"/>
                </a:lnSpc>
              </a:pP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由图示电路可知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lang="en-US" altLang="zh-CN" sz="2800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=0 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有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" name="Group 57"/>
          <p:cNvGrpSpPr/>
          <p:nvPr/>
        </p:nvGrpSpPr>
        <p:grpSpPr bwMode="auto">
          <a:xfrm>
            <a:off x="1134571" y="3015651"/>
            <a:ext cx="2671396" cy="559778"/>
            <a:chOff x="353" y="1867"/>
            <a:chExt cx="1823" cy="382"/>
          </a:xfrm>
        </p:grpSpPr>
        <p:graphicFrame>
          <p:nvGraphicFramePr>
            <p:cNvPr id="53255" name="Object 37"/>
            <p:cNvGraphicFramePr>
              <a:graphicFrameLocks noChangeAspect="1"/>
            </p:cNvGraphicFramePr>
            <p:nvPr/>
          </p:nvGraphicFramePr>
          <p:xfrm>
            <a:off x="936" y="1888"/>
            <a:ext cx="1240" cy="31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8049" name="Equation" r:id="rId5" imgW="22250400" imgH="5791200" progId="Equation.DSMT4">
                    <p:embed/>
                  </p:oleObj>
                </mc:Choice>
                <mc:Fallback>
                  <p:oleObj name="Equation" r:id="rId5" imgW="22250400" imgH="5791200" progId="Equation.DSMT4">
                    <p:embed/>
                    <p:pic>
                      <p:nvPicPr>
                        <p:cNvPr id="0" name="Object 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36" y="1888"/>
                          <a:ext cx="1240" cy="31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3265" name="Rectangle 40"/>
            <p:cNvSpPr>
              <a:spLocks noChangeArrowheads="1"/>
            </p:cNvSpPr>
            <p:nvPr/>
          </p:nvSpPr>
          <p:spPr bwMode="auto">
            <a:xfrm>
              <a:off x="353" y="1867"/>
              <a:ext cx="454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20000"/>
                </a:lnSpc>
              </a:pPr>
              <a:r>
                <a:rPr lang="zh-CN" altLang="en-US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设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" name="Group 58"/>
          <p:cNvGrpSpPr/>
          <p:nvPr/>
        </p:nvGrpSpPr>
        <p:grpSpPr bwMode="auto">
          <a:xfrm>
            <a:off x="1134571" y="3628803"/>
            <a:ext cx="4151435" cy="1112227"/>
            <a:chOff x="262" y="2224"/>
            <a:chExt cx="2833" cy="759"/>
          </a:xfrm>
        </p:grpSpPr>
        <p:sp>
          <p:nvSpPr>
            <p:cNvPr id="53264" name="Rectangle 41"/>
            <p:cNvSpPr>
              <a:spLocks noChangeArrowheads="1"/>
            </p:cNvSpPr>
            <p:nvPr/>
          </p:nvSpPr>
          <p:spPr bwMode="auto">
            <a:xfrm>
              <a:off x="262" y="2224"/>
              <a:ext cx="2833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20000"/>
                </a:lnSpc>
              </a:pP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且已知三个线电流有效值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53254" name="Object 45"/>
            <p:cNvGraphicFramePr>
              <a:graphicFrameLocks noChangeAspect="1"/>
            </p:cNvGraphicFramePr>
            <p:nvPr/>
          </p:nvGraphicFramePr>
          <p:xfrm>
            <a:off x="573" y="2622"/>
            <a:ext cx="1924" cy="3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68050" name="Equation" r:id="rId7" imgW="29260800" imgH="5486400" progId="Equation.DSMT4">
                    <p:embed/>
                  </p:oleObj>
                </mc:Choice>
                <mc:Fallback>
                  <p:oleObj name="Equation" r:id="rId7" imgW="29260800" imgH="5486400" progId="Equation.DSMT4">
                    <p:embed/>
                    <p:pic>
                      <p:nvPicPr>
                        <p:cNvPr id="0" name="Object 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73" y="2622"/>
                          <a:ext cx="1924" cy="3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0" name="Rectangle 22"/>
          <p:cNvSpPr>
            <a:spLocks noChangeArrowheads="1"/>
          </p:cNvSpPr>
          <p:nvPr/>
        </p:nvSpPr>
        <p:spPr bwMode="auto">
          <a:xfrm>
            <a:off x="479376" y="2419736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7" name="Object 49"/>
          <p:cNvGraphicFramePr>
            <a:graphicFrameLocks noChangeAspect="1"/>
          </p:cNvGraphicFramePr>
          <p:nvPr/>
        </p:nvGraphicFramePr>
        <p:xfrm>
          <a:off x="4668198" y="5649939"/>
          <a:ext cx="2795954" cy="10536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8051" name="Equation" r:id="rId9" imgW="38709600" imgH="14630400" progId="Equation.DSMT4">
                  <p:embed/>
                </p:oleObj>
              </mc:Choice>
              <mc:Fallback>
                <p:oleObj name="Equation" r:id="rId9" imgW="38709600" imgH="1463040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68198" y="5649939"/>
                        <a:ext cx="2795954" cy="10536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" name="Object 50"/>
          <p:cNvGraphicFramePr>
            <a:graphicFrameLocks noChangeAspect="1"/>
          </p:cNvGraphicFramePr>
          <p:nvPr/>
        </p:nvGraphicFramePr>
        <p:xfrm>
          <a:off x="4725060" y="4764470"/>
          <a:ext cx="2699239" cy="8206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8052" name="Equation" r:id="rId11" imgW="35356800" imgH="10668000" progId="Equation.DSMT4">
                  <p:embed/>
                </p:oleObj>
              </mc:Choice>
              <mc:Fallback>
                <p:oleObj name="Equation" r:id="rId11" imgW="35356800" imgH="1066800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25060" y="4764470"/>
                        <a:ext cx="2699239" cy="82061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Object 37"/>
          <p:cNvGraphicFramePr>
            <a:graphicFrameLocks noChangeAspect="1"/>
          </p:cNvGraphicFramePr>
          <p:nvPr/>
        </p:nvGraphicFramePr>
        <p:xfrm>
          <a:off x="1298719" y="4911213"/>
          <a:ext cx="1817077" cy="46452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8053" name="Equation" r:id="rId13" imgW="22250400" imgH="5791200" progId="Equation.DSMT4">
                  <p:embed/>
                </p:oleObj>
              </mc:Choice>
              <mc:Fallback>
                <p:oleObj name="Equation" r:id="rId13" imgW="22250400" imgH="5791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8719" y="4911213"/>
                        <a:ext cx="1817077" cy="46452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AutoShape 29"/>
          <p:cNvSpPr>
            <a:spLocks noChangeArrowheads="1"/>
          </p:cNvSpPr>
          <p:nvPr/>
        </p:nvSpPr>
        <p:spPr bwMode="auto">
          <a:xfrm>
            <a:off x="3988886" y="5032454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31" name="Object 37"/>
          <p:cNvGraphicFramePr>
            <a:graphicFrameLocks noChangeAspect="1"/>
          </p:cNvGraphicFramePr>
          <p:nvPr/>
        </p:nvGraphicFramePr>
        <p:xfrm>
          <a:off x="1298719" y="5759460"/>
          <a:ext cx="2365375" cy="4651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68054" name="Equation" r:id="rId14" imgW="28956000" imgH="5791200" progId="Equation.DSMT4">
                  <p:embed/>
                </p:oleObj>
              </mc:Choice>
              <mc:Fallback>
                <p:oleObj name="Equation" r:id="rId14" imgW="28956000" imgH="5791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8719" y="5759460"/>
                        <a:ext cx="2365375" cy="46513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" name="AutoShape 29"/>
          <p:cNvSpPr>
            <a:spLocks noChangeArrowheads="1"/>
          </p:cNvSpPr>
          <p:nvPr/>
        </p:nvSpPr>
        <p:spPr bwMode="auto">
          <a:xfrm>
            <a:off x="3988886" y="5858679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30" grpId="0" animBg="1"/>
      <p:bldP spid="32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7" name="Rectangle 16"/>
          <p:cNvSpPr>
            <a:spLocks noChangeArrowheads="1"/>
          </p:cNvSpPr>
          <p:nvPr/>
        </p:nvSpPr>
        <p:spPr bwMode="auto">
          <a:xfrm>
            <a:off x="479376" y="861463"/>
            <a:ext cx="11017223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不对称三相负载接于相电压为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的对称三相电源（有中线）。已知：电流表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2A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，功率表的读数为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220W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及电流表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的读数，并画出相量图。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3250" name="Object 30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8498387" y="2401044"/>
          <a:ext cx="3502269" cy="2324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908" name="Visio" r:id="rId1" imgW="2980055" imgH="1986915" progId="Visio.Drawing.11">
                  <p:embed/>
                </p:oleObj>
              </mc:Choice>
              <mc:Fallback>
                <p:oleObj name="Visio" r:id="rId1" imgW="2980055" imgH="1986915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98387" y="2401044"/>
                        <a:ext cx="3502269" cy="2324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0" name="Rectangle 22"/>
          <p:cNvSpPr>
            <a:spLocks noChangeArrowheads="1"/>
          </p:cNvSpPr>
          <p:nvPr/>
        </p:nvSpPr>
        <p:spPr bwMode="auto">
          <a:xfrm>
            <a:off x="479376" y="2419736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2" name="Object 35"/>
          <p:cNvGraphicFramePr>
            <a:graphicFrameLocks noChangeAspect="1"/>
          </p:cNvGraphicFramePr>
          <p:nvPr/>
        </p:nvGraphicFramePr>
        <p:xfrm>
          <a:off x="1131482" y="4534582"/>
          <a:ext cx="6211888" cy="48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909" name="Equation" r:id="rId3" imgW="70713600" imgH="5486400" progId="Equation.DSMT4">
                  <p:embed/>
                </p:oleObj>
              </mc:Choice>
              <mc:Fallback>
                <p:oleObj name="Equation" r:id="rId3" imgW="70713600" imgH="5486400" progId="Equation.DSMT4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31482" y="4534582"/>
                        <a:ext cx="6211888" cy="4826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" name="Object 34"/>
          <p:cNvGraphicFramePr>
            <a:graphicFrameLocks noChangeAspect="1"/>
          </p:cNvGraphicFramePr>
          <p:nvPr/>
        </p:nvGraphicFramePr>
        <p:xfrm>
          <a:off x="1706988" y="5194093"/>
          <a:ext cx="1520825" cy="428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910" name="Equation" r:id="rId5" imgW="19507200" imgH="5486400" progId="Equation.DSMT4">
                  <p:embed/>
                </p:oleObj>
              </mc:Choice>
              <mc:Fallback>
                <p:oleObj name="Equation" r:id="rId5" imgW="19507200" imgH="54864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6988" y="5194093"/>
                        <a:ext cx="1520825" cy="4286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" name="Object 33"/>
          <p:cNvGraphicFramePr>
            <a:graphicFrameLocks noChangeAspect="1"/>
          </p:cNvGraphicFramePr>
          <p:nvPr/>
        </p:nvGraphicFramePr>
        <p:xfrm>
          <a:off x="1669394" y="5719546"/>
          <a:ext cx="1576388" cy="546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911" name="Equation" r:id="rId7" imgW="16459200" imgH="5791200" progId="Equation.DSMT4">
                  <p:embed/>
                </p:oleObj>
              </mc:Choice>
              <mc:Fallback>
                <p:oleObj name="Equation" r:id="rId7" imgW="16459200" imgH="5791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69394" y="5719546"/>
                        <a:ext cx="1576388" cy="5461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Rectangle 36"/>
          <p:cNvSpPr>
            <a:spLocks noChangeArrowheads="1"/>
          </p:cNvSpPr>
          <p:nvPr/>
        </p:nvSpPr>
        <p:spPr bwMode="auto">
          <a:xfrm>
            <a:off x="1086771" y="3870772"/>
            <a:ext cx="307007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由功率表的读数有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AutoShape 46"/>
          <p:cNvSpPr>
            <a:spLocks noChangeArrowheads="1"/>
          </p:cNvSpPr>
          <p:nvPr/>
        </p:nvSpPr>
        <p:spPr bwMode="auto">
          <a:xfrm>
            <a:off x="1155890" y="5260122"/>
            <a:ext cx="331177" cy="332643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3" name="Object 48"/>
          <p:cNvGraphicFramePr>
            <a:graphicFrameLocks noChangeAspect="1"/>
          </p:cNvGraphicFramePr>
          <p:nvPr/>
        </p:nvGraphicFramePr>
        <p:xfrm>
          <a:off x="1231647" y="2945376"/>
          <a:ext cx="3842239" cy="8557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912" name="Equation" r:id="rId9" imgW="45110400" imgH="10058400" progId="Equation.DSMT4">
                  <p:embed/>
                </p:oleObj>
              </mc:Choice>
              <mc:Fallback>
                <p:oleObj name="Equation" r:id="rId9" imgW="45110400" imgH="1005840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31647" y="2945376"/>
                        <a:ext cx="3842239" cy="85578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4" name="Object 37"/>
          <p:cNvGraphicFramePr>
            <a:graphicFrameLocks noChangeAspect="1"/>
          </p:cNvGraphicFramePr>
          <p:nvPr/>
        </p:nvGraphicFramePr>
        <p:xfrm>
          <a:off x="1239603" y="2480239"/>
          <a:ext cx="2416175" cy="4651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3913" name="Equation" r:id="rId11" imgW="29565600" imgH="5791200" progId="Equation.DSMT4">
                  <p:embed/>
                </p:oleObj>
              </mc:Choice>
              <mc:Fallback>
                <p:oleObj name="Equation" r:id="rId11" imgW="29565600" imgH="57912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39603" y="2480239"/>
                        <a:ext cx="2416175" cy="46513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" name="AutoShape 29"/>
          <p:cNvSpPr>
            <a:spLocks noChangeArrowheads="1"/>
          </p:cNvSpPr>
          <p:nvPr/>
        </p:nvSpPr>
        <p:spPr bwMode="auto">
          <a:xfrm>
            <a:off x="564422" y="3201732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36" name="AutoShape 46"/>
          <p:cNvSpPr>
            <a:spLocks noChangeArrowheads="1"/>
          </p:cNvSpPr>
          <p:nvPr/>
        </p:nvSpPr>
        <p:spPr bwMode="auto">
          <a:xfrm>
            <a:off x="1126298" y="5826274"/>
            <a:ext cx="331177" cy="332643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800"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 animBg="1"/>
      <p:bldP spid="35" grpId="0" animBg="1"/>
      <p:bldP spid="36" grpId="0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7" name="Rectangle 16"/>
          <p:cNvSpPr>
            <a:spLocks noChangeArrowheads="1"/>
          </p:cNvSpPr>
          <p:nvPr/>
        </p:nvSpPr>
        <p:spPr bwMode="auto">
          <a:xfrm>
            <a:off x="479376" y="861463"/>
            <a:ext cx="11017223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不对称三相负载接于相电压为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的对称三相电源（有中线）。已知：电流表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2A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，功率表的读数为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220W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及电流表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的读数，并画出相量图。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3250" name="Object 30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8498387" y="2401044"/>
          <a:ext cx="3502269" cy="2324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4806" name="Visio" r:id="rId1" imgW="2980055" imgH="1986915" progId="Visio.Drawing.11">
                  <p:embed/>
                </p:oleObj>
              </mc:Choice>
              <mc:Fallback>
                <p:oleObj name="Visio" r:id="rId1" imgW="2980055" imgH="1986915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98387" y="2401044"/>
                        <a:ext cx="3502269" cy="2324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0" name="Rectangle 22"/>
          <p:cNvSpPr>
            <a:spLocks noChangeArrowheads="1"/>
          </p:cNvSpPr>
          <p:nvPr/>
        </p:nvSpPr>
        <p:spPr bwMode="auto">
          <a:xfrm>
            <a:off x="479376" y="2419736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5" name="Group 54"/>
          <p:cNvGrpSpPr/>
          <p:nvPr/>
        </p:nvGrpSpPr>
        <p:grpSpPr bwMode="auto">
          <a:xfrm>
            <a:off x="1554712" y="3634914"/>
            <a:ext cx="4913434" cy="2055937"/>
            <a:chOff x="750" y="1553"/>
            <a:chExt cx="3353" cy="1403"/>
          </a:xfrm>
        </p:grpSpPr>
        <p:graphicFrame>
          <p:nvGraphicFramePr>
            <p:cNvPr id="16" name="Object 30"/>
            <p:cNvGraphicFramePr>
              <a:graphicFrameLocks noChangeAspect="1"/>
            </p:cNvGraphicFramePr>
            <p:nvPr/>
          </p:nvGraphicFramePr>
          <p:xfrm>
            <a:off x="750" y="1953"/>
            <a:ext cx="3353" cy="10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4807" name="Equation" r:id="rId3" imgW="56997600" imgH="16764000" progId="Equation.DSMT4">
                    <p:embed/>
                  </p:oleObj>
                </mc:Choice>
                <mc:Fallback>
                  <p:oleObj name="Equation" r:id="rId3" imgW="56997600" imgH="16764000" progId="Equation.DSMT4">
                    <p:embed/>
                    <p:pic>
                      <p:nvPicPr>
                        <p:cNvPr id="0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0" y="1953"/>
                          <a:ext cx="3353" cy="1003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" name="Rectangle 41"/>
            <p:cNvSpPr>
              <a:spLocks noChangeArrowheads="1"/>
            </p:cNvSpPr>
            <p:nvPr/>
          </p:nvSpPr>
          <p:spPr bwMode="auto">
            <a:xfrm>
              <a:off x="750" y="1553"/>
              <a:ext cx="1603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中性线电流为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8" name="Group 53"/>
          <p:cNvGrpSpPr/>
          <p:nvPr/>
        </p:nvGrpSpPr>
        <p:grpSpPr bwMode="auto">
          <a:xfrm>
            <a:off x="1199456" y="2394986"/>
            <a:ext cx="2989385" cy="1077059"/>
            <a:chOff x="535" y="1380"/>
            <a:chExt cx="2040" cy="735"/>
          </a:xfrm>
        </p:grpSpPr>
        <p:graphicFrame>
          <p:nvGraphicFramePr>
            <p:cNvPr id="21" name="Object 32"/>
            <p:cNvGraphicFramePr>
              <a:graphicFrameLocks noChangeAspect="1"/>
            </p:cNvGraphicFramePr>
            <p:nvPr/>
          </p:nvGraphicFramePr>
          <p:xfrm>
            <a:off x="1255" y="1387"/>
            <a:ext cx="795" cy="31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4808" name="Equation" r:id="rId5" imgW="14325600" imgH="5791200" progId="Equation.DSMT4">
                    <p:embed/>
                  </p:oleObj>
                </mc:Choice>
                <mc:Fallback>
                  <p:oleObj name="Equation" r:id="rId5" imgW="14325600" imgH="5791200" progId="Equation.DSMT4">
                    <p:embed/>
                    <p:pic>
                      <p:nvPicPr>
                        <p:cNvPr id="0" name="Object 3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55" y="1387"/>
                          <a:ext cx="795" cy="317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7" name="Object 31"/>
            <p:cNvGraphicFramePr>
              <a:graphicFrameLocks noChangeAspect="1"/>
            </p:cNvGraphicFramePr>
            <p:nvPr/>
          </p:nvGraphicFramePr>
          <p:xfrm>
            <a:off x="1066" y="1811"/>
            <a:ext cx="1509" cy="3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14809" name="Equation" r:id="rId7" imgW="23774400" imgH="4876800" progId="Equation.DSMT4">
                    <p:embed/>
                  </p:oleObj>
                </mc:Choice>
                <mc:Fallback>
                  <p:oleObj name="Equation" r:id="rId7" imgW="23774400" imgH="4876800" progId="Equation.DSMT4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6" y="1811"/>
                          <a:ext cx="1509" cy="30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8" name="Rectangle 39"/>
            <p:cNvSpPr>
              <a:spLocks noChangeArrowheads="1"/>
            </p:cNvSpPr>
            <p:nvPr/>
          </p:nvSpPr>
          <p:spPr bwMode="auto">
            <a:xfrm>
              <a:off x="535" y="1380"/>
              <a:ext cx="720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(1) 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当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AutoShape 47"/>
            <p:cNvSpPr>
              <a:spLocks noChangeArrowheads="1"/>
            </p:cNvSpPr>
            <p:nvPr/>
          </p:nvSpPr>
          <p:spPr bwMode="auto">
            <a:xfrm>
              <a:off x="669" y="1859"/>
              <a:ext cx="226" cy="227"/>
            </a:xfrm>
            <a:prstGeom prst="rightArrow">
              <a:avLst>
                <a:gd name="adj1" fmla="val 50000"/>
                <a:gd name="adj2" fmla="val 25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0" name="Rectangle 48"/>
          <p:cNvSpPr>
            <a:spLocks noChangeArrowheads="1"/>
          </p:cNvSpPr>
          <p:nvPr/>
        </p:nvSpPr>
        <p:spPr bwMode="auto">
          <a:xfrm>
            <a:off x="1554362" y="5821346"/>
            <a:ext cx="46987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此时，电流表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读数为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3.01A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7" name="Rectangle 16"/>
          <p:cNvSpPr>
            <a:spLocks noChangeArrowheads="1"/>
          </p:cNvSpPr>
          <p:nvPr/>
        </p:nvSpPr>
        <p:spPr bwMode="auto">
          <a:xfrm>
            <a:off x="479376" y="861463"/>
            <a:ext cx="11017223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901700" indent="-901700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不对称三相负载接于相电压为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220V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的对称三相电源（有中线）。已知：电流表 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2A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，功率表的读数为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220W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及电流表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的读数，并画出相量图。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3250" name="Object 30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8498387" y="2401044"/>
          <a:ext cx="3502269" cy="2324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5899" name="Visio" r:id="rId1" imgW="2980055" imgH="1986915" progId="Visio.Drawing.11">
                  <p:embed/>
                </p:oleObj>
              </mc:Choice>
              <mc:Fallback>
                <p:oleObj name="Visio" r:id="rId1" imgW="2980055" imgH="1986915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98387" y="2401044"/>
                        <a:ext cx="3502269" cy="2324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0" name="Rectangle 22"/>
          <p:cNvSpPr>
            <a:spLocks noChangeArrowheads="1"/>
          </p:cNvSpPr>
          <p:nvPr/>
        </p:nvSpPr>
        <p:spPr bwMode="auto">
          <a:xfrm>
            <a:off x="479376" y="2419736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2" name="Object 25"/>
          <p:cNvGraphicFramePr>
            <a:graphicFrameLocks noGrp="1" noChangeAspect="1"/>
          </p:cNvGraphicFramePr>
          <p:nvPr>
            <p:ph sz="half" idx="1"/>
          </p:nvPr>
        </p:nvGraphicFramePr>
        <p:xfrm>
          <a:off x="9026352" y="4584700"/>
          <a:ext cx="2446337" cy="2273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5900" name="Visio" r:id="rId3" imgW="1275080" imgH="1184910" progId="Visio.Drawing.11">
                  <p:embed/>
                </p:oleObj>
              </mc:Choice>
              <mc:Fallback>
                <p:oleObj name="Visio" r:id="rId3" imgW="1275080" imgH="1184910" progId="Visio.Drawing.11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26352" y="4584700"/>
                        <a:ext cx="2446337" cy="2273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" name="Rectangle 45"/>
          <p:cNvSpPr>
            <a:spLocks noChangeArrowheads="1"/>
          </p:cNvSpPr>
          <p:nvPr/>
        </p:nvSpPr>
        <p:spPr bwMode="auto">
          <a:xfrm>
            <a:off x="1721547" y="5198130"/>
            <a:ext cx="542007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此时，电流表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800" baseline="-30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读数亦为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3.01A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4" name="Group 56"/>
          <p:cNvGrpSpPr/>
          <p:nvPr/>
        </p:nvGrpSpPr>
        <p:grpSpPr bwMode="auto">
          <a:xfrm>
            <a:off x="1003508" y="2465123"/>
            <a:ext cx="3147646" cy="1060940"/>
            <a:chOff x="88" y="2728"/>
            <a:chExt cx="2148" cy="724"/>
          </a:xfrm>
        </p:grpSpPr>
        <p:grpSp>
          <p:nvGrpSpPr>
            <p:cNvPr id="25" name="Group 55"/>
            <p:cNvGrpSpPr/>
            <p:nvPr/>
          </p:nvGrpSpPr>
          <p:grpSpPr bwMode="auto">
            <a:xfrm>
              <a:off x="88" y="2728"/>
              <a:ext cx="2148" cy="724"/>
              <a:chOff x="88" y="2728"/>
              <a:chExt cx="2148" cy="724"/>
            </a:xfrm>
          </p:grpSpPr>
          <p:graphicFrame>
            <p:nvGraphicFramePr>
              <p:cNvPr id="31" name="Object 29"/>
              <p:cNvGraphicFramePr>
                <a:graphicFrameLocks noChangeAspect="1"/>
              </p:cNvGraphicFramePr>
              <p:nvPr/>
            </p:nvGraphicFramePr>
            <p:xfrm>
              <a:off x="1012" y="2751"/>
              <a:ext cx="898" cy="31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15901" name="Equation" r:id="rId5" imgW="16459200" imgH="5791200" progId="Equation.DSMT4">
                      <p:embed/>
                    </p:oleObj>
                  </mc:Choice>
                  <mc:Fallback>
                    <p:oleObj name="Equation" r:id="rId5" imgW="16459200" imgH="5791200" progId="Equation.DSMT4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012" y="2751"/>
                            <a:ext cx="898" cy="310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" name="Object 28"/>
              <p:cNvGraphicFramePr>
                <a:graphicFrameLocks noChangeAspect="1"/>
              </p:cNvGraphicFramePr>
              <p:nvPr/>
            </p:nvGraphicFramePr>
            <p:xfrm>
              <a:off x="687" y="3179"/>
              <a:ext cx="1549" cy="2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15902" name="Equation" r:id="rId7" imgW="27127200" imgH="4876800" progId="Equation.DSMT4">
                      <p:embed/>
                    </p:oleObj>
                  </mc:Choice>
                  <mc:Fallback>
                    <p:oleObj name="Equation" r:id="rId7" imgW="27127200" imgH="48768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87" y="3179"/>
                            <a:ext cx="1549" cy="27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3" name="Rectangle 42"/>
              <p:cNvSpPr>
                <a:spLocks noChangeArrowheads="1"/>
              </p:cNvSpPr>
              <p:nvPr/>
            </p:nvSpPr>
            <p:spPr bwMode="auto">
              <a:xfrm>
                <a:off x="88" y="2728"/>
                <a:ext cx="904" cy="3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indent="2667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2800" dirty="0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(2) </a:t>
                </a:r>
                <a:r>
                  <a:rPr lang="zh-CN" altLang="en-US" sz="2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当</a:t>
                </a:r>
                <a:endPara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6" name="AutoShape 49"/>
            <p:cNvSpPr>
              <a:spLocks noChangeArrowheads="1"/>
            </p:cNvSpPr>
            <p:nvPr/>
          </p:nvSpPr>
          <p:spPr bwMode="auto">
            <a:xfrm>
              <a:off x="352" y="3224"/>
              <a:ext cx="226" cy="227"/>
            </a:xfrm>
            <a:prstGeom prst="rightArrow">
              <a:avLst>
                <a:gd name="adj1" fmla="val 50000"/>
                <a:gd name="adj2" fmla="val 250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215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34" name="Object 50"/>
          <p:cNvGraphicFramePr>
            <a:graphicFrameLocks noGrp="1" noChangeAspect="1"/>
          </p:cNvGraphicFramePr>
          <p:nvPr>
            <p:ph sz="half" idx="2"/>
          </p:nvPr>
        </p:nvGraphicFramePr>
        <p:xfrm>
          <a:off x="1767059" y="4095750"/>
          <a:ext cx="4557712" cy="977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5903" name="Equation" r:id="rId9" imgW="53949600" imgH="11582400" progId="Equation.DSMT4">
                  <p:embed/>
                </p:oleObj>
              </mc:Choice>
              <mc:Fallback>
                <p:oleObj name="Equation" r:id="rId9" imgW="53949600" imgH="1158240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7059" y="4095750"/>
                        <a:ext cx="4557712" cy="977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26" name="Rectangle 4"/>
          <p:cNvSpPr>
            <a:spLocks noChangeArrowheads="1"/>
          </p:cNvSpPr>
          <p:nvPr/>
        </p:nvSpPr>
        <p:spPr bwMode="auto">
          <a:xfrm>
            <a:off x="983333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27" name="Group 7"/>
          <p:cNvGrpSpPr/>
          <p:nvPr/>
        </p:nvGrpSpPr>
        <p:grpSpPr bwMode="auto">
          <a:xfrm>
            <a:off x="905545" y="1483990"/>
            <a:ext cx="4718050" cy="171450"/>
            <a:chOff x="288" y="576"/>
            <a:chExt cx="2972" cy="108"/>
          </a:xfrm>
        </p:grpSpPr>
        <p:pic>
          <p:nvPicPr>
            <p:cNvPr id="28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2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54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6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3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" name="Rectangle 3"/>
          <p:cNvSpPr>
            <a:spLocks noChangeArrowheads="1"/>
          </p:cNvSpPr>
          <p:nvPr/>
        </p:nvSpPr>
        <p:spPr bwMode="auto">
          <a:xfrm>
            <a:off x="839416" y="1628800"/>
            <a:ext cx="10801200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二功率表法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在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三相三线制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电路下，不论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负载对称与不对称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，都可以采用二功率表法。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8" name="Rectangle 6"/>
          <p:cNvSpPr>
            <a:spLocks noChangeArrowheads="1"/>
          </p:cNvSpPr>
          <p:nvPr/>
        </p:nvSpPr>
        <p:spPr bwMode="auto">
          <a:xfrm>
            <a:off x="6600328" y="2990597"/>
            <a:ext cx="4968279" cy="10824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0" indent="0" eaLnBrk="1" hangingPunct="1">
              <a:lnSpc>
                <a:spcPct val="120000"/>
              </a:lnSpc>
              <a:spcBef>
                <a:spcPts val="0"/>
              </a:spcBef>
              <a:buSzPct val="120000"/>
            </a:pPr>
            <a:r>
              <a:rPr lang="zh-CN" altLang="en-US" sz="2800" b="1" dirty="0">
                <a:solidFill>
                  <a:srgbClr val="00B0F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两个功率表读数的代数和，即为三相功率</a:t>
            </a:r>
            <a:r>
              <a:rPr lang="zh-CN" altLang="en-US" sz="2800" b="1" dirty="0">
                <a:solidFill>
                  <a:srgbClr val="FF00FF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 </a:t>
            </a:r>
            <a:endParaRPr lang="zh-CN" altLang="en-US" sz="2800" b="1" dirty="0">
              <a:solidFill>
                <a:srgbClr val="FF00FF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9" name="Rectangle 7"/>
          <p:cNvSpPr>
            <a:spLocks noChangeArrowheads="1"/>
          </p:cNvSpPr>
          <p:nvPr/>
        </p:nvSpPr>
        <p:spPr bwMode="auto">
          <a:xfrm>
            <a:off x="1985838" y="4517638"/>
            <a:ext cx="5573713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功率表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的读数：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 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 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UW 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 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cos</a:t>
            </a:r>
            <a:r>
              <a:rPr lang="en-US" altLang="zh-CN" sz="2800" b="1" i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ψ</a:t>
            </a:r>
            <a:r>
              <a:rPr lang="en-US" altLang="zh-CN" sz="2800" b="1" baseline="-2500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0" name="Rectangle 8"/>
          <p:cNvSpPr>
            <a:spLocks noChangeArrowheads="1"/>
          </p:cNvSpPr>
          <p:nvPr/>
        </p:nvSpPr>
        <p:spPr bwMode="auto">
          <a:xfrm>
            <a:off x="1956606" y="5110295"/>
            <a:ext cx="6005513" cy="64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20000"/>
              </a:spcBef>
              <a:buSzPct val="120000"/>
            </a:pP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功率表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的读数：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 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 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VW </a:t>
            </a:r>
            <a:r>
              <a:rPr lang="en-US" altLang="zh-CN" sz="2800" b="1" i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sz="2800" b="1" baseline="-25000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V </a:t>
            </a:r>
            <a:r>
              <a:rPr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cos</a:t>
            </a:r>
            <a:r>
              <a:rPr lang="en-US" altLang="zh-CN" sz="2800" b="1" i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ψ</a:t>
            </a:r>
            <a:r>
              <a:rPr lang="en-US" altLang="zh-CN" sz="2800" b="1" baseline="-25000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6" name="Object 29"/>
          <p:cNvGraphicFramePr>
            <a:graphicFrameLocks noChangeAspect="1"/>
          </p:cNvGraphicFramePr>
          <p:nvPr/>
        </p:nvGraphicFramePr>
        <p:xfrm>
          <a:off x="1613670" y="2837468"/>
          <a:ext cx="3671887" cy="1508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3257" name="Visio" r:id="rId2" imgW="2664460" imgH="1106170" progId="Visio.Drawing.11">
                  <p:embed/>
                </p:oleObj>
              </mc:Choice>
              <mc:Fallback>
                <p:oleObj name="Visio" r:id="rId2" imgW="2664460" imgH="1106170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3670" y="2837468"/>
                        <a:ext cx="3671887" cy="1508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8" name="Group 49"/>
          <p:cNvGrpSpPr/>
          <p:nvPr/>
        </p:nvGrpSpPr>
        <p:grpSpPr bwMode="auto">
          <a:xfrm>
            <a:off x="2275008" y="5633125"/>
            <a:ext cx="4519245" cy="1162050"/>
            <a:chOff x="673" y="2706"/>
            <a:chExt cx="3084" cy="793"/>
          </a:xfrm>
        </p:grpSpPr>
        <p:graphicFrame>
          <p:nvGraphicFramePr>
            <p:cNvPr id="69" name="Object 42"/>
            <p:cNvGraphicFramePr>
              <a:graphicFrameLocks noChangeAspect="1"/>
            </p:cNvGraphicFramePr>
            <p:nvPr/>
          </p:nvGraphicFramePr>
          <p:xfrm>
            <a:off x="1237" y="2750"/>
            <a:ext cx="412" cy="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3258" name="Equation" r:id="rId4" imgW="7620000" imgH="5791200" progId="Equation.DSMT4">
                    <p:embed/>
                  </p:oleObj>
                </mc:Choice>
                <mc:Fallback>
                  <p:oleObj name="Equation" r:id="rId4" imgW="76200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37" y="2750"/>
                          <a:ext cx="412" cy="3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0" name="Object 41"/>
            <p:cNvGraphicFramePr>
              <a:graphicFrameLocks noChangeAspect="1"/>
            </p:cNvGraphicFramePr>
            <p:nvPr/>
          </p:nvGraphicFramePr>
          <p:xfrm>
            <a:off x="1864" y="2768"/>
            <a:ext cx="268" cy="32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3259" name="Equation" r:id="rId6" imgW="4572000" imgH="5791200" progId="Equation.DSMT4">
                    <p:embed/>
                  </p:oleObj>
                </mc:Choice>
                <mc:Fallback>
                  <p:oleObj name="Equation" r:id="rId6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64" y="2768"/>
                          <a:ext cx="268" cy="329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1" name="Object 40"/>
            <p:cNvGraphicFramePr>
              <a:graphicFrameLocks noChangeAspect="1"/>
            </p:cNvGraphicFramePr>
            <p:nvPr/>
          </p:nvGraphicFramePr>
          <p:xfrm>
            <a:off x="1237" y="3158"/>
            <a:ext cx="412" cy="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3260" name="Equation" r:id="rId8" imgW="7620000" imgH="5791200" progId="Equation.DSMT4">
                    <p:embed/>
                  </p:oleObj>
                </mc:Choice>
                <mc:Fallback>
                  <p:oleObj name="Equation" r:id="rId8" imgW="7620000" imgH="5791200" progId="Equation.DSMT4">
                    <p:embed/>
                    <p:pic>
                      <p:nvPicPr>
                        <p:cNvPr id="0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37" y="3158"/>
                          <a:ext cx="412" cy="31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2" name="Object 39"/>
            <p:cNvGraphicFramePr>
              <a:graphicFrameLocks noChangeAspect="1"/>
            </p:cNvGraphicFramePr>
            <p:nvPr/>
          </p:nvGraphicFramePr>
          <p:xfrm>
            <a:off x="1827" y="3177"/>
            <a:ext cx="251" cy="3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3261" name="Equation" r:id="rId10" imgW="4572000" imgH="5791200" progId="Equation.DSMT4">
                    <p:embed/>
                  </p:oleObj>
                </mc:Choice>
                <mc:Fallback>
                  <p:oleObj name="Equation" r:id="rId10" imgW="4572000" imgH="5791200" progId="Equation.DSMT4">
                    <p:embed/>
                    <p:pic>
                      <p:nvPicPr>
                        <p:cNvPr id="0" name="Object 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27" y="3177"/>
                          <a:ext cx="251" cy="30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3" name="Rectangle 43"/>
            <p:cNvSpPr>
              <a:spLocks noChangeArrowheads="1"/>
            </p:cNvSpPr>
            <p:nvPr/>
          </p:nvSpPr>
          <p:spPr bwMode="auto">
            <a:xfrm>
              <a:off x="684" y="2706"/>
              <a:ext cx="618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ψ</a:t>
              </a:r>
              <a:r>
                <a:rPr lang="en-US" altLang="zh-CN" sz="2800" baseline="-30000" dirty="0">
                  <a:solidFill>
                    <a:srgbClr val="FF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74" name="Rectangle 44"/>
            <p:cNvSpPr>
              <a:spLocks noChangeArrowheads="1"/>
            </p:cNvSpPr>
            <p:nvPr/>
          </p:nvSpPr>
          <p:spPr bwMode="auto">
            <a:xfrm>
              <a:off x="1578" y="2734"/>
              <a:ext cx="372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angle 45"/>
            <p:cNvSpPr>
              <a:spLocks noChangeArrowheads="1"/>
            </p:cNvSpPr>
            <p:nvPr/>
          </p:nvSpPr>
          <p:spPr bwMode="auto">
            <a:xfrm>
              <a:off x="2025" y="3120"/>
              <a:ext cx="1603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</a:t>
              </a:r>
              <a:endParaRPr lang="zh-CN" altLang="en-US" sz="28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76" name="Rectangle 46"/>
            <p:cNvSpPr>
              <a:spLocks noChangeArrowheads="1"/>
            </p:cNvSpPr>
            <p:nvPr/>
          </p:nvSpPr>
          <p:spPr bwMode="auto">
            <a:xfrm>
              <a:off x="1532" y="3142"/>
              <a:ext cx="372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与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" name="Rectangle 47"/>
            <p:cNvSpPr>
              <a:spLocks noChangeArrowheads="1"/>
            </p:cNvSpPr>
            <p:nvPr/>
          </p:nvSpPr>
          <p:spPr bwMode="auto">
            <a:xfrm>
              <a:off x="2031" y="2736"/>
              <a:ext cx="1726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Rectangle 48"/>
            <p:cNvSpPr>
              <a:spLocks noChangeArrowheads="1"/>
            </p:cNvSpPr>
            <p:nvPr/>
          </p:nvSpPr>
          <p:spPr bwMode="auto">
            <a:xfrm>
              <a:off x="673" y="3128"/>
              <a:ext cx="618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800" i="1" dirty="0">
                  <a:solidFill>
                    <a:srgbClr val="FF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ψ</a:t>
              </a:r>
              <a:r>
                <a:rPr lang="en-US" altLang="zh-CN" sz="2800" baseline="-25000" dirty="0">
                  <a:solidFill>
                    <a:srgbClr val="FF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61" name="Object 33"/>
          <p:cNvGraphicFramePr>
            <a:graphicFrameLocks noChangeAspect="1"/>
          </p:cNvGraphicFramePr>
          <p:nvPr/>
        </p:nvGraphicFramePr>
        <p:xfrm>
          <a:off x="6670059" y="4073002"/>
          <a:ext cx="19018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33262" name="Equation" r:id="rId12" imgW="21945600" imgH="5486400" progId="Equation.DSMT4">
                  <p:embed/>
                </p:oleObj>
              </mc:Choice>
              <mc:Fallback>
                <p:oleObj name="Equation" r:id="rId12" imgW="21945600" imgH="54864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70059" y="4073002"/>
                        <a:ext cx="1901825" cy="473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/>
      <p:bldP spid="60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57" name="Rectangle 4"/>
          <p:cNvSpPr>
            <a:spLocks noChangeArrowheads="1"/>
          </p:cNvSpPr>
          <p:nvPr/>
        </p:nvSpPr>
        <p:spPr bwMode="auto">
          <a:xfrm>
            <a:off x="983333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8" name="Group 7"/>
          <p:cNvGrpSpPr/>
          <p:nvPr/>
        </p:nvGrpSpPr>
        <p:grpSpPr bwMode="auto">
          <a:xfrm>
            <a:off x="905545" y="1483990"/>
            <a:ext cx="4718050" cy="171450"/>
            <a:chOff x="288" y="576"/>
            <a:chExt cx="2972" cy="108"/>
          </a:xfrm>
        </p:grpSpPr>
        <p:pic>
          <p:nvPicPr>
            <p:cNvPr id="59" name="Picture 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3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5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4" name="Picture 1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1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1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2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2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2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7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8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9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30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31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32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33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4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36" descr="Green and Black Diamond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8" name="Rectangle 3"/>
          <p:cNvSpPr>
            <a:spLocks noChangeArrowheads="1"/>
          </p:cNvSpPr>
          <p:nvPr/>
        </p:nvSpPr>
        <p:spPr bwMode="auto">
          <a:xfrm>
            <a:off x="839416" y="1628800"/>
            <a:ext cx="2801003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二功率表法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9" name="Rectangle 16"/>
          <p:cNvSpPr>
            <a:spLocks noChangeArrowheads="1"/>
          </p:cNvSpPr>
          <p:nvPr/>
        </p:nvSpPr>
        <p:spPr bwMode="auto">
          <a:xfrm>
            <a:off x="1507824" y="2297278"/>
            <a:ext cx="729719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假定三相负载为星形联结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（△联结→</a:t>
            </a:r>
            <a:r>
              <a:rPr lang="en-US" altLang="zh-CN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联结）</a:t>
            </a:r>
            <a:endParaRPr lang="en-US" altLang="zh-CN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0" name="Rectangle 17"/>
          <p:cNvSpPr>
            <a:spLocks noChangeArrowheads="1"/>
          </p:cNvSpPr>
          <p:nvPr/>
        </p:nvSpPr>
        <p:spPr bwMode="auto">
          <a:xfrm>
            <a:off x="359935" y="2308420"/>
            <a:ext cx="139651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证明：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91" name="Group 31"/>
          <p:cNvGrpSpPr/>
          <p:nvPr/>
        </p:nvGrpSpPr>
        <p:grpSpPr bwMode="auto">
          <a:xfrm>
            <a:off x="3613171" y="2764345"/>
            <a:ext cx="5155223" cy="546589"/>
            <a:chOff x="625" y="695"/>
            <a:chExt cx="3518" cy="373"/>
          </a:xfrm>
        </p:grpSpPr>
        <p:graphicFrame>
          <p:nvGraphicFramePr>
            <p:cNvPr id="92" name="Object 22"/>
            <p:cNvGraphicFramePr>
              <a:graphicFrameLocks noChangeAspect="1"/>
            </p:cNvGraphicFramePr>
            <p:nvPr/>
          </p:nvGraphicFramePr>
          <p:xfrm>
            <a:off x="969" y="754"/>
            <a:ext cx="1539" cy="3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2291" name="Equation" r:id="rId2" imgW="28956000" imgH="5791200" progId="Equation.DSMT4">
                    <p:embed/>
                  </p:oleObj>
                </mc:Choice>
                <mc:Fallback>
                  <p:oleObj name="Equation" r:id="rId2" imgW="289560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69" y="754"/>
                          <a:ext cx="1539" cy="30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3" name="Object 21"/>
            <p:cNvGraphicFramePr>
              <a:graphicFrameLocks noChangeAspect="1"/>
            </p:cNvGraphicFramePr>
            <p:nvPr/>
          </p:nvGraphicFramePr>
          <p:xfrm>
            <a:off x="2555" y="754"/>
            <a:ext cx="1588" cy="3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2292" name="Equation" r:id="rId4" imgW="28956000" imgH="5791200" progId="Equation.DSMT4">
                    <p:embed/>
                  </p:oleObj>
                </mc:Choice>
                <mc:Fallback>
                  <p:oleObj name="Equation" r:id="rId4" imgW="289560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55" y="754"/>
                          <a:ext cx="1588" cy="31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4" name="Rectangle 23"/>
            <p:cNvSpPr>
              <a:spLocks noChangeArrowheads="1"/>
            </p:cNvSpPr>
            <p:nvPr/>
          </p:nvSpPr>
          <p:spPr bwMode="auto">
            <a:xfrm>
              <a:off x="625" y="695"/>
              <a:ext cx="372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宋体" panose="02010600030101010101" pitchFamily="2" charset="-122"/>
                  <a:cs typeface="Times New Roman" panose="02020603050405020304" pitchFamily="18" charset="0"/>
                </a:rPr>
                <a:t>则</a:t>
              </a:r>
              <a:endParaRPr lang="zh-CN" altLang="en-US" sz="2800" dirty="0">
                <a:latin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5" name="Group 32"/>
          <p:cNvGrpSpPr/>
          <p:nvPr/>
        </p:nvGrpSpPr>
        <p:grpSpPr bwMode="auto">
          <a:xfrm>
            <a:off x="1495586" y="3311620"/>
            <a:ext cx="9640765" cy="543657"/>
            <a:chOff x="217" y="1146"/>
            <a:chExt cx="6579" cy="371"/>
          </a:xfrm>
        </p:grpSpPr>
        <p:graphicFrame>
          <p:nvGraphicFramePr>
            <p:cNvPr id="96" name="Object 20"/>
            <p:cNvGraphicFramePr>
              <a:graphicFrameLocks noChangeAspect="1"/>
            </p:cNvGraphicFramePr>
            <p:nvPr/>
          </p:nvGraphicFramePr>
          <p:xfrm>
            <a:off x="3324" y="1146"/>
            <a:ext cx="1654" cy="3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2293" name="Equation" r:id="rId6" imgW="25603200" imgH="5791200" progId="Equation.DSMT4">
                    <p:embed/>
                  </p:oleObj>
                </mc:Choice>
                <mc:Fallback>
                  <p:oleObj name="Equation" r:id="rId6" imgW="25603200" imgH="5791200" progId="Equation.DSMT4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24" y="1146"/>
                          <a:ext cx="1654" cy="371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7" name="Object 19"/>
            <p:cNvGraphicFramePr>
              <a:graphicFrameLocks noChangeAspect="1"/>
            </p:cNvGraphicFramePr>
            <p:nvPr/>
          </p:nvGraphicFramePr>
          <p:xfrm>
            <a:off x="5358" y="1148"/>
            <a:ext cx="1438" cy="32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2294" name="Equation" r:id="rId8" imgW="24993600" imgH="5791200" progId="Equation.DSMT4">
                    <p:embed/>
                  </p:oleObj>
                </mc:Choice>
                <mc:Fallback>
                  <p:oleObj name="Equation" r:id="rId8" imgW="24993600" imgH="5791200" progId="Equation.DSMT4">
                    <p:embed/>
                    <p:pic>
                      <p:nvPicPr>
                        <p:cNvPr id="0" name="Object 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358" y="1148"/>
                          <a:ext cx="1438" cy="329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8" name="Rectangle 25"/>
            <p:cNvSpPr>
              <a:spLocks noChangeArrowheads="1"/>
            </p:cNvSpPr>
            <p:nvPr/>
          </p:nvSpPr>
          <p:spPr bwMode="auto">
            <a:xfrm>
              <a:off x="217" y="1146"/>
              <a:ext cx="3080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同时，在三相三线制电路中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9" name="Group 33"/>
          <p:cNvGrpSpPr/>
          <p:nvPr/>
        </p:nvGrpSpPr>
        <p:grpSpPr bwMode="auto">
          <a:xfrm>
            <a:off x="1409782" y="3858117"/>
            <a:ext cx="9366738" cy="2517530"/>
            <a:chOff x="-114" y="1926"/>
            <a:chExt cx="6392" cy="1718"/>
          </a:xfrm>
        </p:grpSpPr>
        <p:graphicFrame>
          <p:nvGraphicFramePr>
            <p:cNvPr id="100" name="Object 18"/>
            <p:cNvGraphicFramePr>
              <a:graphicFrameLocks noChangeAspect="1"/>
            </p:cNvGraphicFramePr>
            <p:nvPr/>
          </p:nvGraphicFramePr>
          <p:xfrm>
            <a:off x="368" y="1926"/>
            <a:ext cx="5910" cy="17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32295" name="Equation" r:id="rId10" imgW="91440000" imgH="26517600" progId="Equation.DSMT4">
                    <p:embed/>
                  </p:oleObj>
                </mc:Choice>
                <mc:Fallback>
                  <p:oleObj name="Equation" r:id="rId10" imgW="91440000" imgH="265176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8" y="1926"/>
                          <a:ext cx="5910" cy="171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1" name="AutoShape 28"/>
            <p:cNvSpPr>
              <a:spLocks noChangeArrowheads="1"/>
            </p:cNvSpPr>
            <p:nvPr/>
          </p:nvSpPr>
          <p:spPr bwMode="auto">
            <a:xfrm>
              <a:off x="-114" y="1959"/>
              <a:ext cx="363" cy="272"/>
            </a:xfrm>
            <a:prstGeom prst="rightArrow">
              <a:avLst>
                <a:gd name="adj1" fmla="val 50000"/>
                <a:gd name="adj2" fmla="val 33364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215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02" name="Object 29"/>
          <p:cNvGraphicFramePr>
            <a:graphicFrameLocks noChangeAspect="1"/>
          </p:cNvGraphicFramePr>
          <p:nvPr/>
        </p:nvGraphicFramePr>
        <p:xfrm>
          <a:off x="7442347" y="912763"/>
          <a:ext cx="3671887" cy="1508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2296" name="Visio" r:id="rId12" imgW="2664460" imgH="1106170" progId="Visio.Drawing.11">
                  <p:embed/>
                </p:oleObj>
              </mc:Choice>
              <mc:Fallback>
                <p:oleObj name="Visio" r:id="rId12" imgW="2664460" imgH="1106170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42347" y="912763"/>
                        <a:ext cx="3671887" cy="1508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3" name="组合 102"/>
          <p:cNvGrpSpPr/>
          <p:nvPr/>
        </p:nvGrpSpPr>
        <p:grpSpPr>
          <a:xfrm>
            <a:off x="8124971" y="887436"/>
            <a:ext cx="2995708" cy="2494475"/>
            <a:chOff x="6082769" y="887436"/>
            <a:chExt cx="2995708" cy="2494475"/>
          </a:xfrm>
        </p:grpSpPr>
        <p:sp>
          <p:nvSpPr>
            <p:cNvPr id="104" name="Rectangle 16"/>
            <p:cNvSpPr>
              <a:spLocks noChangeArrowheads="1"/>
            </p:cNvSpPr>
            <p:nvPr/>
          </p:nvSpPr>
          <p:spPr bwMode="auto">
            <a:xfrm>
              <a:off x="6082769" y="887436"/>
              <a:ext cx="2995708" cy="1476000"/>
            </a:xfrm>
            <a:prstGeom prst="rect">
              <a:avLst/>
            </a:prstGeom>
            <a:noFill/>
            <a:ln w="38100" algn="ctr">
              <a:solidFill>
                <a:srgbClr val="FF0000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5" name="Line 17"/>
            <p:cNvSpPr>
              <a:spLocks noChangeShapeType="1"/>
            </p:cNvSpPr>
            <p:nvPr/>
          </p:nvSpPr>
          <p:spPr bwMode="auto">
            <a:xfrm flipH="1">
              <a:off x="7724042" y="2375417"/>
              <a:ext cx="16310" cy="10064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endParaRPr lang="zh-CN" altLang="en-US"/>
            </a:p>
          </p:txBody>
        </p:sp>
      </p:grpSp>
      <p:graphicFrame>
        <p:nvGraphicFramePr>
          <p:cNvPr id="106" name="Object 29"/>
          <p:cNvGraphicFramePr>
            <a:graphicFrameLocks noChangeAspect="1"/>
          </p:cNvGraphicFramePr>
          <p:nvPr/>
        </p:nvGraphicFramePr>
        <p:xfrm>
          <a:off x="2279576" y="6364288"/>
          <a:ext cx="9093374" cy="4492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32297" name="Equation" r:id="rId14" imgW="113995200" imgH="5486400" progId="Equation.DSMT4">
                  <p:embed/>
                </p:oleObj>
              </mc:Choice>
              <mc:Fallback>
                <p:oleObj name="Equation" r:id="rId14" imgW="113995200" imgH="548640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79576" y="6364288"/>
                        <a:ext cx="9093374" cy="449262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7" name="Rectangle 16"/>
          <p:cNvSpPr>
            <a:spLocks noChangeArrowheads="1"/>
          </p:cNvSpPr>
          <p:nvPr/>
        </p:nvSpPr>
        <p:spPr bwMode="auto">
          <a:xfrm>
            <a:off x="1487488" y="2788242"/>
            <a:ext cx="243688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中性点是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N'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altLang="zh-CN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08" name="直接连接符 107"/>
          <p:cNvCxnSpPr/>
          <p:nvPr/>
        </p:nvCxnSpPr>
        <p:spPr bwMode="auto">
          <a:xfrm>
            <a:off x="9092192" y="3785374"/>
            <a:ext cx="2044368" cy="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直接连接符 108"/>
          <p:cNvCxnSpPr/>
          <p:nvPr/>
        </p:nvCxnSpPr>
        <p:spPr bwMode="auto">
          <a:xfrm>
            <a:off x="7299615" y="5695115"/>
            <a:ext cx="1259632" cy="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07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63" name="Rectangle 28"/>
          <p:cNvSpPr>
            <a:spLocks noChangeArrowheads="1"/>
          </p:cNvSpPr>
          <p:nvPr/>
        </p:nvSpPr>
        <p:spPr bwMode="auto">
          <a:xfrm>
            <a:off x="1216893" y="2113755"/>
            <a:ext cx="6438504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在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对称负载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的情况下，利用两功率表的读数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en-US" altLang="zh-CN" sz="28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可以得到负载的无功功率和负载的阻抗角。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373" name="Rectangle 29"/>
          <p:cNvSpPr>
            <a:spLocks noChangeArrowheads="1"/>
          </p:cNvSpPr>
          <p:nvPr/>
        </p:nvSpPr>
        <p:spPr bwMode="auto">
          <a:xfrm>
            <a:off x="1420096" y="3757499"/>
            <a:ext cx="690445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假定三相负载为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联结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（△联结→</a:t>
            </a:r>
            <a:r>
              <a:rPr lang="en-US" altLang="zh-CN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zh-CN" altLang="en-US" sz="28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联结）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49"/>
          <p:cNvGrpSpPr/>
          <p:nvPr/>
        </p:nvGrpSpPr>
        <p:grpSpPr bwMode="auto">
          <a:xfrm>
            <a:off x="1415480" y="4407122"/>
            <a:ext cx="6913685" cy="1009650"/>
            <a:chOff x="150" y="1336"/>
            <a:chExt cx="4718" cy="689"/>
          </a:xfrm>
        </p:grpSpPr>
        <p:graphicFrame>
          <p:nvGraphicFramePr>
            <p:cNvPr id="49159" name="Object 32"/>
            <p:cNvGraphicFramePr>
              <a:graphicFrameLocks noChangeAspect="1"/>
            </p:cNvGraphicFramePr>
            <p:nvPr/>
          </p:nvGraphicFramePr>
          <p:xfrm>
            <a:off x="356" y="1692"/>
            <a:ext cx="1326" cy="33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6869" name="Equation" r:id="rId1" imgW="22860000" imgH="5791200" progId="Equation.DSMT4">
                    <p:embed/>
                  </p:oleObj>
                </mc:Choice>
                <mc:Fallback>
                  <p:oleObj name="Equation" r:id="rId1" imgW="22860000" imgH="5791200" progId="Equation.DSMT4">
                    <p:embed/>
                    <p:pic>
                      <p:nvPicPr>
                        <p:cNvPr id="0" name="Object 3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6" y="1692"/>
                          <a:ext cx="1326" cy="333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9160" name="Object 31"/>
            <p:cNvGraphicFramePr>
              <a:graphicFrameLocks noChangeAspect="1"/>
            </p:cNvGraphicFramePr>
            <p:nvPr/>
          </p:nvGraphicFramePr>
          <p:xfrm>
            <a:off x="1870" y="1697"/>
            <a:ext cx="1398" cy="2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6870" name="Equation" r:id="rId3" imgW="26517600" imgH="5791200" progId="Equation.DSMT4">
                    <p:embed/>
                  </p:oleObj>
                </mc:Choice>
                <mc:Fallback>
                  <p:oleObj name="Equation" r:id="rId3" imgW="26517600" imgH="5791200" progId="Equation.DSMT4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70" y="1697"/>
                          <a:ext cx="1398" cy="299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9161" name="Object 30"/>
            <p:cNvGraphicFramePr>
              <a:graphicFrameLocks noChangeAspect="1"/>
            </p:cNvGraphicFramePr>
            <p:nvPr/>
          </p:nvGraphicFramePr>
          <p:xfrm>
            <a:off x="3465" y="1687"/>
            <a:ext cx="1403" cy="32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6871" name="Equation" r:id="rId5" imgW="24993600" imgH="5791200" progId="Equation.DSMT4">
                    <p:embed/>
                  </p:oleObj>
                </mc:Choice>
                <mc:Fallback>
                  <p:oleObj name="Equation" r:id="rId5" imgW="24993600" imgH="5791200" progId="Equation.DSMT4">
                    <p:embed/>
                    <p:pic>
                      <p:nvPicPr>
                        <p:cNvPr id="0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65" y="1687"/>
                          <a:ext cx="1403" cy="32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9174" name="Rectangle 33"/>
            <p:cNvSpPr>
              <a:spLocks noChangeArrowheads="1"/>
            </p:cNvSpPr>
            <p:nvPr/>
          </p:nvSpPr>
          <p:spPr bwMode="auto">
            <a:xfrm>
              <a:off x="150" y="1336"/>
              <a:ext cx="1849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线电压可表示为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" name="Group 50"/>
          <p:cNvGrpSpPr/>
          <p:nvPr/>
        </p:nvGrpSpPr>
        <p:grpSpPr bwMode="auto">
          <a:xfrm>
            <a:off x="1420096" y="5522055"/>
            <a:ext cx="5751634" cy="1104900"/>
            <a:chOff x="217" y="2128"/>
            <a:chExt cx="3925" cy="754"/>
          </a:xfrm>
        </p:grpSpPr>
        <p:graphicFrame>
          <p:nvGraphicFramePr>
            <p:cNvPr id="49155" name="Object 37"/>
            <p:cNvGraphicFramePr>
              <a:graphicFrameLocks noChangeAspect="1"/>
            </p:cNvGraphicFramePr>
            <p:nvPr/>
          </p:nvGraphicFramePr>
          <p:xfrm>
            <a:off x="646" y="2547"/>
            <a:ext cx="1286" cy="33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6872" name="Equation" r:id="rId7" imgW="21945600" imgH="5791200" progId="Equation.DSMT4">
                    <p:embed/>
                  </p:oleObj>
                </mc:Choice>
                <mc:Fallback>
                  <p:oleObj name="Equation" r:id="rId7" imgW="21945600" imgH="5791200" progId="Equation.DSMT4">
                    <p:embed/>
                    <p:pic>
                      <p:nvPicPr>
                        <p:cNvPr id="0" name="Object 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46" y="2547"/>
                          <a:ext cx="1286" cy="335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9156" name="Object 36"/>
            <p:cNvGraphicFramePr>
              <a:graphicFrameLocks noChangeAspect="1"/>
            </p:cNvGraphicFramePr>
            <p:nvPr/>
          </p:nvGraphicFramePr>
          <p:xfrm>
            <a:off x="2185" y="2551"/>
            <a:ext cx="1957" cy="33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6873" name="Equation" r:id="rId9" imgW="33832800" imgH="5791200" progId="Equation.DSMT4">
                    <p:embed/>
                  </p:oleObj>
                </mc:Choice>
                <mc:Fallback>
                  <p:oleObj name="Equation" r:id="rId9" imgW="33832800" imgH="5791200" progId="Equation.DSMT4">
                    <p:embed/>
                    <p:pic>
                      <p:nvPicPr>
                        <p:cNvPr id="0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85" y="2551"/>
                          <a:ext cx="1957" cy="331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49170" name="Group 45"/>
            <p:cNvGrpSpPr/>
            <p:nvPr/>
          </p:nvGrpSpPr>
          <p:grpSpPr bwMode="auto">
            <a:xfrm>
              <a:off x="217" y="2128"/>
              <a:ext cx="2639" cy="397"/>
              <a:chOff x="262" y="2536"/>
              <a:chExt cx="2639" cy="397"/>
            </a:xfrm>
          </p:grpSpPr>
          <p:graphicFrame>
            <p:nvGraphicFramePr>
              <p:cNvPr id="49157" name="Object 39"/>
              <p:cNvGraphicFramePr>
                <a:graphicFrameLocks noChangeAspect="1"/>
              </p:cNvGraphicFramePr>
              <p:nvPr/>
            </p:nvGraphicFramePr>
            <p:xfrm>
              <a:off x="1332" y="2614"/>
              <a:ext cx="257" cy="31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96874" name="Equation" r:id="rId11" imgW="4572000" imgH="5791200" progId="Equation.DSMT4">
                      <p:embed/>
                    </p:oleObj>
                  </mc:Choice>
                  <mc:Fallback>
                    <p:oleObj name="Equation" r:id="rId11" imgW="4572000" imgH="5791200" progId="Equation.DSMT4">
                      <p:embed/>
                      <p:pic>
                        <p:nvPicPr>
                          <p:cNvPr id="0" name="Object 3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332" y="2614"/>
                            <a:ext cx="257" cy="31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9158" name="Object 38"/>
              <p:cNvGraphicFramePr>
                <a:graphicFrameLocks noChangeAspect="1"/>
              </p:cNvGraphicFramePr>
              <p:nvPr/>
            </p:nvGraphicFramePr>
            <p:xfrm>
              <a:off x="1624" y="2614"/>
              <a:ext cx="259" cy="319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96875" name="Equation" r:id="rId13" imgW="4572000" imgH="5791200" progId="Equation.DSMT4">
                      <p:embed/>
                    </p:oleObj>
                  </mc:Choice>
                  <mc:Fallback>
                    <p:oleObj name="Equation" r:id="rId13" imgW="4572000" imgH="5791200" progId="Equation.DSMT4">
                      <p:embed/>
                      <p:pic>
                        <p:nvPicPr>
                          <p:cNvPr id="0" name="Object 3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624" y="2614"/>
                            <a:ext cx="259" cy="319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49171" name="Rectangle 40"/>
              <p:cNvSpPr>
                <a:spLocks noChangeArrowheads="1"/>
              </p:cNvSpPr>
              <p:nvPr/>
            </p:nvSpPr>
            <p:spPr bwMode="auto">
              <a:xfrm>
                <a:off x="262" y="2552"/>
                <a:ext cx="1111" cy="3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zh-CN" altLang="en-US" sz="2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而线电流</a:t>
                </a:r>
                <a:endPara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72" name="Rectangle 42"/>
              <p:cNvSpPr>
                <a:spLocks noChangeArrowheads="1"/>
              </p:cNvSpPr>
              <p:nvPr/>
            </p:nvSpPr>
            <p:spPr bwMode="auto">
              <a:xfrm>
                <a:off x="1790" y="2536"/>
                <a:ext cx="1111" cy="3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zh-CN" altLang="en-US" sz="2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可表示为</a:t>
                </a:r>
                <a:endPara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73" name="Rectangle 44"/>
              <p:cNvSpPr>
                <a:spLocks noChangeArrowheads="1"/>
              </p:cNvSpPr>
              <p:nvPr/>
            </p:nvSpPr>
            <p:spPr bwMode="auto">
              <a:xfrm>
                <a:off x="2709" y="2727"/>
                <a:ext cx="170" cy="17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zh-CN" altLang="en-US" sz="925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zh-CN" altLang="en-US" sz="111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endParaRPr lang="zh-CN" altLang="en-US" sz="2215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2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58" name="Object 29"/>
          <p:cNvGraphicFramePr>
            <a:graphicFrameLocks noChangeAspect="1"/>
          </p:cNvGraphicFramePr>
          <p:nvPr/>
        </p:nvGraphicFramePr>
        <p:xfrm>
          <a:off x="7896721" y="912764"/>
          <a:ext cx="3671887" cy="1508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6876" name="Visio" r:id="rId15" imgW="2664460" imgH="1106170" progId="Visio.Drawing.11">
                  <p:embed/>
                </p:oleObj>
              </mc:Choice>
              <mc:Fallback>
                <p:oleObj name="Visio" r:id="rId15" imgW="2664460" imgH="1106170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96721" y="912764"/>
                        <a:ext cx="3671887" cy="1508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9" name="Rectangle 17"/>
          <p:cNvSpPr>
            <a:spLocks noChangeArrowheads="1"/>
          </p:cNvSpPr>
          <p:nvPr/>
        </p:nvSpPr>
        <p:spPr bwMode="auto">
          <a:xfrm>
            <a:off x="364452" y="3739143"/>
            <a:ext cx="139651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证明：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0" name="Rectangle 4"/>
          <p:cNvSpPr>
            <a:spLocks noChangeArrowheads="1"/>
          </p:cNvSpPr>
          <p:nvPr/>
        </p:nvSpPr>
        <p:spPr bwMode="auto">
          <a:xfrm>
            <a:off x="983333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61" name="Group 7"/>
          <p:cNvGrpSpPr/>
          <p:nvPr/>
        </p:nvGrpSpPr>
        <p:grpSpPr bwMode="auto">
          <a:xfrm>
            <a:off x="905545" y="1483990"/>
            <a:ext cx="4718050" cy="171450"/>
            <a:chOff x="288" y="576"/>
            <a:chExt cx="2972" cy="108"/>
          </a:xfrm>
        </p:grpSpPr>
        <p:pic>
          <p:nvPicPr>
            <p:cNvPr id="62" name="Picture 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1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1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6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8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0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67" name="Picture 1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7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1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22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23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24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25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2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27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28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" name="Picture 29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" name="Picture 30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" name="Picture 31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2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" name="Picture 33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34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6" descr="Green and Black Diamon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1" name="Rectangle 3"/>
          <p:cNvSpPr>
            <a:spLocks noChangeArrowheads="1"/>
          </p:cNvSpPr>
          <p:nvPr/>
        </p:nvSpPr>
        <p:spPr bwMode="auto">
          <a:xfrm>
            <a:off x="839416" y="1628800"/>
            <a:ext cx="2801003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二功率表法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9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5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63" grpId="0"/>
      <p:bldP spid="185373" grpId="0"/>
      <p:bldP spid="59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178" name="Object 23"/>
          <p:cNvGraphicFramePr>
            <a:graphicFrameLocks noChangeAspect="1"/>
          </p:cNvGraphicFramePr>
          <p:nvPr/>
        </p:nvGraphicFramePr>
        <p:xfrm>
          <a:off x="1427832" y="3758324"/>
          <a:ext cx="6967538" cy="1150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5932" name="Equation" r:id="rId1" imgW="79857600" imgH="13106400" progId="Equation.DSMT4">
                  <p:embed/>
                </p:oleObj>
              </mc:Choice>
              <mc:Fallback>
                <p:oleObj name="Equation" r:id="rId1" imgW="79857600" imgH="131064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27832" y="3758324"/>
                        <a:ext cx="6967538" cy="115093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7417" name="Object 25"/>
          <p:cNvGraphicFramePr>
            <a:graphicFrameLocks noChangeAspect="1"/>
          </p:cNvGraphicFramePr>
          <p:nvPr/>
        </p:nvGraphicFramePr>
        <p:xfrm>
          <a:off x="1395289" y="5112217"/>
          <a:ext cx="8102600" cy="48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5933" name="Equation" r:id="rId3" imgW="95707200" imgH="5791200" progId="Equation.DSMT4">
                  <p:embed/>
                </p:oleObj>
              </mc:Choice>
              <mc:Fallback>
                <p:oleObj name="Equation" r:id="rId3" imgW="95707200" imgH="57912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95289" y="5112217"/>
                        <a:ext cx="8102600" cy="4826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7420" name="Object 28"/>
          <p:cNvGraphicFramePr>
            <a:graphicFrameLocks noChangeAspect="1"/>
          </p:cNvGraphicFramePr>
          <p:nvPr/>
        </p:nvGraphicFramePr>
        <p:xfrm>
          <a:off x="3044206" y="5954465"/>
          <a:ext cx="2236788" cy="55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5934" name="Equation" r:id="rId5" imgW="24993600" imgH="6096000" progId="Equation.DSMT4">
                  <p:embed/>
                </p:oleObj>
              </mc:Choice>
              <mc:Fallback>
                <p:oleObj name="Equation" r:id="rId5" imgW="24993600" imgH="60960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4206" y="5954465"/>
                        <a:ext cx="2236788" cy="5524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46"/>
          <p:cNvGraphicFramePr>
            <a:graphicFrameLocks noChangeAspect="1"/>
          </p:cNvGraphicFramePr>
          <p:nvPr/>
        </p:nvGraphicFramePr>
        <p:xfrm>
          <a:off x="1431008" y="2431847"/>
          <a:ext cx="9133681" cy="1074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5935" name="Equation" r:id="rId7" imgW="114300000" imgH="13106400" progId="Equation.DSMT4">
                  <p:embed/>
                </p:oleObj>
              </mc:Choice>
              <mc:Fallback>
                <p:oleObj name="Equation" r:id="rId7" imgW="114300000" imgH="13106400" progId="Equation.DSMT4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1008" y="2431847"/>
                        <a:ext cx="9133681" cy="1074738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7"/>
          <p:cNvSpPr>
            <a:spLocks noChangeArrowheads="1"/>
          </p:cNvSpPr>
          <p:nvPr/>
        </p:nvSpPr>
        <p:spPr bwMode="auto">
          <a:xfrm>
            <a:off x="327574" y="2383008"/>
            <a:ext cx="108279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证明：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9" name="Rectangle 17"/>
          <p:cNvSpPr>
            <a:spLocks noChangeArrowheads="1"/>
          </p:cNvSpPr>
          <p:nvPr/>
        </p:nvSpPr>
        <p:spPr bwMode="auto">
          <a:xfrm>
            <a:off x="1309712" y="5968950"/>
            <a:ext cx="19329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无功功率：</a:t>
            </a:r>
            <a:endParaRPr lang="zh-CN" altLang="en-US" sz="2800" dirty="0">
              <a:solidFill>
                <a:srgbClr val="FF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1" name="Object 25"/>
          <p:cNvGraphicFramePr>
            <a:graphicFrameLocks noChangeAspect="1"/>
          </p:cNvGraphicFramePr>
          <p:nvPr/>
        </p:nvGraphicFramePr>
        <p:xfrm>
          <a:off x="7332364" y="5997671"/>
          <a:ext cx="4800600" cy="812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5936" name="Equation" r:id="rId9" imgW="56692800" imgH="9753600" progId="Equation.DSMT4">
                  <p:embed/>
                </p:oleObj>
              </mc:Choice>
              <mc:Fallback>
                <p:oleObj name="Equation" r:id="rId9" imgW="56692800" imgH="9753600" progId="Equation.DSMT4">
                  <p:embed/>
                  <p:pic>
                    <p:nvPicPr>
                      <p:cNvPr id="0" name="Object 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32364" y="5997671"/>
                        <a:ext cx="4800600" cy="81280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00B05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0" name="Object 29"/>
          <p:cNvGraphicFramePr>
            <a:graphicFrameLocks noChangeAspect="1"/>
          </p:cNvGraphicFramePr>
          <p:nvPr/>
        </p:nvGraphicFramePr>
        <p:xfrm>
          <a:off x="7896721" y="912764"/>
          <a:ext cx="3671887" cy="1508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15937" name="Visio" r:id="rId11" imgW="2664460" imgH="1106170" progId="Visio.Drawing.11">
                  <p:embed/>
                </p:oleObj>
              </mc:Choice>
              <mc:Fallback>
                <p:oleObj name="Visio" r:id="rId11" imgW="2664460" imgH="1106170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96721" y="912764"/>
                        <a:ext cx="3671887" cy="1508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2" name="Rectangle 4"/>
          <p:cNvSpPr>
            <a:spLocks noChangeArrowheads="1"/>
          </p:cNvSpPr>
          <p:nvPr/>
        </p:nvSpPr>
        <p:spPr bwMode="auto">
          <a:xfrm>
            <a:off x="983333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53" name="Group 7"/>
          <p:cNvGrpSpPr/>
          <p:nvPr/>
        </p:nvGrpSpPr>
        <p:grpSpPr bwMode="auto">
          <a:xfrm>
            <a:off x="905545" y="1483990"/>
            <a:ext cx="4718050" cy="171450"/>
            <a:chOff x="288" y="576"/>
            <a:chExt cx="2972" cy="108"/>
          </a:xfrm>
        </p:grpSpPr>
        <p:pic>
          <p:nvPicPr>
            <p:cNvPr id="54" name="Picture 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" name="Picture 1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" name="Picture 1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8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80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1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9" name="Picture 1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1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" name="Picture 1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" name="Picture 1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2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" name="Picture 2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" name="Picture 2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2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" name="Picture 2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2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2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" name="Picture 27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28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29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" name="Picture 30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31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32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33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34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" name="Picture 35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" name="Picture 36" descr="Green and Black Diamo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3" name="Rectangle 3"/>
          <p:cNvSpPr>
            <a:spLocks noChangeArrowheads="1"/>
          </p:cNvSpPr>
          <p:nvPr/>
        </p:nvSpPr>
        <p:spPr bwMode="auto">
          <a:xfrm>
            <a:off x="839416" y="1628800"/>
            <a:ext cx="2801003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二功率表法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0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7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87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7420" name="Object 28"/>
          <p:cNvGraphicFramePr>
            <a:graphicFrameLocks noChangeAspect="1"/>
          </p:cNvGraphicFramePr>
          <p:nvPr/>
        </p:nvGraphicFramePr>
        <p:xfrm>
          <a:off x="3070894" y="2201717"/>
          <a:ext cx="2236788" cy="55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3071" name="Equation" r:id="rId1" imgW="24993600" imgH="6096000" progId="Equation.DSMT4">
                  <p:embed/>
                </p:oleObj>
              </mc:Choice>
              <mc:Fallback>
                <p:oleObj name="Equation" r:id="rId1" imgW="24993600" imgH="60960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70894" y="2201717"/>
                        <a:ext cx="2236788" cy="5524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7422" name="Object 30"/>
          <p:cNvGraphicFramePr>
            <a:graphicFrameLocks noChangeAspect="1"/>
          </p:cNvGraphicFramePr>
          <p:nvPr/>
        </p:nvGraphicFramePr>
        <p:xfrm>
          <a:off x="1839789" y="3398846"/>
          <a:ext cx="3133725" cy="1811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3072" name="Equation" r:id="rId3" imgW="35052000" imgH="20421600" progId="Equation.DSMT4">
                  <p:embed/>
                </p:oleObj>
              </mc:Choice>
              <mc:Fallback>
                <p:oleObj name="Equation" r:id="rId3" imgW="35052000" imgH="204216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9789" y="3398846"/>
                        <a:ext cx="3133725" cy="181133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49" name="Rectangle 17"/>
          <p:cNvSpPr>
            <a:spLocks noChangeArrowheads="1"/>
          </p:cNvSpPr>
          <p:nvPr/>
        </p:nvSpPr>
        <p:spPr bwMode="auto">
          <a:xfrm>
            <a:off x="1336400" y="2216202"/>
            <a:ext cx="19329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无功功率：</a:t>
            </a:r>
            <a:endParaRPr lang="zh-CN" altLang="en-US" sz="2800" dirty="0">
              <a:solidFill>
                <a:srgbClr val="FF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0" name="Rectangle 17"/>
          <p:cNvSpPr>
            <a:spLocks noChangeArrowheads="1"/>
          </p:cNvSpPr>
          <p:nvPr/>
        </p:nvSpPr>
        <p:spPr bwMode="auto">
          <a:xfrm>
            <a:off x="1348688" y="2962045"/>
            <a:ext cx="144691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阻抗角：</a:t>
            </a:r>
            <a:endParaRPr lang="zh-CN" altLang="en-US" sz="2800" dirty="0">
              <a:solidFill>
                <a:srgbClr val="FF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1" name="Object 28"/>
          <p:cNvGraphicFramePr>
            <a:graphicFrameLocks noChangeAspect="1"/>
          </p:cNvGraphicFramePr>
          <p:nvPr/>
        </p:nvGraphicFramePr>
        <p:xfrm>
          <a:off x="4657795" y="5455581"/>
          <a:ext cx="2236788" cy="55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3073" name="Equation" r:id="rId5" imgW="24993600" imgH="6096000" progId="Equation.DSMT4">
                  <p:embed/>
                </p:oleObj>
              </mc:Choice>
              <mc:Fallback>
                <p:oleObj name="Equation" r:id="rId5" imgW="24993600" imgH="609600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57795" y="5455581"/>
                        <a:ext cx="2236788" cy="5524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3" name="Rectangle 17"/>
          <p:cNvSpPr>
            <a:spLocks noChangeArrowheads="1"/>
          </p:cNvSpPr>
          <p:nvPr/>
        </p:nvSpPr>
        <p:spPr bwMode="auto">
          <a:xfrm>
            <a:off x="1325336" y="5493481"/>
            <a:ext cx="323738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逆序时，</a:t>
            </a:r>
            <a:r>
              <a:rPr lang="zh-CN" altLang="en-US" sz="28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无功功率：</a:t>
            </a:r>
            <a:endParaRPr lang="zh-CN" altLang="en-US" sz="2800" dirty="0">
              <a:solidFill>
                <a:srgbClr val="FF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8040216" y="2979081"/>
            <a:ext cx="3657398" cy="2959100"/>
            <a:chOff x="5251450" y="2625297"/>
            <a:chExt cx="3657398" cy="2959100"/>
          </a:xfrm>
        </p:grpSpPr>
        <p:sp>
          <p:nvSpPr>
            <p:cNvPr id="61" name="Line 39"/>
            <p:cNvSpPr>
              <a:spLocks noChangeShapeType="1"/>
            </p:cNvSpPr>
            <p:nvPr/>
          </p:nvSpPr>
          <p:spPr bwMode="auto">
            <a:xfrm flipV="1">
              <a:off x="5327649" y="5070840"/>
              <a:ext cx="3557479" cy="24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1" lang="zh-CN" altLang="en-US" sz="2800" b="1" kern="0">
                <a:solidFill>
                  <a:srgbClr val="CC0000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grpSp>
          <p:nvGrpSpPr>
            <p:cNvPr id="62" name="Group 3"/>
            <p:cNvGrpSpPr/>
            <p:nvPr/>
          </p:nvGrpSpPr>
          <p:grpSpPr bwMode="auto">
            <a:xfrm>
              <a:off x="5251450" y="2625297"/>
              <a:ext cx="3489325" cy="2909888"/>
              <a:chOff x="2976" y="1008"/>
              <a:chExt cx="2198" cy="1833"/>
            </a:xfrm>
          </p:grpSpPr>
          <p:sp>
            <p:nvSpPr>
              <p:cNvPr id="63" name="Line 4"/>
              <p:cNvSpPr>
                <a:spLocks noChangeShapeType="1"/>
              </p:cNvSpPr>
              <p:nvPr/>
            </p:nvSpPr>
            <p:spPr bwMode="auto">
              <a:xfrm flipV="1">
                <a:off x="2977" y="2562"/>
                <a:ext cx="1919" cy="3"/>
              </a:xfrm>
              <a:prstGeom prst="line">
                <a:avLst/>
              </a:prstGeom>
              <a:noFill/>
              <a:ln w="38100">
                <a:solidFill>
                  <a:srgbClr val="FF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pSp>
            <p:nvGrpSpPr>
              <p:cNvPr id="64" name="Group 5"/>
              <p:cNvGrpSpPr/>
              <p:nvPr/>
            </p:nvGrpSpPr>
            <p:grpSpPr bwMode="auto">
              <a:xfrm>
                <a:off x="2976" y="1008"/>
                <a:ext cx="2198" cy="1833"/>
                <a:chOff x="2976" y="1008"/>
                <a:chExt cx="2198" cy="1833"/>
              </a:xfrm>
            </p:grpSpPr>
            <p:sp>
              <p:nvSpPr>
                <p:cNvPr id="65" name="Line 6"/>
                <p:cNvSpPr>
                  <a:spLocks noChangeShapeType="1"/>
                </p:cNvSpPr>
                <p:nvPr/>
              </p:nvSpPr>
              <p:spPr bwMode="auto">
                <a:xfrm flipV="1">
                  <a:off x="2976" y="1314"/>
                  <a:ext cx="1920" cy="1254"/>
                </a:xfrm>
                <a:prstGeom prst="line">
                  <a:avLst/>
                </a:prstGeom>
                <a:noFill/>
                <a:ln w="38100">
                  <a:solidFill>
                    <a:srgbClr val="FF00FF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2800" b="1" kern="0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66" name="Text Box 7"/>
                <p:cNvSpPr txBox="1">
                  <a:spLocks noChangeArrowheads="1"/>
                </p:cNvSpPr>
                <p:nvPr/>
              </p:nvSpPr>
              <p:spPr bwMode="auto">
                <a:xfrm>
                  <a:off x="4800" y="1008"/>
                  <a:ext cx="24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i="1" kern="0" dirty="0">
                      <a:solidFill>
                        <a:srgbClr val="FF00FF"/>
                      </a:solidFill>
                    </a:rPr>
                    <a:t>S</a:t>
                  </a:r>
                  <a:endParaRPr lang="en-US" altLang="zh-CN" kern="0" dirty="0">
                    <a:solidFill>
                      <a:srgbClr val="FF00FF"/>
                    </a:solidFill>
                  </a:endParaRPr>
                </a:p>
              </p:txBody>
            </p:sp>
            <p:sp>
              <p:nvSpPr>
                <p:cNvPr id="67" name="Text Box 8"/>
                <p:cNvSpPr txBox="1">
                  <a:spLocks noChangeArrowheads="1"/>
                </p:cNvSpPr>
                <p:nvPr/>
              </p:nvSpPr>
              <p:spPr bwMode="auto">
                <a:xfrm>
                  <a:off x="4896" y="1794"/>
                  <a:ext cx="278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i="1" kern="0" dirty="0">
                      <a:solidFill>
                        <a:srgbClr val="FF00FF"/>
                      </a:solidFill>
                    </a:rPr>
                    <a:t>Q</a:t>
                  </a:r>
                  <a:endParaRPr lang="en-US" altLang="zh-CN" kern="0" dirty="0">
                    <a:solidFill>
                      <a:srgbClr val="FF00FF"/>
                    </a:solidFill>
                  </a:endParaRPr>
                </a:p>
              </p:txBody>
            </p:sp>
            <p:sp>
              <p:nvSpPr>
                <p:cNvPr id="68" name="Text Box 9"/>
                <p:cNvSpPr txBox="1">
                  <a:spLocks noChangeArrowheads="1"/>
                </p:cNvSpPr>
                <p:nvPr/>
              </p:nvSpPr>
              <p:spPr bwMode="auto">
                <a:xfrm>
                  <a:off x="4752" y="2514"/>
                  <a:ext cx="253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defTabSz="762000"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defTabSz="7620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800" b="1">
                      <a:solidFill>
                        <a:srgbClr val="CC0000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altLang="zh-CN" i="1" kern="0" dirty="0">
                      <a:solidFill>
                        <a:srgbClr val="FF00FF"/>
                      </a:solidFill>
                    </a:rPr>
                    <a:t>P</a:t>
                  </a:r>
                  <a:endParaRPr lang="en-US" altLang="zh-CN" sz="3200" b="0" kern="0" dirty="0">
                    <a:solidFill>
                      <a:srgbClr val="FF00FF"/>
                    </a:solidFill>
                  </a:endParaRPr>
                </a:p>
              </p:txBody>
            </p:sp>
            <p:sp>
              <p:nvSpPr>
                <p:cNvPr id="69" name="Line 10"/>
                <p:cNvSpPr>
                  <a:spLocks noChangeShapeType="1"/>
                </p:cNvSpPr>
                <p:nvPr/>
              </p:nvSpPr>
              <p:spPr bwMode="auto">
                <a:xfrm flipV="1">
                  <a:off x="4896" y="1314"/>
                  <a:ext cx="0" cy="1248"/>
                </a:xfrm>
                <a:prstGeom prst="line">
                  <a:avLst/>
                </a:prstGeom>
                <a:noFill/>
                <a:ln w="38100">
                  <a:solidFill>
                    <a:srgbClr val="FF00FF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1" lang="zh-CN" altLang="en-US" sz="2800" b="1" kern="0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70" name="Group 22"/>
            <p:cNvGrpSpPr/>
            <p:nvPr/>
          </p:nvGrpSpPr>
          <p:grpSpPr bwMode="auto">
            <a:xfrm>
              <a:off x="5291138" y="3158697"/>
              <a:ext cx="2971800" cy="2425700"/>
              <a:chOff x="3001" y="1536"/>
              <a:chExt cx="1872" cy="1528"/>
            </a:xfrm>
          </p:grpSpPr>
          <p:sp>
            <p:nvSpPr>
              <p:cNvPr id="71" name="Line 23"/>
              <p:cNvSpPr>
                <a:spLocks noChangeShapeType="1"/>
              </p:cNvSpPr>
              <p:nvPr/>
            </p:nvSpPr>
            <p:spPr bwMode="auto">
              <a:xfrm flipV="1">
                <a:off x="4393" y="1824"/>
                <a:ext cx="0" cy="9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aphicFrame>
            <p:nvGraphicFramePr>
              <p:cNvPr id="72" name="Object 24"/>
              <p:cNvGraphicFramePr>
                <a:graphicFrameLocks noChangeAspect="1"/>
              </p:cNvGraphicFramePr>
              <p:nvPr/>
            </p:nvGraphicFramePr>
            <p:xfrm>
              <a:off x="4249" y="2784"/>
              <a:ext cx="238" cy="28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3074" name="公式" r:id="rId7" imgW="167640" imgH="167640" progId="Equation.3">
                      <p:embed/>
                    </p:oleObj>
                  </mc:Choice>
                  <mc:Fallback>
                    <p:oleObj name="公式" r:id="rId7" imgW="167640" imgH="167640" progId="Equation.3">
                      <p:embed/>
                      <p:pic>
                        <p:nvPicPr>
                          <p:cNvPr id="0" name="Object 2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249" y="2784"/>
                            <a:ext cx="238" cy="280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73" name="Object 25"/>
              <p:cNvGraphicFramePr>
                <a:graphicFrameLocks noChangeAspect="1"/>
              </p:cNvGraphicFramePr>
              <p:nvPr/>
            </p:nvGraphicFramePr>
            <p:xfrm>
              <a:off x="4249" y="1536"/>
              <a:ext cx="234" cy="33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3075" name="公式" r:id="rId9" imgW="116205" imgH="141605" progId="Equation.3">
                      <p:embed/>
                    </p:oleObj>
                  </mc:Choice>
                  <mc:Fallback>
                    <p:oleObj name="公式" r:id="rId9" imgW="116205" imgH="141605" progId="Equation.3">
                      <p:embed/>
                      <p:pic>
                        <p:nvPicPr>
                          <p:cNvPr id="0" name="Object 2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249" y="1536"/>
                            <a:ext cx="234" cy="33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74" name="Object 26"/>
              <p:cNvGraphicFramePr>
                <a:graphicFrameLocks noChangeAspect="1"/>
              </p:cNvGraphicFramePr>
              <p:nvPr/>
            </p:nvGraphicFramePr>
            <p:xfrm>
              <a:off x="4393" y="2160"/>
              <a:ext cx="480" cy="34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3076" name="公式" r:id="rId11" imgW="450850" imgH="180340" progId="Equation.3">
                      <p:embed/>
                    </p:oleObj>
                  </mc:Choice>
                  <mc:Fallback>
                    <p:oleObj name="公式" r:id="rId11" imgW="450850" imgH="180340" progId="Equation.3">
                      <p:embed/>
                      <p:pic>
                        <p:nvPicPr>
                          <p:cNvPr id="0" name="Object 2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393" y="2160"/>
                            <a:ext cx="480" cy="34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chemeClr val="bg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75" name="Line 27"/>
              <p:cNvSpPr>
                <a:spLocks noChangeShapeType="1"/>
              </p:cNvSpPr>
              <p:nvPr/>
            </p:nvSpPr>
            <p:spPr bwMode="auto">
              <a:xfrm flipV="1">
                <a:off x="3001" y="2736"/>
                <a:ext cx="1392" cy="1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6" name="Line 28"/>
              <p:cNvSpPr>
                <a:spLocks noChangeShapeType="1"/>
              </p:cNvSpPr>
              <p:nvPr/>
            </p:nvSpPr>
            <p:spPr bwMode="auto">
              <a:xfrm flipV="1">
                <a:off x="3001" y="1824"/>
                <a:ext cx="1392" cy="92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aphicFrame>
            <p:nvGraphicFramePr>
              <p:cNvPr id="77" name="Object 29"/>
              <p:cNvGraphicFramePr>
                <a:graphicFrameLocks noChangeAspect="1"/>
              </p:cNvGraphicFramePr>
              <p:nvPr/>
            </p:nvGraphicFramePr>
            <p:xfrm>
              <a:off x="3368" y="2431"/>
              <a:ext cx="249" cy="3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3077" name="公式" r:id="rId13" imgW="90170" imgH="116205" progId="Equation.3">
                      <p:embed/>
                    </p:oleObj>
                  </mc:Choice>
                  <mc:Fallback>
                    <p:oleObj name="公式" r:id="rId13" imgW="90170" imgH="116205" progId="Equation.3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68" y="2431"/>
                            <a:ext cx="249" cy="36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chemeClr val="bg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78" name="Arc 30"/>
              <p:cNvSpPr/>
              <p:nvPr/>
            </p:nvSpPr>
            <p:spPr bwMode="auto">
              <a:xfrm>
                <a:off x="3289" y="2553"/>
                <a:ext cx="79" cy="184"/>
              </a:xfrm>
              <a:custGeom>
                <a:avLst/>
                <a:gdLst>
                  <a:gd name="T0" fmla="*/ 0 w 21600"/>
                  <a:gd name="T1" fmla="*/ 0 h 24655"/>
                  <a:gd name="T2" fmla="*/ 0 w 21600"/>
                  <a:gd name="T3" fmla="*/ 0 h 24655"/>
                  <a:gd name="T4" fmla="*/ 0 w 21600"/>
                  <a:gd name="T5" fmla="*/ 0 h 246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4655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cubicBezTo>
                      <a:pt x="21600" y="22622"/>
                      <a:pt x="21527" y="23643"/>
                      <a:pt x="21382" y="24654"/>
                    </a:cubicBezTo>
                  </a:path>
                  <a:path w="21600" h="24655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cubicBezTo>
                      <a:pt x="21600" y="22622"/>
                      <a:pt x="21527" y="23643"/>
                      <a:pt x="21382" y="24654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79" name="Group 33"/>
            <p:cNvGrpSpPr/>
            <p:nvPr/>
          </p:nvGrpSpPr>
          <p:grpSpPr bwMode="auto">
            <a:xfrm>
              <a:off x="5327650" y="3566685"/>
              <a:ext cx="2176463" cy="2006600"/>
              <a:chOff x="3024" y="1601"/>
              <a:chExt cx="1371" cy="1264"/>
            </a:xfrm>
          </p:grpSpPr>
          <p:sp>
            <p:nvSpPr>
              <p:cNvPr id="80" name="Text Box 34"/>
              <p:cNvSpPr txBox="1">
                <a:spLocks noChangeArrowheads="1"/>
              </p:cNvSpPr>
              <p:nvPr/>
            </p:nvSpPr>
            <p:spPr bwMode="auto">
              <a:xfrm>
                <a:off x="3408" y="2538"/>
                <a:ext cx="265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defTabSz="762000"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defTabSz="762000"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defTabSz="762000"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defTabSz="762000"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defTabSz="762000"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800" b="1">
                    <a:solidFill>
                      <a:srgbClr val="CC0000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i="1" kern="0">
                    <a:solidFill>
                      <a:srgbClr val="000099"/>
                    </a:solidFill>
                  </a:rPr>
                  <a:t>R</a:t>
                </a:r>
                <a:endParaRPr lang="en-US" altLang="zh-CN" kern="0">
                  <a:solidFill>
                    <a:srgbClr val="000099"/>
                  </a:solidFill>
                </a:endParaRPr>
              </a:p>
            </p:txBody>
          </p:sp>
          <p:sp>
            <p:nvSpPr>
              <p:cNvPr id="81" name="Line 35"/>
              <p:cNvSpPr>
                <a:spLocks noChangeShapeType="1"/>
              </p:cNvSpPr>
              <p:nvPr/>
            </p:nvSpPr>
            <p:spPr bwMode="auto">
              <a:xfrm flipV="1">
                <a:off x="3024" y="1946"/>
                <a:ext cx="907" cy="617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graphicFrame>
            <p:nvGraphicFramePr>
              <p:cNvPr id="82" name="Object 36"/>
              <p:cNvGraphicFramePr>
                <a:graphicFrameLocks noChangeAspect="1"/>
              </p:cNvGraphicFramePr>
              <p:nvPr/>
            </p:nvGraphicFramePr>
            <p:xfrm>
              <a:off x="3915" y="2097"/>
              <a:ext cx="480" cy="30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3078" name="公式" r:id="rId15" imgW="463550" imgH="167640" progId="Equation.3">
                      <p:embed/>
                    </p:oleObj>
                  </mc:Choice>
                  <mc:Fallback>
                    <p:oleObj name="公式" r:id="rId15" imgW="463550" imgH="167640" progId="Equation.3">
                      <p:embed/>
                      <p:pic>
                        <p:nvPicPr>
                          <p:cNvPr id="0" name="Object 3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915" y="2097"/>
                            <a:ext cx="480" cy="30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chemeClr val="bg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83" name="Object 37"/>
              <p:cNvGraphicFramePr>
                <a:graphicFrameLocks noChangeAspect="1"/>
              </p:cNvGraphicFramePr>
              <p:nvPr/>
            </p:nvGraphicFramePr>
            <p:xfrm>
              <a:off x="3736" y="1601"/>
              <a:ext cx="344" cy="36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03079" name="公式" r:id="rId17" imgW="141605" imgH="193040" progId="Equation.3">
                      <p:embed/>
                    </p:oleObj>
                  </mc:Choice>
                  <mc:Fallback>
                    <p:oleObj name="公式" r:id="rId17" imgW="141605" imgH="193040" progId="Equation.3">
                      <p:embed/>
                      <p:pic>
                        <p:nvPicPr>
                          <p:cNvPr id="0" name="Object 3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736" y="1601"/>
                            <a:ext cx="344" cy="36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chemeClr val="bg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84" name="Line 38"/>
              <p:cNvSpPr>
                <a:spLocks noChangeShapeType="1"/>
              </p:cNvSpPr>
              <p:nvPr/>
            </p:nvSpPr>
            <p:spPr bwMode="auto">
              <a:xfrm>
                <a:off x="3931" y="1971"/>
                <a:ext cx="0" cy="617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85" name="Line 39"/>
              <p:cNvSpPr>
                <a:spLocks noChangeShapeType="1"/>
              </p:cNvSpPr>
              <p:nvPr/>
            </p:nvSpPr>
            <p:spPr bwMode="auto">
              <a:xfrm>
                <a:off x="3024" y="2563"/>
                <a:ext cx="907" cy="0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sz="2800" b="1" kern="0">
                  <a:solidFill>
                    <a:srgbClr val="CC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aphicFrame>
          <p:nvGraphicFramePr>
            <p:cNvPr id="86" name="Object 4"/>
            <p:cNvGraphicFramePr>
              <a:graphicFrameLocks noChangeAspect="1"/>
            </p:cNvGraphicFramePr>
            <p:nvPr/>
          </p:nvGraphicFramePr>
          <p:xfrm>
            <a:off x="8531425" y="5078090"/>
            <a:ext cx="377423" cy="43854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03080" name="Equation" r:id="rId19" imgW="3048000" imgH="4572000" progId="Equation.DSMT4">
                    <p:embed/>
                  </p:oleObj>
                </mc:Choice>
                <mc:Fallback>
                  <p:oleObj name="Equation" r:id="rId19" imgW="3048000" imgH="4572000" progId="Equation.DSMT4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531425" y="5078090"/>
                          <a:ext cx="377423" cy="438545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87" name="Object 29"/>
          <p:cNvGraphicFramePr>
            <a:graphicFrameLocks noChangeAspect="1"/>
          </p:cNvGraphicFramePr>
          <p:nvPr/>
        </p:nvGraphicFramePr>
        <p:xfrm>
          <a:off x="7896721" y="912764"/>
          <a:ext cx="3671887" cy="1508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03081" name="Visio" r:id="rId21" imgW="2664460" imgH="1106170" progId="Visio.Drawing.11">
                  <p:embed/>
                </p:oleObj>
              </mc:Choice>
              <mc:Fallback>
                <p:oleObj name="Visio" r:id="rId21" imgW="2664460" imgH="1106170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96721" y="912764"/>
                        <a:ext cx="3671887" cy="1508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8" name="Rectangle 4"/>
          <p:cNvSpPr>
            <a:spLocks noChangeArrowheads="1"/>
          </p:cNvSpPr>
          <p:nvPr/>
        </p:nvSpPr>
        <p:spPr bwMode="auto">
          <a:xfrm>
            <a:off x="983333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89" name="Group 7"/>
          <p:cNvGrpSpPr/>
          <p:nvPr/>
        </p:nvGrpSpPr>
        <p:grpSpPr bwMode="auto">
          <a:xfrm>
            <a:off x="905545" y="1483990"/>
            <a:ext cx="4718050" cy="171450"/>
            <a:chOff x="288" y="576"/>
            <a:chExt cx="2972" cy="108"/>
          </a:xfrm>
        </p:grpSpPr>
        <p:pic>
          <p:nvPicPr>
            <p:cNvPr id="90" name="Picture 8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" name="Picture 9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0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11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4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116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7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8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95" name="Picture 16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17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" name="Picture 18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9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20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21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22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23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24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25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26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7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8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9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0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1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2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33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4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5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36" descr="Green and Black Diamond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9" name="Rectangle 3"/>
          <p:cNvSpPr>
            <a:spLocks noChangeArrowheads="1"/>
          </p:cNvSpPr>
          <p:nvPr/>
        </p:nvSpPr>
        <p:spPr bwMode="auto">
          <a:xfrm>
            <a:off x="839416" y="1628800"/>
            <a:ext cx="2801003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二功率表法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20" name="Rectangle 17"/>
          <p:cNvSpPr>
            <a:spLocks noChangeArrowheads="1"/>
          </p:cNvSpPr>
          <p:nvPr/>
        </p:nvSpPr>
        <p:spPr bwMode="auto">
          <a:xfrm>
            <a:off x="298018" y="2238198"/>
            <a:ext cx="108279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证明：</a:t>
            </a:r>
            <a:endParaRPr lang="zh-CN" alt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87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3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12" name="Text Box 4"/>
          <p:cNvSpPr txBox="1">
            <a:spLocks noChangeArrowheads="1"/>
          </p:cNvSpPr>
          <p:nvPr/>
        </p:nvSpPr>
        <p:spPr bwMode="auto">
          <a:xfrm>
            <a:off x="479376" y="848445"/>
            <a:ext cx="7032724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对称三相电路，已知三相对称感性负载吸收的功率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P=2.5kW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，其功率因数为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0.866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，试求两个功率表的读数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57448" name="Text Box 40"/>
          <p:cNvSpPr txBox="1">
            <a:spLocks noChangeArrowheads="1"/>
          </p:cNvSpPr>
          <p:nvPr/>
        </p:nvSpPr>
        <p:spPr bwMode="auto">
          <a:xfrm>
            <a:off x="1122559" y="2488220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42" name="Group 34"/>
          <p:cNvGrpSpPr/>
          <p:nvPr/>
        </p:nvGrpSpPr>
        <p:grpSpPr bwMode="auto">
          <a:xfrm>
            <a:off x="8426051" y="790208"/>
            <a:ext cx="3406775" cy="2357437"/>
            <a:chOff x="2817" y="772"/>
            <a:chExt cx="2146" cy="1485"/>
          </a:xfrm>
        </p:grpSpPr>
        <p:sp>
          <p:nvSpPr>
            <p:cNvPr id="43" name="Line 17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45" name="Text Box 6"/>
            <p:cNvSpPr txBox="1">
              <a:spLocks noChangeArrowheads="1"/>
            </p:cNvSpPr>
            <p:nvPr/>
          </p:nvSpPr>
          <p:spPr bwMode="auto">
            <a:xfrm>
              <a:off x="4343" y="1016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6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9" name="Oval 11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0" name="Oval 12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1" name="Text Box 13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2" name="Text Box 14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3" name="Line 15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Line 16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Line 18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Line 19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Text Box 20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58" name="Text Box 21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59" name="Text Box 22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0" name="Text Box 23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1" name="Oval 25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2" name="Oval 26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3" name="Oval 27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4" name="Oval 28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5" name="Oval 29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6" name="Oval 30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7" name="Text Box 31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32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9" name="Text Box 33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graphicFrame>
        <p:nvGraphicFramePr>
          <p:cNvPr id="70" name="Object 35"/>
          <p:cNvGraphicFramePr>
            <a:graphicFrameLocks noChangeAspect="1"/>
          </p:cNvGraphicFramePr>
          <p:nvPr/>
        </p:nvGraphicFramePr>
        <p:xfrm>
          <a:off x="1431925" y="4337050"/>
          <a:ext cx="5995988" cy="55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3144" name="Equation" r:id="rId1" imgW="69189600" imgH="6400800" progId="Equation.DSMT4">
                  <p:embed/>
                </p:oleObj>
              </mc:Choice>
              <mc:Fallback>
                <p:oleObj name="Equation" r:id="rId1" imgW="69189600" imgH="6400800" progId="Equation.DSMT4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1925" y="4337050"/>
                        <a:ext cx="5995988" cy="552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" name="Object 36"/>
          <p:cNvGraphicFramePr>
            <a:graphicFrameLocks noChangeAspect="1"/>
          </p:cNvGraphicFramePr>
          <p:nvPr/>
        </p:nvGraphicFramePr>
        <p:xfrm>
          <a:off x="1252538" y="5019675"/>
          <a:ext cx="6205537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3145" name="Equation" r:id="rId3" imgW="71323200" imgH="6400800" progId="Equation.DSMT4">
                  <p:embed/>
                </p:oleObj>
              </mc:Choice>
              <mc:Fallback>
                <p:oleObj name="Equation" r:id="rId3" imgW="71323200" imgH="6400800" progId="Equation.DSMT4">
                  <p:embed/>
                  <p:pic>
                    <p:nvPicPr>
                      <p:cNvPr id="0" name="Object 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2538" y="5019675"/>
                        <a:ext cx="6205537" cy="549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" name="Object 37"/>
          <p:cNvGraphicFramePr>
            <a:graphicFrameLocks noChangeAspect="1"/>
          </p:cNvGraphicFramePr>
          <p:nvPr/>
        </p:nvGraphicFramePr>
        <p:xfrm>
          <a:off x="1463675" y="3114675"/>
          <a:ext cx="2403475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3146" name="Equation" r:id="rId5" imgW="27736800" imgH="6096000" progId="Equation.DSMT4">
                  <p:embed/>
                </p:oleObj>
              </mc:Choice>
              <mc:Fallback>
                <p:oleObj name="Equation" r:id="rId5" imgW="27736800" imgH="6096000" progId="Equation.DSMT4">
                  <p:embed/>
                  <p:pic>
                    <p:nvPicPr>
                      <p:cNvPr id="0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3675" y="3114675"/>
                        <a:ext cx="2403475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" name="Object 38"/>
          <p:cNvGraphicFramePr>
            <a:graphicFrameLocks noChangeAspect="1"/>
          </p:cNvGraphicFramePr>
          <p:nvPr/>
        </p:nvGraphicFramePr>
        <p:xfrm>
          <a:off x="1527789" y="3795584"/>
          <a:ext cx="1538287" cy="469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3147" name="Equation" r:id="rId7" imgW="17678400" imgH="5486400" progId="Equation.DSMT4">
                  <p:embed/>
                </p:oleObj>
              </mc:Choice>
              <mc:Fallback>
                <p:oleObj name="Equation" r:id="rId7" imgW="17678400" imgH="5486400" progId="Equation.DSMT4">
                  <p:embed/>
                  <p:pic>
                    <p:nvPicPr>
                      <p:cNvPr id="0" name="Object 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7789" y="3795584"/>
                        <a:ext cx="1538287" cy="469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Oval 39"/>
          <p:cNvSpPr>
            <a:spLocks noChangeArrowheads="1"/>
          </p:cNvSpPr>
          <p:nvPr/>
        </p:nvSpPr>
        <p:spPr bwMode="auto">
          <a:xfrm>
            <a:off x="6972456" y="4265484"/>
            <a:ext cx="492125" cy="1562100"/>
          </a:xfrm>
          <a:prstGeom prst="ellipse">
            <a:avLst/>
          </a:prstGeom>
          <a:noFill/>
          <a:ln w="38100" algn="ctr">
            <a:solidFill>
              <a:srgbClr val="FF0000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8293315" y="4775335"/>
            <a:ext cx="2691174" cy="519112"/>
            <a:chOff x="6331000" y="6258469"/>
            <a:chExt cx="2691174" cy="519112"/>
          </a:xfrm>
        </p:grpSpPr>
        <p:graphicFrame>
          <p:nvGraphicFramePr>
            <p:cNvPr id="76" name="Object 31"/>
            <p:cNvGraphicFramePr>
              <a:graphicFrameLocks noChangeAspect="1"/>
            </p:cNvGraphicFramePr>
            <p:nvPr/>
          </p:nvGraphicFramePr>
          <p:xfrm>
            <a:off x="7464837" y="6258469"/>
            <a:ext cx="1557337" cy="473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3148" name="Equation" r:id="rId9" imgW="17983200" imgH="5486400" progId="Equation.DSMT4">
                    <p:embed/>
                  </p:oleObj>
                </mc:Choice>
                <mc:Fallback>
                  <p:oleObj name="Equation" r:id="rId9" imgW="17983200" imgH="5486400" progId="Equation.DSMT4">
                    <p:embed/>
                    <p:pic>
                      <p:nvPicPr>
                        <p:cNvPr id="0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464837" y="6258469"/>
                          <a:ext cx="1557337" cy="473075"/>
                        </a:xfrm>
                        <a:prstGeom prst="rect">
                          <a:avLst/>
                        </a:prstGeom>
                        <a:solidFill>
                          <a:srgbClr val="FFFF99"/>
                        </a:solidFill>
                        <a:ln w="38100">
                          <a:solidFill>
                            <a:srgbClr val="FF0000"/>
                          </a:solidFill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" name="Text Box 36"/>
            <p:cNvSpPr txBox="1">
              <a:spLocks noChangeArrowheads="1"/>
            </p:cNvSpPr>
            <p:nvPr/>
          </p:nvSpPr>
          <p:spPr bwMode="auto">
            <a:xfrm>
              <a:off x="6331000" y="6258469"/>
              <a:ext cx="1181100" cy="519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关键：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78" name="Text Box 40"/>
          <p:cNvSpPr txBox="1">
            <a:spLocks noChangeArrowheads="1"/>
          </p:cNvSpPr>
          <p:nvPr/>
        </p:nvSpPr>
        <p:spPr bwMode="auto">
          <a:xfrm>
            <a:off x="480021" y="2490420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57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7448" grpId="0"/>
      <p:bldP spid="74" grpId="0" animBg="1"/>
      <p:bldP spid="7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12" name="Text Box 4"/>
          <p:cNvSpPr txBox="1">
            <a:spLocks noChangeArrowheads="1"/>
          </p:cNvSpPr>
          <p:nvPr/>
        </p:nvSpPr>
        <p:spPr bwMode="auto">
          <a:xfrm>
            <a:off x="479376" y="848445"/>
            <a:ext cx="7032724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对称三相电路，已知三相对称感性负载吸收的功率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P=2.5kW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，其功率因数为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0.866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，试求两个功率表的读数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42" name="Group 34"/>
          <p:cNvGrpSpPr/>
          <p:nvPr/>
        </p:nvGrpSpPr>
        <p:grpSpPr bwMode="auto">
          <a:xfrm>
            <a:off x="8426051" y="790208"/>
            <a:ext cx="3406775" cy="2357437"/>
            <a:chOff x="2817" y="772"/>
            <a:chExt cx="2146" cy="1485"/>
          </a:xfrm>
        </p:grpSpPr>
        <p:sp>
          <p:nvSpPr>
            <p:cNvPr id="43" name="Line 17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45" name="Text Box 6"/>
            <p:cNvSpPr txBox="1">
              <a:spLocks noChangeArrowheads="1"/>
            </p:cNvSpPr>
            <p:nvPr/>
          </p:nvSpPr>
          <p:spPr bwMode="auto">
            <a:xfrm>
              <a:off x="4343" y="1016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6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9" name="Oval 11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0" name="Oval 12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1" name="Text Box 13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2" name="Text Box 14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3" name="Line 15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Line 16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Line 18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Line 19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Text Box 20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58" name="Text Box 21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59" name="Text Box 22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0" name="Text Box 23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1" name="Oval 25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2" name="Oval 26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3" name="Oval 27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4" name="Oval 28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5" name="Oval 29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6" name="Oval 30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7" name="Text Box 31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32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9" name="Text Box 33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78" name="Text Box 40"/>
          <p:cNvSpPr txBox="1">
            <a:spLocks noChangeArrowheads="1"/>
          </p:cNvSpPr>
          <p:nvPr/>
        </p:nvSpPr>
        <p:spPr bwMode="auto">
          <a:xfrm>
            <a:off x="480021" y="2490420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07" name="Group 33"/>
          <p:cNvGrpSpPr/>
          <p:nvPr/>
        </p:nvGrpSpPr>
        <p:grpSpPr bwMode="auto">
          <a:xfrm>
            <a:off x="9186465" y="4581351"/>
            <a:ext cx="620712" cy="1963737"/>
            <a:chOff x="2075" y="2804"/>
            <a:chExt cx="391" cy="1237"/>
          </a:xfrm>
        </p:grpSpPr>
        <p:sp>
          <p:nvSpPr>
            <p:cNvPr id="108" name="Line 34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Line 35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</p:grpSp>
      <p:grpSp>
        <p:nvGrpSpPr>
          <p:cNvPr id="110" name="Group 36"/>
          <p:cNvGrpSpPr/>
          <p:nvPr/>
        </p:nvGrpSpPr>
        <p:grpSpPr bwMode="auto">
          <a:xfrm>
            <a:off x="9792890" y="5325888"/>
            <a:ext cx="1812925" cy="519113"/>
            <a:chOff x="2457" y="3273"/>
            <a:chExt cx="1142" cy="327"/>
          </a:xfrm>
        </p:grpSpPr>
        <p:sp>
          <p:nvSpPr>
            <p:cNvPr id="111" name="Line 37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112" name="Object 38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36" name="Equation" r:id="rId1" imgW="5181600" imgH="5791200" progId="Equation.DSMT4">
                    <p:embed/>
                  </p:oleObj>
                </mc:Choice>
                <mc:Fallback>
                  <p:oleObj name="Equation" r:id="rId1" imgW="5181600" imgH="5791200" progId="Equation.DSMT4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3" name="Line 39"/>
          <p:cNvSpPr>
            <a:spLocks noChangeShapeType="1"/>
          </p:cNvSpPr>
          <p:nvPr/>
        </p:nvSpPr>
        <p:spPr bwMode="auto">
          <a:xfrm flipV="1">
            <a:off x="11058127" y="4581351"/>
            <a:ext cx="614363" cy="9858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14" name="Line 40"/>
          <p:cNvSpPr>
            <a:spLocks noChangeShapeType="1"/>
          </p:cNvSpPr>
          <p:nvPr/>
        </p:nvSpPr>
        <p:spPr bwMode="auto">
          <a:xfrm flipV="1">
            <a:off x="9792890" y="4587701"/>
            <a:ext cx="1871662" cy="985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15" name="Object 41"/>
          <p:cNvGraphicFramePr>
            <a:graphicFrameLocks noChangeAspect="1"/>
          </p:cNvGraphicFramePr>
          <p:nvPr/>
        </p:nvGraphicFramePr>
        <p:xfrm>
          <a:off x="11112053" y="4019030"/>
          <a:ext cx="615950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37" name="Equation" r:id="rId3" imgW="6705600" imgH="5791200" progId="Equation.DSMT4">
                  <p:embed/>
                </p:oleObj>
              </mc:Choice>
              <mc:Fallback>
                <p:oleObj name="Equation" r:id="rId3" imgW="6705600" imgH="5791200" progId="Equation.DSMT4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12053" y="4019030"/>
                        <a:ext cx="615950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6" name="Group 53"/>
          <p:cNvGrpSpPr/>
          <p:nvPr/>
        </p:nvGrpSpPr>
        <p:grpSpPr bwMode="auto">
          <a:xfrm>
            <a:off x="8634017" y="4227338"/>
            <a:ext cx="530226" cy="2586038"/>
            <a:chOff x="1911" y="2357"/>
            <a:chExt cx="334" cy="1629"/>
          </a:xfrm>
        </p:grpSpPr>
        <p:graphicFrame>
          <p:nvGraphicFramePr>
            <p:cNvPr id="117" name="Object 50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38" name="Equation" r:id="rId5" imgW="5181600" imgH="5791200" progId="Equation.DSMT4">
                    <p:embed/>
                  </p:oleObj>
                </mc:Choice>
                <mc:Fallback>
                  <p:oleObj name="Equation" r:id="rId5" imgW="5181600" imgH="5791200" progId="Equation.DSMT4">
                    <p:embed/>
                    <p:pic>
                      <p:nvPicPr>
                        <p:cNvPr id="0" name="Object 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8" name="Object 52"/>
            <p:cNvGraphicFramePr>
              <a:graphicFrameLocks noChangeAspect="1"/>
            </p:cNvGraphicFramePr>
            <p:nvPr/>
          </p:nvGraphicFramePr>
          <p:xfrm>
            <a:off x="1911" y="2357"/>
            <a:ext cx="334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39" name="Equation" r:id="rId7" imgW="5791200" imgH="5791200" progId="Equation.DSMT4">
                    <p:embed/>
                  </p:oleObj>
                </mc:Choice>
                <mc:Fallback>
                  <p:oleObj name="Equation" r:id="rId7" imgW="5791200" imgH="5791200" progId="Equation.DSMT4">
                    <p:embed/>
                    <p:pic>
                      <p:nvPicPr>
                        <p:cNvPr id="0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1" y="2357"/>
                          <a:ext cx="334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19" name="Object 54"/>
          <p:cNvGraphicFramePr>
            <a:graphicFrameLocks noChangeAspect="1"/>
          </p:cNvGraphicFramePr>
          <p:nvPr/>
        </p:nvGraphicFramePr>
        <p:xfrm>
          <a:off x="1410791" y="2564904"/>
          <a:ext cx="2193925" cy="420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0" name="Equation" r:id="rId9" imgW="25298400" imgH="4876800" progId="Equation.DSMT4">
                  <p:embed/>
                </p:oleObj>
              </mc:Choice>
              <mc:Fallback>
                <p:oleObj name="Equation" r:id="rId9" imgW="25298400" imgH="4876800" progId="Equation.DSMT4">
                  <p:embed/>
                  <p:pic>
                    <p:nvPicPr>
                      <p:cNvPr id="0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0791" y="2564904"/>
                        <a:ext cx="2193925" cy="420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0" name="Object 55"/>
          <p:cNvGraphicFramePr>
            <a:graphicFrameLocks noChangeAspect="1"/>
          </p:cNvGraphicFramePr>
          <p:nvPr/>
        </p:nvGraphicFramePr>
        <p:xfrm>
          <a:off x="1404152" y="3029465"/>
          <a:ext cx="3394075" cy="417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1" name="Equation" r:id="rId11" imgW="39014400" imgH="4876800" progId="Equation.DSMT4">
                  <p:embed/>
                </p:oleObj>
              </mc:Choice>
              <mc:Fallback>
                <p:oleObj name="Equation" r:id="rId11" imgW="39014400" imgH="487680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4152" y="3029465"/>
                        <a:ext cx="3394075" cy="417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1" name="Line 56"/>
          <p:cNvSpPr>
            <a:spLocks noChangeShapeType="1"/>
          </p:cNvSpPr>
          <p:nvPr/>
        </p:nvSpPr>
        <p:spPr bwMode="auto">
          <a:xfrm>
            <a:off x="9807177" y="5568776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22" name="Object 58"/>
          <p:cNvGraphicFramePr>
            <a:graphicFrameLocks noChangeAspect="1"/>
          </p:cNvGraphicFramePr>
          <p:nvPr/>
        </p:nvGraphicFramePr>
        <p:xfrm>
          <a:off x="10397678" y="5882755"/>
          <a:ext cx="392112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2" name="Equation" r:id="rId13" imgW="4267200" imgH="5791200" progId="Equation.DSMT4">
                  <p:embed/>
                </p:oleObj>
              </mc:Choice>
              <mc:Fallback>
                <p:oleObj name="Equation" r:id="rId13" imgW="4267200" imgH="5791200" progId="Equation.DSMT4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397678" y="5882755"/>
                        <a:ext cx="392112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3" name="Object 59"/>
          <p:cNvGraphicFramePr>
            <a:graphicFrameLocks noChangeAspect="1"/>
          </p:cNvGraphicFramePr>
          <p:nvPr/>
        </p:nvGraphicFramePr>
        <p:xfrm>
          <a:off x="1393677" y="4875907"/>
          <a:ext cx="1677987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3" name="Equation" r:id="rId15" imgW="18288000" imgH="5486400" progId="Equation.DSMT4">
                  <p:embed/>
                </p:oleObj>
              </mc:Choice>
              <mc:Fallback>
                <p:oleObj name="Equation" r:id="rId15" imgW="18288000" imgH="548640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93677" y="4875907"/>
                        <a:ext cx="1677987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4" name="Group 63"/>
          <p:cNvGrpSpPr/>
          <p:nvPr/>
        </p:nvGrpSpPr>
        <p:grpSpPr bwMode="auto">
          <a:xfrm>
            <a:off x="10188177" y="5197305"/>
            <a:ext cx="766763" cy="461963"/>
            <a:chOff x="2206" y="2698"/>
            <a:chExt cx="483" cy="291"/>
          </a:xfrm>
        </p:grpSpPr>
        <p:sp>
          <p:nvSpPr>
            <p:cNvPr id="125" name="Freeform 61"/>
            <p:cNvSpPr/>
            <p:nvPr/>
          </p:nvSpPr>
          <p:spPr bwMode="auto">
            <a:xfrm>
              <a:off x="2206" y="2791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26" name="Text Box 62"/>
            <p:cNvSpPr txBox="1">
              <a:spLocks noChangeArrowheads="1"/>
            </p:cNvSpPr>
            <p:nvPr/>
          </p:nvSpPr>
          <p:spPr bwMode="auto">
            <a:xfrm>
              <a:off x="2254" y="2698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grpSp>
        <p:nvGrpSpPr>
          <p:cNvPr id="127" name="Group 67"/>
          <p:cNvGrpSpPr/>
          <p:nvPr/>
        </p:nvGrpSpPr>
        <p:grpSpPr bwMode="auto">
          <a:xfrm>
            <a:off x="10167542" y="5484643"/>
            <a:ext cx="758826" cy="461963"/>
            <a:chOff x="2175" y="2879"/>
            <a:chExt cx="478" cy="291"/>
          </a:xfrm>
        </p:grpSpPr>
        <p:sp>
          <p:nvSpPr>
            <p:cNvPr id="128" name="Freeform 65"/>
            <p:cNvSpPr/>
            <p:nvPr/>
          </p:nvSpPr>
          <p:spPr bwMode="auto">
            <a:xfrm flipV="1">
              <a:off x="2175" y="2931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29" name="Text Box 66"/>
            <p:cNvSpPr txBox="1">
              <a:spLocks noChangeArrowheads="1"/>
            </p:cNvSpPr>
            <p:nvPr/>
          </p:nvSpPr>
          <p:spPr bwMode="auto">
            <a:xfrm>
              <a:off x="2218" y="2879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130" name="Object 70"/>
          <p:cNvGraphicFramePr>
            <a:graphicFrameLocks noChangeAspect="1"/>
          </p:cNvGraphicFramePr>
          <p:nvPr/>
        </p:nvGraphicFramePr>
        <p:xfrm>
          <a:off x="1419523" y="6249243"/>
          <a:ext cx="1508125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4" name="Equation" r:id="rId17" imgW="16459200" imgH="5486400" progId="Equation.DSMT4">
                  <p:embed/>
                </p:oleObj>
              </mc:Choice>
              <mc:Fallback>
                <p:oleObj name="Equation" r:id="rId17" imgW="16459200" imgH="5486400" progId="Equation.DSMT4">
                  <p:embed/>
                  <p:pic>
                    <p:nvPicPr>
                      <p:cNvPr id="0" name="Object 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9523" y="6249243"/>
                        <a:ext cx="1508125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1" name="Line 71"/>
          <p:cNvSpPr>
            <a:spLocks noChangeShapeType="1"/>
          </p:cNvSpPr>
          <p:nvPr/>
        </p:nvSpPr>
        <p:spPr bwMode="auto">
          <a:xfrm rot="14540244">
            <a:off x="8886428" y="4017788"/>
            <a:ext cx="1871662" cy="985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32" name="Object 79"/>
          <p:cNvGraphicFramePr>
            <a:graphicFrameLocks noChangeAspect="1"/>
          </p:cNvGraphicFramePr>
          <p:nvPr/>
        </p:nvGraphicFramePr>
        <p:xfrm>
          <a:off x="9911903" y="3418955"/>
          <a:ext cx="642937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5" name="Equation" r:id="rId19" imgW="7010400" imgH="5791200" progId="Equation.DSMT4">
                  <p:embed/>
                </p:oleObj>
              </mc:Choice>
              <mc:Fallback>
                <p:oleObj name="Equation" r:id="rId19" imgW="7010400" imgH="5791200" progId="Equation.DSMT4">
                  <p:embed/>
                  <p:pic>
                    <p:nvPicPr>
                      <p:cNvPr id="0" name="Object 7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911903" y="3418955"/>
                        <a:ext cx="642937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3" name="Line 80"/>
          <p:cNvSpPr>
            <a:spLocks noChangeShapeType="1"/>
          </p:cNvSpPr>
          <p:nvPr/>
        </p:nvSpPr>
        <p:spPr bwMode="auto">
          <a:xfrm rot="18179756" flipV="1">
            <a:off x="9495234" y="4947269"/>
            <a:ext cx="646112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34" name="Object 81"/>
          <p:cNvGraphicFramePr>
            <a:graphicFrameLocks noChangeAspect="1"/>
          </p:cNvGraphicFramePr>
          <p:nvPr/>
        </p:nvGraphicFramePr>
        <p:xfrm>
          <a:off x="9875390" y="4471467"/>
          <a:ext cx="446088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4346" name="Equation" r:id="rId21" imgW="4876800" imgH="5791200" progId="Equation.DSMT4">
                  <p:embed/>
                </p:oleObj>
              </mc:Choice>
              <mc:Fallback>
                <p:oleObj name="Equation" r:id="rId21" imgW="4876800" imgH="5791200" progId="Equation.DSMT4">
                  <p:embed/>
                  <p:pic>
                    <p:nvPicPr>
                      <p:cNvPr id="0" name="Object 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75390" y="4471467"/>
                        <a:ext cx="446088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5" name="Group 85"/>
          <p:cNvGrpSpPr/>
          <p:nvPr/>
        </p:nvGrpSpPr>
        <p:grpSpPr bwMode="auto">
          <a:xfrm>
            <a:off x="9267428" y="4448003"/>
            <a:ext cx="690563" cy="788988"/>
            <a:chOff x="1626" y="2226"/>
            <a:chExt cx="435" cy="497"/>
          </a:xfrm>
        </p:grpSpPr>
        <p:sp>
          <p:nvSpPr>
            <p:cNvPr id="136" name="Freeform 83"/>
            <p:cNvSpPr/>
            <p:nvPr/>
          </p:nvSpPr>
          <p:spPr bwMode="auto">
            <a:xfrm rot="5400000" flipH="1" flipV="1">
              <a:off x="1880" y="2618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37" name="Text Box 84"/>
            <p:cNvSpPr txBox="1">
              <a:spLocks noChangeArrowheads="1"/>
            </p:cNvSpPr>
            <p:nvPr/>
          </p:nvSpPr>
          <p:spPr bwMode="auto">
            <a:xfrm>
              <a:off x="1626" y="2226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sp>
        <p:nvSpPr>
          <p:cNvPr id="138" name="圆角矩形 137"/>
          <p:cNvSpPr/>
          <p:nvPr/>
        </p:nvSpPr>
        <p:spPr bwMode="auto">
          <a:xfrm>
            <a:off x="10848528" y="1976054"/>
            <a:ext cx="783426" cy="372826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39" name="圆角矩形 138"/>
          <p:cNvSpPr/>
          <p:nvPr/>
        </p:nvSpPr>
        <p:spPr bwMode="auto">
          <a:xfrm rot="8640000">
            <a:off x="9685276" y="1089203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40" name="矩形 139"/>
          <p:cNvSpPr/>
          <p:nvPr/>
        </p:nvSpPr>
        <p:spPr bwMode="auto">
          <a:xfrm>
            <a:off x="9517747" y="1236508"/>
            <a:ext cx="834098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cxnSp>
        <p:nvCxnSpPr>
          <p:cNvPr id="141" name="直接连接符 140"/>
          <p:cNvCxnSpPr/>
          <p:nvPr/>
        </p:nvCxnSpPr>
        <p:spPr bwMode="auto">
          <a:xfrm flipV="1">
            <a:off x="1438118" y="2408534"/>
            <a:ext cx="1293663" cy="740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42" name="组合 141"/>
          <p:cNvGrpSpPr/>
          <p:nvPr/>
        </p:nvGrpSpPr>
        <p:grpSpPr>
          <a:xfrm>
            <a:off x="1358563" y="4200093"/>
            <a:ext cx="4540777" cy="599273"/>
            <a:chOff x="1336144" y="6560125"/>
            <a:chExt cx="4540777" cy="599273"/>
          </a:xfrm>
        </p:grpSpPr>
        <p:graphicFrame>
          <p:nvGraphicFramePr>
            <p:cNvPr id="143" name="Object 42"/>
            <p:cNvGraphicFramePr>
              <a:graphicFrameLocks noChangeAspect="1"/>
            </p:cNvGraphicFramePr>
            <p:nvPr/>
          </p:nvGraphicFramePr>
          <p:xfrm>
            <a:off x="2206905" y="6651358"/>
            <a:ext cx="555625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47" name="Equation" r:id="rId23" imgW="7010400" imgH="5791200" progId="Equation.DSMT4">
                    <p:embed/>
                  </p:oleObj>
                </mc:Choice>
                <mc:Fallback>
                  <p:oleObj name="Equation" r:id="rId23" imgW="70104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06905" y="6651358"/>
                          <a:ext cx="555625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4" name="Object 41"/>
            <p:cNvGraphicFramePr>
              <a:graphicFrameLocks noChangeAspect="1"/>
            </p:cNvGraphicFramePr>
            <p:nvPr/>
          </p:nvGraphicFramePr>
          <p:xfrm>
            <a:off x="3102342" y="6677286"/>
            <a:ext cx="392723" cy="4821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48" name="Equation" r:id="rId25" imgW="4572000" imgH="5791200" progId="Equation.DSMT4">
                    <p:embed/>
                  </p:oleObj>
                </mc:Choice>
                <mc:Fallback>
                  <p:oleObj name="Equation" r:id="rId25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02342" y="6677286"/>
                          <a:ext cx="392723" cy="48211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5" name="Rectangle 43"/>
            <p:cNvSpPr>
              <a:spLocks noChangeArrowheads="1"/>
            </p:cNvSpPr>
            <p:nvPr/>
          </p:nvSpPr>
          <p:spPr bwMode="auto">
            <a:xfrm>
              <a:off x="1336144" y="6560125"/>
              <a:ext cx="90601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ψ</a:t>
              </a:r>
              <a:r>
                <a:rPr kumimoji="0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146" name="Rectangle 44"/>
            <p:cNvSpPr>
              <a:spLocks noChangeArrowheads="1"/>
            </p:cNvSpPr>
            <p:nvPr/>
          </p:nvSpPr>
          <p:spPr bwMode="auto">
            <a:xfrm>
              <a:off x="2683242" y="6627463"/>
              <a:ext cx="545123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与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7" name="Rectangle 47"/>
            <p:cNvSpPr>
              <a:spLocks noChangeArrowheads="1"/>
            </p:cNvSpPr>
            <p:nvPr/>
          </p:nvSpPr>
          <p:spPr bwMode="auto">
            <a:xfrm>
              <a:off x="3347061" y="6630356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8" name="组合 147"/>
          <p:cNvGrpSpPr/>
          <p:nvPr/>
        </p:nvGrpSpPr>
        <p:grpSpPr>
          <a:xfrm>
            <a:off x="1354187" y="3537499"/>
            <a:ext cx="5893941" cy="558904"/>
            <a:chOff x="910207" y="5563811"/>
            <a:chExt cx="5893941" cy="558904"/>
          </a:xfrm>
        </p:grpSpPr>
        <p:graphicFrame>
          <p:nvGraphicFramePr>
            <p:cNvPr id="149" name="Object 42"/>
            <p:cNvGraphicFramePr>
              <a:graphicFrameLocks noChangeAspect="1"/>
            </p:cNvGraphicFramePr>
            <p:nvPr/>
          </p:nvGraphicFramePr>
          <p:xfrm>
            <a:off x="2727398" y="5625807"/>
            <a:ext cx="555625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49" name="Equation" r:id="rId27" imgW="7010400" imgH="5791200" progId="Equation.DSMT4">
                    <p:embed/>
                  </p:oleObj>
                </mc:Choice>
                <mc:Fallback>
                  <p:oleObj name="Equation" r:id="rId27" imgW="70104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27398" y="5625807"/>
                          <a:ext cx="555625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0" name="Object 41"/>
            <p:cNvGraphicFramePr>
              <a:graphicFrameLocks noChangeAspect="1"/>
            </p:cNvGraphicFramePr>
            <p:nvPr/>
          </p:nvGraphicFramePr>
          <p:xfrm>
            <a:off x="4739647" y="5640115"/>
            <a:ext cx="392113" cy="4826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50" name="Equation" r:id="rId29" imgW="4572000" imgH="5791200" progId="Equation.DSMT4">
                    <p:embed/>
                  </p:oleObj>
                </mc:Choice>
                <mc:Fallback>
                  <p:oleObj name="Equation" r:id="rId29" imgW="45720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39647" y="5640115"/>
                          <a:ext cx="392113" cy="482600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1" name="Rectangle 43"/>
            <p:cNvSpPr>
              <a:spLocks noChangeArrowheads="1"/>
            </p:cNvSpPr>
            <p:nvPr/>
          </p:nvSpPr>
          <p:spPr bwMode="auto">
            <a:xfrm>
              <a:off x="910207" y="5563811"/>
              <a:ext cx="183736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l-GR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φ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为相电压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152" name="Rectangle 44"/>
            <p:cNvSpPr>
              <a:spLocks noChangeArrowheads="1"/>
            </p:cNvSpPr>
            <p:nvPr/>
          </p:nvSpPr>
          <p:spPr bwMode="auto">
            <a:xfrm>
              <a:off x="3141879" y="5581818"/>
              <a:ext cx="1746798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与相电流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" name="Rectangle 47"/>
            <p:cNvSpPr>
              <a:spLocks noChangeArrowheads="1"/>
            </p:cNvSpPr>
            <p:nvPr/>
          </p:nvSpPr>
          <p:spPr bwMode="auto">
            <a:xfrm>
              <a:off x="5087011" y="5574098"/>
              <a:ext cx="171713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的相位差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54" name="圆角矩形 153"/>
          <p:cNvSpPr/>
          <p:nvPr/>
        </p:nvSpPr>
        <p:spPr bwMode="auto">
          <a:xfrm rot="12960000" flipV="1">
            <a:off x="9667014" y="1688510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55" name="矩形 154"/>
          <p:cNvSpPr/>
          <p:nvPr/>
        </p:nvSpPr>
        <p:spPr bwMode="auto">
          <a:xfrm>
            <a:off x="9517747" y="2425364"/>
            <a:ext cx="834098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cxnSp>
        <p:nvCxnSpPr>
          <p:cNvPr id="156" name="直接连接符 155"/>
          <p:cNvCxnSpPr/>
          <p:nvPr/>
        </p:nvCxnSpPr>
        <p:spPr bwMode="auto">
          <a:xfrm flipV="1">
            <a:off x="1391331" y="1364883"/>
            <a:ext cx="2213646" cy="570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57" name="组合 156"/>
          <p:cNvGrpSpPr/>
          <p:nvPr/>
        </p:nvGrpSpPr>
        <p:grpSpPr>
          <a:xfrm>
            <a:off x="1358563" y="5520702"/>
            <a:ext cx="4540777" cy="598487"/>
            <a:chOff x="1336144" y="6560125"/>
            <a:chExt cx="4540777" cy="598487"/>
          </a:xfrm>
        </p:grpSpPr>
        <p:graphicFrame>
          <p:nvGraphicFramePr>
            <p:cNvPr id="158" name="Object 42"/>
            <p:cNvGraphicFramePr>
              <a:graphicFrameLocks noChangeAspect="1"/>
            </p:cNvGraphicFramePr>
            <p:nvPr/>
          </p:nvGraphicFramePr>
          <p:xfrm>
            <a:off x="2182890" y="6650612"/>
            <a:ext cx="604837" cy="4587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51" name="Equation" r:id="rId31" imgW="7620000" imgH="5791200" progId="Equation.DSMT4">
                    <p:embed/>
                  </p:oleObj>
                </mc:Choice>
                <mc:Fallback>
                  <p:oleObj name="Equation" r:id="rId31" imgW="76200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82890" y="6650612"/>
                          <a:ext cx="604837" cy="4587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59" name="Object 41"/>
            <p:cNvGraphicFramePr>
              <a:graphicFrameLocks noChangeAspect="1"/>
            </p:cNvGraphicFramePr>
            <p:nvPr/>
          </p:nvGraphicFramePr>
          <p:xfrm>
            <a:off x="3076652" y="6677600"/>
            <a:ext cx="446088" cy="4810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352" name="Equation" r:id="rId33" imgW="5181600" imgH="5791200" progId="Equation.DSMT4">
                    <p:embed/>
                  </p:oleObj>
                </mc:Choice>
                <mc:Fallback>
                  <p:oleObj name="Equation" r:id="rId33" imgW="51816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76652" y="6677600"/>
                          <a:ext cx="446088" cy="481012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0" name="Rectangle 43"/>
            <p:cNvSpPr>
              <a:spLocks noChangeArrowheads="1"/>
            </p:cNvSpPr>
            <p:nvPr/>
          </p:nvSpPr>
          <p:spPr bwMode="auto">
            <a:xfrm>
              <a:off x="1336144" y="6560125"/>
              <a:ext cx="90601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ψ</a:t>
              </a:r>
              <a:r>
                <a:rPr kumimoji="0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2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为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sp>
          <p:nvSpPr>
            <p:cNvPr id="161" name="Rectangle 44"/>
            <p:cNvSpPr>
              <a:spLocks noChangeArrowheads="1"/>
            </p:cNvSpPr>
            <p:nvPr/>
          </p:nvSpPr>
          <p:spPr bwMode="auto">
            <a:xfrm>
              <a:off x="2683242" y="6627463"/>
              <a:ext cx="545123" cy="523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与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" name="Rectangle 47"/>
            <p:cNvSpPr>
              <a:spLocks noChangeArrowheads="1"/>
            </p:cNvSpPr>
            <p:nvPr/>
          </p:nvSpPr>
          <p:spPr bwMode="auto">
            <a:xfrm>
              <a:off x="3347061" y="6630356"/>
              <a:ext cx="252986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之间的相位差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cxnSp>
        <p:nvCxnSpPr>
          <p:cNvPr id="163" name="直接连接符 162"/>
          <p:cNvCxnSpPr/>
          <p:nvPr/>
        </p:nvCxnSpPr>
        <p:spPr bwMode="auto">
          <a:xfrm>
            <a:off x="5719583" y="1909395"/>
            <a:ext cx="1440160" cy="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3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8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7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1" presetClass="entr" presetSubtype="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500"/>
                            </p:stCondLst>
                            <p:childTnLst>
                              <p:par>
                                <p:cTn id="1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00"/>
                            </p:stCondLst>
                            <p:childTnLst>
                              <p:par>
                                <p:cTn id="1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8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" grpId="0" animBg="1"/>
      <p:bldP spid="138" grpId="1" animBg="1"/>
      <p:bldP spid="139" grpId="0" animBg="1"/>
      <p:bldP spid="140" grpId="0" animBg="1"/>
      <p:bldP spid="154" grpId="0" animBg="1"/>
      <p:bldP spid="155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12" name="Text Box 4"/>
          <p:cNvSpPr txBox="1">
            <a:spLocks noChangeArrowheads="1"/>
          </p:cNvSpPr>
          <p:nvPr/>
        </p:nvSpPr>
        <p:spPr bwMode="auto">
          <a:xfrm>
            <a:off x="479376" y="848445"/>
            <a:ext cx="7032724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对称三相电路，已知三相对称感性负载吸收的功率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P=2.5kW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，其功率因数为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0.866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，试求两个功率表的读数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42" name="Group 34"/>
          <p:cNvGrpSpPr/>
          <p:nvPr/>
        </p:nvGrpSpPr>
        <p:grpSpPr bwMode="auto">
          <a:xfrm>
            <a:off x="8426051" y="790208"/>
            <a:ext cx="3406775" cy="2357437"/>
            <a:chOff x="2817" y="772"/>
            <a:chExt cx="2146" cy="1485"/>
          </a:xfrm>
        </p:grpSpPr>
        <p:sp>
          <p:nvSpPr>
            <p:cNvPr id="43" name="Line 17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45" name="Text Box 6"/>
            <p:cNvSpPr txBox="1">
              <a:spLocks noChangeArrowheads="1"/>
            </p:cNvSpPr>
            <p:nvPr/>
          </p:nvSpPr>
          <p:spPr bwMode="auto">
            <a:xfrm>
              <a:off x="4343" y="1016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46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9" name="Oval 11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0" name="Oval 12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1" name="Text Box 13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2" name="Text Box 14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3" name="Line 15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Line 16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Line 18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Line 19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Text Box 20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58" name="Text Box 21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59" name="Text Box 22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0" name="Text Box 23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1" name="Oval 25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2" name="Oval 26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3" name="Oval 27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4" name="Oval 28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5" name="Oval 29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6" name="Oval 30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7" name="Text Box 31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32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9" name="Text Box 33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78" name="Text Box 40"/>
          <p:cNvSpPr txBox="1">
            <a:spLocks noChangeArrowheads="1"/>
          </p:cNvSpPr>
          <p:nvPr/>
        </p:nvSpPr>
        <p:spPr bwMode="auto">
          <a:xfrm>
            <a:off x="480021" y="2490420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07" name="Group 33"/>
          <p:cNvGrpSpPr/>
          <p:nvPr/>
        </p:nvGrpSpPr>
        <p:grpSpPr bwMode="auto">
          <a:xfrm>
            <a:off x="9186465" y="4581351"/>
            <a:ext cx="620712" cy="1963737"/>
            <a:chOff x="2075" y="2804"/>
            <a:chExt cx="391" cy="1237"/>
          </a:xfrm>
        </p:grpSpPr>
        <p:sp>
          <p:nvSpPr>
            <p:cNvPr id="108" name="Line 34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Line 35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</p:grpSp>
      <p:grpSp>
        <p:nvGrpSpPr>
          <p:cNvPr id="110" name="Group 36"/>
          <p:cNvGrpSpPr/>
          <p:nvPr/>
        </p:nvGrpSpPr>
        <p:grpSpPr bwMode="auto">
          <a:xfrm>
            <a:off x="9792890" y="5325888"/>
            <a:ext cx="1812925" cy="519113"/>
            <a:chOff x="2457" y="3273"/>
            <a:chExt cx="1142" cy="327"/>
          </a:xfrm>
        </p:grpSpPr>
        <p:sp>
          <p:nvSpPr>
            <p:cNvPr id="111" name="Line 37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112" name="Object 38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5287" name="Equation" r:id="rId1" imgW="5181600" imgH="5791200" progId="Equation.DSMT4">
                    <p:embed/>
                  </p:oleObj>
                </mc:Choice>
                <mc:Fallback>
                  <p:oleObj name="Equation" r:id="rId1" imgW="5181600" imgH="5791200" progId="Equation.DSMT4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3" name="Line 39"/>
          <p:cNvSpPr>
            <a:spLocks noChangeShapeType="1"/>
          </p:cNvSpPr>
          <p:nvPr/>
        </p:nvSpPr>
        <p:spPr bwMode="auto">
          <a:xfrm flipV="1">
            <a:off x="11058127" y="4581351"/>
            <a:ext cx="614363" cy="9858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14" name="Line 40"/>
          <p:cNvSpPr>
            <a:spLocks noChangeShapeType="1"/>
          </p:cNvSpPr>
          <p:nvPr/>
        </p:nvSpPr>
        <p:spPr bwMode="auto">
          <a:xfrm flipV="1">
            <a:off x="9792890" y="4587701"/>
            <a:ext cx="1871662" cy="985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15" name="Object 41"/>
          <p:cNvGraphicFramePr>
            <a:graphicFrameLocks noChangeAspect="1"/>
          </p:cNvGraphicFramePr>
          <p:nvPr/>
        </p:nvGraphicFramePr>
        <p:xfrm>
          <a:off x="11112053" y="4019030"/>
          <a:ext cx="615950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88" name="Equation" r:id="rId3" imgW="6705600" imgH="5791200" progId="Equation.DSMT4">
                  <p:embed/>
                </p:oleObj>
              </mc:Choice>
              <mc:Fallback>
                <p:oleObj name="Equation" r:id="rId3" imgW="6705600" imgH="5791200" progId="Equation.DSMT4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12053" y="4019030"/>
                        <a:ext cx="615950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6" name="Group 53"/>
          <p:cNvGrpSpPr/>
          <p:nvPr/>
        </p:nvGrpSpPr>
        <p:grpSpPr bwMode="auto">
          <a:xfrm>
            <a:off x="8634017" y="4227338"/>
            <a:ext cx="530226" cy="2586038"/>
            <a:chOff x="1911" y="2357"/>
            <a:chExt cx="334" cy="1629"/>
          </a:xfrm>
        </p:grpSpPr>
        <p:graphicFrame>
          <p:nvGraphicFramePr>
            <p:cNvPr id="117" name="Object 50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5289" name="Equation" r:id="rId5" imgW="5181600" imgH="5791200" progId="Equation.DSMT4">
                    <p:embed/>
                  </p:oleObj>
                </mc:Choice>
                <mc:Fallback>
                  <p:oleObj name="Equation" r:id="rId5" imgW="5181600" imgH="5791200" progId="Equation.DSMT4">
                    <p:embed/>
                    <p:pic>
                      <p:nvPicPr>
                        <p:cNvPr id="0" name="Object 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8" name="Object 52"/>
            <p:cNvGraphicFramePr>
              <a:graphicFrameLocks noChangeAspect="1"/>
            </p:cNvGraphicFramePr>
            <p:nvPr/>
          </p:nvGraphicFramePr>
          <p:xfrm>
            <a:off x="1911" y="2357"/>
            <a:ext cx="334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5290" name="Equation" r:id="rId7" imgW="5791200" imgH="5791200" progId="Equation.DSMT4">
                    <p:embed/>
                  </p:oleObj>
                </mc:Choice>
                <mc:Fallback>
                  <p:oleObj name="Equation" r:id="rId7" imgW="5791200" imgH="5791200" progId="Equation.DSMT4">
                    <p:embed/>
                    <p:pic>
                      <p:nvPicPr>
                        <p:cNvPr id="0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1" y="2357"/>
                          <a:ext cx="334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1" name="Line 56"/>
          <p:cNvSpPr>
            <a:spLocks noChangeShapeType="1"/>
          </p:cNvSpPr>
          <p:nvPr/>
        </p:nvSpPr>
        <p:spPr bwMode="auto">
          <a:xfrm>
            <a:off x="9807177" y="5568776"/>
            <a:ext cx="646113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22" name="Object 58"/>
          <p:cNvGraphicFramePr>
            <a:graphicFrameLocks noChangeAspect="1"/>
          </p:cNvGraphicFramePr>
          <p:nvPr/>
        </p:nvGraphicFramePr>
        <p:xfrm>
          <a:off x="10397678" y="5882755"/>
          <a:ext cx="392112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1" name="Equation" r:id="rId9" imgW="4267200" imgH="5791200" progId="Equation.DSMT4">
                  <p:embed/>
                </p:oleObj>
              </mc:Choice>
              <mc:Fallback>
                <p:oleObj name="Equation" r:id="rId9" imgW="4267200" imgH="5791200" progId="Equation.DSMT4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397678" y="5882755"/>
                        <a:ext cx="392112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4" name="Group 63"/>
          <p:cNvGrpSpPr/>
          <p:nvPr/>
        </p:nvGrpSpPr>
        <p:grpSpPr bwMode="auto">
          <a:xfrm>
            <a:off x="10188177" y="5197305"/>
            <a:ext cx="766763" cy="461963"/>
            <a:chOff x="2206" y="2698"/>
            <a:chExt cx="483" cy="291"/>
          </a:xfrm>
        </p:grpSpPr>
        <p:sp>
          <p:nvSpPr>
            <p:cNvPr id="125" name="Freeform 61"/>
            <p:cNvSpPr/>
            <p:nvPr/>
          </p:nvSpPr>
          <p:spPr bwMode="auto">
            <a:xfrm>
              <a:off x="2206" y="2791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26" name="Text Box 62"/>
            <p:cNvSpPr txBox="1">
              <a:spLocks noChangeArrowheads="1"/>
            </p:cNvSpPr>
            <p:nvPr/>
          </p:nvSpPr>
          <p:spPr bwMode="auto">
            <a:xfrm>
              <a:off x="2254" y="2698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grpSp>
        <p:nvGrpSpPr>
          <p:cNvPr id="127" name="Group 67"/>
          <p:cNvGrpSpPr/>
          <p:nvPr/>
        </p:nvGrpSpPr>
        <p:grpSpPr bwMode="auto">
          <a:xfrm>
            <a:off x="10167542" y="5484643"/>
            <a:ext cx="758826" cy="461963"/>
            <a:chOff x="2175" y="2879"/>
            <a:chExt cx="478" cy="291"/>
          </a:xfrm>
        </p:grpSpPr>
        <p:sp>
          <p:nvSpPr>
            <p:cNvPr id="128" name="Freeform 65"/>
            <p:cNvSpPr/>
            <p:nvPr/>
          </p:nvSpPr>
          <p:spPr bwMode="auto">
            <a:xfrm flipV="1">
              <a:off x="2175" y="2931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29" name="Text Box 66"/>
            <p:cNvSpPr txBox="1">
              <a:spLocks noChangeArrowheads="1"/>
            </p:cNvSpPr>
            <p:nvPr/>
          </p:nvSpPr>
          <p:spPr bwMode="auto">
            <a:xfrm>
              <a:off x="2218" y="2879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sp>
        <p:nvSpPr>
          <p:cNvPr id="131" name="Line 71"/>
          <p:cNvSpPr>
            <a:spLocks noChangeShapeType="1"/>
          </p:cNvSpPr>
          <p:nvPr/>
        </p:nvSpPr>
        <p:spPr bwMode="auto">
          <a:xfrm rot="14540244">
            <a:off x="8886428" y="4017788"/>
            <a:ext cx="1871662" cy="985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32" name="Object 79"/>
          <p:cNvGraphicFramePr>
            <a:graphicFrameLocks noChangeAspect="1"/>
          </p:cNvGraphicFramePr>
          <p:nvPr/>
        </p:nvGraphicFramePr>
        <p:xfrm>
          <a:off x="9911903" y="3418955"/>
          <a:ext cx="642937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2" name="Equation" r:id="rId11" imgW="7010400" imgH="5791200" progId="Equation.DSMT4">
                  <p:embed/>
                </p:oleObj>
              </mc:Choice>
              <mc:Fallback>
                <p:oleObj name="Equation" r:id="rId11" imgW="7010400" imgH="5791200" progId="Equation.DSMT4">
                  <p:embed/>
                  <p:pic>
                    <p:nvPicPr>
                      <p:cNvPr id="0" name="Object 7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911903" y="3418955"/>
                        <a:ext cx="642937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3" name="Line 80"/>
          <p:cNvSpPr>
            <a:spLocks noChangeShapeType="1"/>
          </p:cNvSpPr>
          <p:nvPr/>
        </p:nvSpPr>
        <p:spPr bwMode="auto">
          <a:xfrm rot="18179756" flipV="1">
            <a:off x="9495234" y="4947269"/>
            <a:ext cx="646112" cy="422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34" name="Object 81"/>
          <p:cNvGraphicFramePr>
            <a:graphicFrameLocks noChangeAspect="1"/>
          </p:cNvGraphicFramePr>
          <p:nvPr/>
        </p:nvGraphicFramePr>
        <p:xfrm>
          <a:off x="9875390" y="4471467"/>
          <a:ext cx="446088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3" name="Equation" r:id="rId13" imgW="4876800" imgH="5791200" progId="Equation.DSMT4">
                  <p:embed/>
                </p:oleObj>
              </mc:Choice>
              <mc:Fallback>
                <p:oleObj name="Equation" r:id="rId13" imgW="4876800" imgH="5791200" progId="Equation.DSMT4">
                  <p:embed/>
                  <p:pic>
                    <p:nvPicPr>
                      <p:cNvPr id="0" name="Object 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75390" y="4471467"/>
                        <a:ext cx="446088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5" name="Group 85"/>
          <p:cNvGrpSpPr/>
          <p:nvPr/>
        </p:nvGrpSpPr>
        <p:grpSpPr bwMode="auto">
          <a:xfrm>
            <a:off x="9267428" y="4448003"/>
            <a:ext cx="690563" cy="788988"/>
            <a:chOff x="1626" y="2226"/>
            <a:chExt cx="435" cy="497"/>
          </a:xfrm>
        </p:grpSpPr>
        <p:sp>
          <p:nvSpPr>
            <p:cNvPr id="136" name="Freeform 83"/>
            <p:cNvSpPr/>
            <p:nvPr/>
          </p:nvSpPr>
          <p:spPr bwMode="auto">
            <a:xfrm rot="5400000" flipH="1" flipV="1">
              <a:off x="1880" y="2618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37" name="Text Box 84"/>
            <p:cNvSpPr txBox="1">
              <a:spLocks noChangeArrowheads="1"/>
            </p:cNvSpPr>
            <p:nvPr/>
          </p:nvSpPr>
          <p:spPr bwMode="auto">
            <a:xfrm>
              <a:off x="1626" y="2226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sp>
        <p:nvSpPr>
          <p:cNvPr id="138" name="圆角矩形 137"/>
          <p:cNvSpPr/>
          <p:nvPr/>
        </p:nvSpPr>
        <p:spPr bwMode="auto">
          <a:xfrm>
            <a:off x="10848528" y="1976054"/>
            <a:ext cx="783426" cy="372826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39" name="圆角矩形 138"/>
          <p:cNvSpPr/>
          <p:nvPr/>
        </p:nvSpPr>
        <p:spPr bwMode="auto">
          <a:xfrm rot="8640000">
            <a:off x="9685276" y="1089203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40" name="矩形 139"/>
          <p:cNvSpPr/>
          <p:nvPr/>
        </p:nvSpPr>
        <p:spPr bwMode="auto">
          <a:xfrm>
            <a:off x="9517747" y="1236508"/>
            <a:ext cx="834098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cxnSp>
        <p:nvCxnSpPr>
          <p:cNvPr id="141" name="直接连接符 140"/>
          <p:cNvCxnSpPr/>
          <p:nvPr/>
        </p:nvCxnSpPr>
        <p:spPr bwMode="auto">
          <a:xfrm flipV="1">
            <a:off x="1438118" y="2408534"/>
            <a:ext cx="1293663" cy="740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54" name="圆角矩形 153"/>
          <p:cNvSpPr/>
          <p:nvPr/>
        </p:nvSpPr>
        <p:spPr bwMode="auto">
          <a:xfrm rot="12960000" flipV="1">
            <a:off x="9667014" y="1688510"/>
            <a:ext cx="337417" cy="1102163"/>
          </a:xfrm>
          <a:prstGeom prst="round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55" name="矩形 154"/>
          <p:cNvSpPr/>
          <p:nvPr/>
        </p:nvSpPr>
        <p:spPr bwMode="auto">
          <a:xfrm>
            <a:off x="9517747" y="2425364"/>
            <a:ext cx="834098" cy="28800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cxnSp>
        <p:nvCxnSpPr>
          <p:cNvPr id="156" name="直接连接符 155"/>
          <p:cNvCxnSpPr/>
          <p:nvPr/>
        </p:nvCxnSpPr>
        <p:spPr bwMode="auto">
          <a:xfrm flipV="1">
            <a:off x="1391331" y="1364883"/>
            <a:ext cx="2213646" cy="570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3" name="直接连接符 162"/>
          <p:cNvCxnSpPr/>
          <p:nvPr/>
        </p:nvCxnSpPr>
        <p:spPr bwMode="auto">
          <a:xfrm>
            <a:off x="5719583" y="1909395"/>
            <a:ext cx="1440160" cy="0"/>
          </a:xfrm>
          <a:prstGeom prst="line">
            <a:avLst/>
          </a:prstGeom>
          <a:solidFill>
            <a:srgbClr val="DDDDDD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90" name="Object 59"/>
          <p:cNvGraphicFramePr>
            <a:graphicFrameLocks noChangeAspect="1"/>
          </p:cNvGraphicFramePr>
          <p:nvPr/>
        </p:nvGraphicFramePr>
        <p:xfrm>
          <a:off x="1223619" y="2566458"/>
          <a:ext cx="1677987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4" name="Equation" r:id="rId15" imgW="18288000" imgH="5486400" progId="Equation.DSMT4">
                  <p:embed/>
                </p:oleObj>
              </mc:Choice>
              <mc:Fallback>
                <p:oleObj name="Equation" r:id="rId15" imgW="18288000" imgH="548640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3619" y="2566458"/>
                        <a:ext cx="1677987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1" name="Object 70"/>
          <p:cNvGraphicFramePr>
            <a:graphicFrameLocks noChangeAspect="1"/>
          </p:cNvGraphicFramePr>
          <p:nvPr/>
        </p:nvGraphicFramePr>
        <p:xfrm>
          <a:off x="1265730" y="5601171"/>
          <a:ext cx="1508125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5" name="Equation" r:id="rId17" imgW="16459200" imgH="5486400" progId="Equation.DSMT4">
                  <p:embed/>
                </p:oleObj>
              </mc:Choice>
              <mc:Fallback>
                <p:oleObj name="Equation" r:id="rId17" imgW="16459200" imgH="5486400" progId="Equation.DSMT4">
                  <p:embed/>
                  <p:pic>
                    <p:nvPicPr>
                      <p:cNvPr id="0" name="Object 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65730" y="5601171"/>
                        <a:ext cx="1508125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" name="Object 86"/>
          <p:cNvGraphicFramePr>
            <a:graphicFrameLocks noChangeAspect="1"/>
          </p:cNvGraphicFramePr>
          <p:nvPr/>
        </p:nvGraphicFramePr>
        <p:xfrm>
          <a:off x="1202532" y="3132236"/>
          <a:ext cx="2589212" cy="2312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6" name="Equation" r:id="rId19" imgW="29870400" imgH="26822400" progId="Equation.DSMT4">
                  <p:embed/>
                </p:oleObj>
              </mc:Choice>
              <mc:Fallback>
                <p:oleObj name="Equation" r:id="rId19" imgW="29870400" imgH="26822400" progId="Equation.DSMT4">
                  <p:embed/>
                  <p:pic>
                    <p:nvPicPr>
                      <p:cNvPr id="0" name="Object 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2532" y="3132236"/>
                        <a:ext cx="2589212" cy="23129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3" name="Object 87"/>
          <p:cNvGraphicFramePr>
            <a:graphicFrameLocks noChangeAspect="1"/>
          </p:cNvGraphicFramePr>
          <p:nvPr/>
        </p:nvGraphicFramePr>
        <p:xfrm>
          <a:off x="1265730" y="6210807"/>
          <a:ext cx="1698625" cy="471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5297" name="Equation" r:id="rId21" imgW="19507200" imgH="5486400" progId="Equation.DSMT4">
                  <p:embed/>
                </p:oleObj>
              </mc:Choice>
              <mc:Fallback>
                <p:oleObj name="Equation" r:id="rId21" imgW="19507200" imgH="5486400" progId="Equation.DSMT4">
                  <p:embed/>
                  <p:pic>
                    <p:nvPicPr>
                      <p:cNvPr id="0" name="Object 8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65730" y="6210807"/>
                        <a:ext cx="1698625" cy="471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Text Box 2"/>
          <p:cNvSpPr txBox="1">
            <a:spLocks noChangeArrowheads="1"/>
          </p:cNvSpPr>
          <p:nvPr/>
        </p:nvSpPr>
        <p:spPr bwMode="auto">
          <a:xfrm>
            <a:off x="479375" y="836712"/>
            <a:ext cx="7181501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图示对称三相电路，已知电源线电压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=380V,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两功率表读数分别为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=4kW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求负载的功率因数；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若负载为三角形联结，求其复阻抗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65636" name="Text Box 36"/>
          <p:cNvSpPr txBox="1">
            <a:spLocks noChangeArrowheads="1"/>
          </p:cNvSpPr>
          <p:nvPr/>
        </p:nvSpPr>
        <p:spPr bwMode="auto">
          <a:xfrm>
            <a:off x="1161058" y="2951722"/>
            <a:ext cx="11922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65" name="Group 3"/>
          <p:cNvGrpSpPr/>
          <p:nvPr/>
        </p:nvGrpSpPr>
        <p:grpSpPr bwMode="auto">
          <a:xfrm>
            <a:off x="8449865" y="831951"/>
            <a:ext cx="3406775" cy="2357437"/>
            <a:chOff x="2817" y="772"/>
            <a:chExt cx="2146" cy="1485"/>
          </a:xfrm>
        </p:grpSpPr>
        <p:sp>
          <p:nvSpPr>
            <p:cNvPr id="66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6"/>
            <p:cNvSpPr txBox="1">
              <a:spLocks noChangeArrowheads="1"/>
            </p:cNvSpPr>
            <p:nvPr/>
          </p:nvSpPr>
          <p:spPr bwMode="auto">
            <a:xfrm>
              <a:off x="4344" y="1011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3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4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5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7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2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3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4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5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6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7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8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9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0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1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2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3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94" name="Text Box 40"/>
          <p:cNvSpPr txBox="1">
            <a:spLocks noChangeArrowheads="1"/>
          </p:cNvSpPr>
          <p:nvPr/>
        </p:nvSpPr>
        <p:spPr bwMode="auto">
          <a:xfrm>
            <a:off x="479375" y="2920059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95" name="Object 31"/>
          <p:cNvGraphicFramePr>
            <a:graphicFrameLocks noChangeAspect="1"/>
          </p:cNvGraphicFramePr>
          <p:nvPr/>
        </p:nvGraphicFramePr>
        <p:xfrm>
          <a:off x="1214438" y="4071938"/>
          <a:ext cx="4173537" cy="1052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6185" name="Equation" r:id="rId1" imgW="48158400" imgH="12192000" progId="Equation.DSMT4">
                  <p:embed/>
                </p:oleObj>
              </mc:Choice>
              <mc:Fallback>
                <p:oleObj name="Equation" r:id="rId1" imgW="48158400" imgH="12192000" progId="Equation.DSMT4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4438" y="4071938"/>
                        <a:ext cx="4173537" cy="1052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6" name="Object 32"/>
          <p:cNvGraphicFramePr>
            <a:graphicFrameLocks noChangeAspect="1"/>
          </p:cNvGraphicFramePr>
          <p:nvPr/>
        </p:nvGraphicFramePr>
        <p:xfrm>
          <a:off x="1116013" y="5200650"/>
          <a:ext cx="4297362" cy="10461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6186" name="Equation" r:id="rId3" imgW="49377600" imgH="12192000" progId="Equation.DSMT4">
                  <p:embed/>
                </p:oleObj>
              </mc:Choice>
              <mc:Fallback>
                <p:oleObj name="Equation" r:id="rId3" imgW="49377600" imgH="12192000" progId="Equation.DSMT4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5200650"/>
                        <a:ext cx="4297362" cy="10461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7" name="Object 33"/>
          <p:cNvGraphicFramePr>
            <a:graphicFrameLocks noChangeAspect="1"/>
          </p:cNvGraphicFramePr>
          <p:nvPr/>
        </p:nvGraphicFramePr>
        <p:xfrm>
          <a:off x="1724025" y="3502025"/>
          <a:ext cx="3592513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6187" name="Equation" r:id="rId5" imgW="41452800" imgH="6096000" progId="Equation.DSMT4">
                  <p:embed/>
                </p:oleObj>
              </mc:Choice>
              <mc:Fallback>
                <p:oleObj name="Equation" r:id="rId5" imgW="41452800" imgH="60960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24025" y="3502025"/>
                        <a:ext cx="3592513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8" name="Oval 35"/>
          <p:cNvSpPr>
            <a:spLocks noChangeArrowheads="1"/>
          </p:cNvSpPr>
          <p:nvPr/>
        </p:nvSpPr>
        <p:spPr bwMode="auto">
          <a:xfrm>
            <a:off x="4929410" y="3342556"/>
            <a:ext cx="492125" cy="3136900"/>
          </a:xfrm>
          <a:prstGeom prst="ellipse">
            <a:avLst/>
          </a:prstGeom>
          <a:noFill/>
          <a:ln w="38100" algn="ctr">
            <a:solidFill>
              <a:srgbClr val="FF0000"/>
            </a:solidFill>
            <a:rou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65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5636" grpId="0"/>
      <p:bldP spid="94" grpId="0"/>
      <p:bldP spid="98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Text Box 2"/>
          <p:cNvSpPr txBox="1">
            <a:spLocks noChangeArrowheads="1"/>
          </p:cNvSpPr>
          <p:nvPr/>
        </p:nvSpPr>
        <p:spPr bwMode="auto">
          <a:xfrm>
            <a:off x="479375" y="836712"/>
            <a:ext cx="7181501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图示对称三相电路，已知电源线电压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=380V,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两功率表读数分别为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=4kW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求负载的功率因数；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若负载为三角形联结，求其复阻抗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65" name="Group 3"/>
          <p:cNvGrpSpPr/>
          <p:nvPr/>
        </p:nvGrpSpPr>
        <p:grpSpPr bwMode="auto">
          <a:xfrm>
            <a:off x="8449865" y="831951"/>
            <a:ext cx="3406775" cy="2357437"/>
            <a:chOff x="2817" y="772"/>
            <a:chExt cx="2146" cy="1485"/>
          </a:xfrm>
        </p:grpSpPr>
        <p:sp>
          <p:nvSpPr>
            <p:cNvPr id="66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6"/>
            <p:cNvSpPr txBox="1">
              <a:spLocks noChangeArrowheads="1"/>
            </p:cNvSpPr>
            <p:nvPr/>
          </p:nvSpPr>
          <p:spPr bwMode="auto">
            <a:xfrm>
              <a:off x="4344" y="1011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3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4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5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7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2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3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4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5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6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7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8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9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0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1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2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3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94" name="Text Box 40"/>
          <p:cNvSpPr txBox="1">
            <a:spLocks noChangeArrowheads="1"/>
          </p:cNvSpPr>
          <p:nvPr/>
        </p:nvSpPr>
        <p:spPr bwMode="auto">
          <a:xfrm>
            <a:off x="479375" y="2920059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00" name="Group 37"/>
          <p:cNvGrpSpPr/>
          <p:nvPr/>
        </p:nvGrpSpPr>
        <p:grpSpPr bwMode="auto">
          <a:xfrm>
            <a:off x="9130218" y="4436194"/>
            <a:ext cx="620712" cy="1963737"/>
            <a:chOff x="2075" y="2804"/>
            <a:chExt cx="391" cy="1237"/>
          </a:xfrm>
        </p:grpSpPr>
        <p:sp>
          <p:nvSpPr>
            <p:cNvPr id="101" name="Line 38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Line 39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</p:grpSp>
      <p:grpSp>
        <p:nvGrpSpPr>
          <p:cNvPr id="103" name="Group 40"/>
          <p:cNvGrpSpPr/>
          <p:nvPr/>
        </p:nvGrpSpPr>
        <p:grpSpPr bwMode="auto">
          <a:xfrm>
            <a:off x="9736643" y="5180731"/>
            <a:ext cx="1812925" cy="519113"/>
            <a:chOff x="2457" y="3273"/>
            <a:chExt cx="1142" cy="327"/>
          </a:xfrm>
        </p:grpSpPr>
        <p:sp>
          <p:nvSpPr>
            <p:cNvPr id="104" name="Line 41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105" name="Object 42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7366" name="Equation" r:id="rId1" imgW="5181600" imgH="5791200" progId="Equation.DSMT4">
                    <p:embed/>
                  </p:oleObj>
                </mc:Choice>
                <mc:Fallback>
                  <p:oleObj name="Equation" r:id="rId1" imgW="5181600" imgH="5791200" progId="Equation.DSMT4">
                    <p:embed/>
                    <p:pic>
                      <p:nvPicPr>
                        <p:cNvPr id="0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6" name="Line 43"/>
          <p:cNvSpPr>
            <a:spLocks noChangeShapeType="1"/>
          </p:cNvSpPr>
          <p:nvPr/>
        </p:nvSpPr>
        <p:spPr bwMode="auto">
          <a:xfrm flipV="1">
            <a:off x="11001880" y="4436194"/>
            <a:ext cx="614363" cy="9858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07" name="Line 44"/>
          <p:cNvSpPr>
            <a:spLocks noChangeShapeType="1"/>
          </p:cNvSpPr>
          <p:nvPr/>
        </p:nvSpPr>
        <p:spPr bwMode="auto">
          <a:xfrm flipV="1">
            <a:off x="9736643" y="4442544"/>
            <a:ext cx="1871662" cy="985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08" name="Object 45"/>
          <p:cNvGraphicFramePr>
            <a:graphicFrameLocks noChangeAspect="1"/>
          </p:cNvGraphicFramePr>
          <p:nvPr/>
        </p:nvGraphicFramePr>
        <p:xfrm>
          <a:off x="11055534" y="3873500"/>
          <a:ext cx="615950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67" name="Equation" r:id="rId3" imgW="6705600" imgH="5791200" progId="Equation.DSMT4">
                  <p:embed/>
                </p:oleObj>
              </mc:Choice>
              <mc:Fallback>
                <p:oleObj name="Equation" r:id="rId3" imgW="6705600" imgH="5791200" progId="Equation.DSMT4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055534" y="3873500"/>
                        <a:ext cx="615950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9" name="Group 46"/>
          <p:cNvGrpSpPr/>
          <p:nvPr/>
        </p:nvGrpSpPr>
        <p:grpSpPr bwMode="auto">
          <a:xfrm>
            <a:off x="8576180" y="3939306"/>
            <a:ext cx="531813" cy="2586038"/>
            <a:chOff x="1910" y="2357"/>
            <a:chExt cx="335" cy="1629"/>
          </a:xfrm>
        </p:grpSpPr>
        <p:graphicFrame>
          <p:nvGraphicFramePr>
            <p:cNvPr id="110" name="Object 47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7368" name="Equation" r:id="rId5" imgW="5181600" imgH="5791200" progId="Equation.DSMT4">
                    <p:embed/>
                  </p:oleObj>
                </mc:Choice>
                <mc:Fallback>
                  <p:oleObj name="Equation" r:id="rId5" imgW="5181600" imgH="5791200" progId="Equation.DSMT4">
                    <p:embed/>
                    <p:pic>
                      <p:nvPicPr>
                        <p:cNvPr id="0" name="Object 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1" name="Object 48"/>
            <p:cNvGraphicFramePr>
              <a:graphicFrameLocks noChangeAspect="1"/>
            </p:cNvGraphicFramePr>
            <p:nvPr/>
          </p:nvGraphicFramePr>
          <p:xfrm>
            <a:off x="1910" y="2357"/>
            <a:ext cx="335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7369" name="Equation" r:id="rId7" imgW="5791200" imgH="5791200" progId="Equation.DSMT4">
                    <p:embed/>
                  </p:oleObj>
                </mc:Choice>
                <mc:Fallback>
                  <p:oleObj name="Equation" r:id="rId7" imgW="5791200" imgH="5791200" progId="Equation.DSMT4">
                    <p:embed/>
                    <p:pic>
                      <p:nvPicPr>
                        <p:cNvPr id="0" name="Object 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0" y="2357"/>
                          <a:ext cx="335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2" name="Line 49"/>
          <p:cNvSpPr>
            <a:spLocks noChangeShapeType="1"/>
          </p:cNvSpPr>
          <p:nvPr/>
        </p:nvSpPr>
        <p:spPr bwMode="auto">
          <a:xfrm>
            <a:off x="9750930" y="5423619"/>
            <a:ext cx="487363" cy="4937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13" name="Object 50"/>
          <p:cNvGraphicFramePr>
            <a:graphicFrameLocks noChangeAspect="1"/>
          </p:cNvGraphicFramePr>
          <p:nvPr/>
        </p:nvGraphicFramePr>
        <p:xfrm>
          <a:off x="10257021" y="5773738"/>
          <a:ext cx="390525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0" name="Equation" r:id="rId9" imgW="4267200" imgH="5791200" progId="Equation.DSMT4">
                  <p:embed/>
                </p:oleObj>
              </mc:Choice>
              <mc:Fallback>
                <p:oleObj name="Equation" r:id="rId9" imgW="4267200" imgH="579120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57021" y="5773738"/>
                        <a:ext cx="390525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4" name="Group 51"/>
          <p:cNvGrpSpPr/>
          <p:nvPr/>
        </p:nvGrpSpPr>
        <p:grpSpPr bwMode="auto">
          <a:xfrm>
            <a:off x="10131932" y="5052148"/>
            <a:ext cx="768351" cy="461963"/>
            <a:chOff x="2206" y="2698"/>
            <a:chExt cx="484" cy="291"/>
          </a:xfrm>
        </p:grpSpPr>
        <p:sp>
          <p:nvSpPr>
            <p:cNvPr id="115" name="Freeform 52"/>
            <p:cNvSpPr/>
            <p:nvPr/>
          </p:nvSpPr>
          <p:spPr bwMode="auto">
            <a:xfrm>
              <a:off x="2206" y="2791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16" name="Text Box 53"/>
            <p:cNvSpPr txBox="1">
              <a:spLocks noChangeArrowheads="1"/>
            </p:cNvSpPr>
            <p:nvPr/>
          </p:nvSpPr>
          <p:spPr bwMode="auto">
            <a:xfrm>
              <a:off x="2255" y="2698"/>
              <a:ext cx="435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30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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grpSp>
        <p:nvGrpSpPr>
          <p:cNvPr id="117" name="Group 54"/>
          <p:cNvGrpSpPr/>
          <p:nvPr/>
        </p:nvGrpSpPr>
        <p:grpSpPr bwMode="auto">
          <a:xfrm>
            <a:off x="10078962" y="5308738"/>
            <a:ext cx="461404" cy="523401"/>
            <a:chOff x="2175" y="2866"/>
            <a:chExt cx="439" cy="253"/>
          </a:xfrm>
        </p:grpSpPr>
        <p:sp>
          <p:nvSpPr>
            <p:cNvPr id="118" name="Freeform 55"/>
            <p:cNvSpPr/>
            <p:nvPr/>
          </p:nvSpPr>
          <p:spPr bwMode="auto">
            <a:xfrm flipV="1">
              <a:off x="2175" y="2931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19" name="Text Box 56"/>
            <p:cNvSpPr txBox="1">
              <a:spLocks noChangeArrowheads="1"/>
            </p:cNvSpPr>
            <p:nvPr/>
          </p:nvSpPr>
          <p:spPr bwMode="auto">
            <a:xfrm>
              <a:off x="2179" y="2866"/>
              <a:ext cx="435" cy="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</a:t>
              </a:r>
              <a:endPara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sp>
        <p:nvSpPr>
          <p:cNvPr id="120" name="Line 59"/>
          <p:cNvSpPr>
            <a:spLocks noChangeShapeType="1"/>
          </p:cNvSpPr>
          <p:nvPr/>
        </p:nvSpPr>
        <p:spPr bwMode="auto">
          <a:xfrm rot="14540244">
            <a:off x="8830181" y="3872631"/>
            <a:ext cx="1871662" cy="985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21" name="Object 66"/>
          <p:cNvGraphicFramePr>
            <a:graphicFrameLocks noChangeAspect="1"/>
          </p:cNvGraphicFramePr>
          <p:nvPr/>
        </p:nvGraphicFramePr>
        <p:xfrm>
          <a:off x="9841096" y="3330575"/>
          <a:ext cx="642938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1" name="Equation" r:id="rId11" imgW="7010400" imgH="5791200" progId="Equation.DSMT4">
                  <p:embed/>
                </p:oleObj>
              </mc:Choice>
              <mc:Fallback>
                <p:oleObj name="Equation" r:id="rId11" imgW="7010400" imgH="5791200" progId="Equation.DSMT4">
                  <p:embed/>
                  <p:pic>
                    <p:nvPicPr>
                      <p:cNvPr id="0" name="Object 6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41096" y="3330575"/>
                        <a:ext cx="642938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2" name="Line 67"/>
          <p:cNvSpPr>
            <a:spLocks noChangeShapeType="1"/>
          </p:cNvSpPr>
          <p:nvPr/>
        </p:nvSpPr>
        <p:spPr bwMode="auto">
          <a:xfrm rot="18179756" flipV="1">
            <a:off x="9488199" y="4895775"/>
            <a:ext cx="746125" cy="2460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23" name="Object 68"/>
          <p:cNvGraphicFramePr>
            <a:graphicFrameLocks noChangeAspect="1"/>
          </p:cNvGraphicFramePr>
          <p:nvPr/>
        </p:nvGraphicFramePr>
        <p:xfrm>
          <a:off x="9963334" y="4254500"/>
          <a:ext cx="446087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2" name="Equation" r:id="rId13" imgW="4876800" imgH="5791200" progId="Equation.DSMT4">
                  <p:embed/>
                </p:oleObj>
              </mc:Choice>
              <mc:Fallback>
                <p:oleObj name="Equation" r:id="rId13" imgW="4876800" imgH="5791200" progId="Equation.DSMT4">
                  <p:embed/>
                  <p:pic>
                    <p:nvPicPr>
                      <p:cNvPr id="0" name="Object 6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963334" y="4254500"/>
                        <a:ext cx="446087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4" name="Group 69"/>
          <p:cNvGrpSpPr/>
          <p:nvPr/>
        </p:nvGrpSpPr>
        <p:grpSpPr bwMode="auto">
          <a:xfrm>
            <a:off x="9373062" y="4380632"/>
            <a:ext cx="803383" cy="711200"/>
            <a:chOff x="1740" y="2275"/>
            <a:chExt cx="435" cy="448"/>
          </a:xfrm>
        </p:grpSpPr>
        <p:sp>
          <p:nvSpPr>
            <p:cNvPr id="125" name="Freeform 70"/>
            <p:cNvSpPr/>
            <p:nvPr/>
          </p:nvSpPr>
          <p:spPr bwMode="auto">
            <a:xfrm rot="5400000" flipH="1" flipV="1">
              <a:off x="1880" y="2618"/>
              <a:ext cx="68" cy="142"/>
            </a:xfrm>
            <a:custGeom>
              <a:avLst/>
              <a:gdLst>
                <a:gd name="T0" fmla="*/ 36 w 68"/>
                <a:gd name="T1" fmla="*/ 142 h 142"/>
                <a:gd name="T2" fmla="*/ 62 w 68"/>
                <a:gd name="T3" fmla="*/ 62 h 142"/>
                <a:gd name="T4" fmla="*/ 0 w 6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42">
                  <a:moveTo>
                    <a:pt x="36" y="142"/>
                  </a:moveTo>
                  <a:cubicBezTo>
                    <a:pt x="52" y="114"/>
                    <a:pt x="68" y="86"/>
                    <a:pt x="62" y="62"/>
                  </a:cubicBezTo>
                  <a:cubicBezTo>
                    <a:pt x="56" y="38"/>
                    <a:pt x="28" y="19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26" name="Text Box 71"/>
            <p:cNvSpPr txBox="1">
              <a:spLocks noChangeArrowheads="1"/>
            </p:cNvSpPr>
            <p:nvPr/>
          </p:nvSpPr>
          <p:spPr bwMode="auto">
            <a:xfrm>
              <a:off x="1740" y="2275"/>
              <a:ext cx="435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</a:t>
              </a:r>
              <a:endPara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  <p:grpSp>
        <p:nvGrpSpPr>
          <p:cNvPr id="127" name="Group 82"/>
          <p:cNvGrpSpPr/>
          <p:nvPr/>
        </p:nvGrpSpPr>
        <p:grpSpPr bwMode="auto">
          <a:xfrm>
            <a:off x="1726639" y="3439172"/>
            <a:ext cx="3692525" cy="1681162"/>
            <a:chOff x="263" y="3071"/>
            <a:chExt cx="2326" cy="1059"/>
          </a:xfrm>
        </p:grpSpPr>
        <p:sp>
          <p:nvSpPr>
            <p:cNvPr id="128" name="Text Box 72"/>
            <p:cNvSpPr txBox="1">
              <a:spLocks noChangeArrowheads="1"/>
            </p:cNvSpPr>
            <p:nvPr/>
          </p:nvSpPr>
          <p:spPr bwMode="auto">
            <a:xfrm>
              <a:off x="267" y="3071"/>
              <a:ext cx="232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相电压超前相电流</a:t>
              </a:r>
              <a:r>
                <a:rPr kumimoji="0" lang="zh-CN" altLang="en-US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  <a:sym typeface="Symbol" panose="05050102010706020507" pitchFamily="18" charset="2"/>
                </a:rPr>
                <a:t>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pSp>
          <p:nvGrpSpPr>
            <p:cNvPr id="129" name="Group 77"/>
            <p:cNvGrpSpPr/>
            <p:nvPr/>
          </p:nvGrpSpPr>
          <p:grpSpPr bwMode="auto">
            <a:xfrm>
              <a:off x="287" y="3423"/>
              <a:ext cx="2179" cy="328"/>
              <a:chOff x="257" y="3423"/>
              <a:chExt cx="2179" cy="328"/>
            </a:xfrm>
          </p:grpSpPr>
          <p:graphicFrame>
            <p:nvGraphicFramePr>
              <p:cNvPr id="134" name="Object 74"/>
              <p:cNvGraphicFramePr>
                <a:graphicFrameLocks noChangeAspect="1"/>
              </p:cNvGraphicFramePr>
              <p:nvPr/>
            </p:nvGraphicFramePr>
            <p:xfrm>
              <a:off x="257" y="3430"/>
              <a:ext cx="2179" cy="31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27373" name="Equation" r:id="rId15" imgW="39928800" imgH="5791200" progId="Equation.DSMT4">
                      <p:embed/>
                    </p:oleObj>
                  </mc:Choice>
                  <mc:Fallback>
                    <p:oleObj name="Equation" r:id="rId15" imgW="39928800" imgH="5791200" progId="Equation.DSMT4">
                      <p:embed/>
                      <p:pic>
                        <p:nvPicPr>
                          <p:cNvPr id="0" name="Object 7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7" y="3430"/>
                            <a:ext cx="2179" cy="31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35" name="Text Box 76"/>
              <p:cNvSpPr txBox="1">
                <a:spLocks noChangeArrowheads="1"/>
              </p:cNvSpPr>
              <p:nvPr/>
            </p:nvSpPr>
            <p:spPr bwMode="auto">
              <a:xfrm>
                <a:off x="1254" y="3423"/>
                <a:ext cx="115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 type="none" w="lg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宋体" panose="02010600030101010101" pitchFamily="2" charset="-122"/>
                    <a:cs typeface="Times New Roman" panose="02020603050405020304" pitchFamily="18" charset="0"/>
                  </a:rPr>
                  <a:t>的角度为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136" name="Text Box 73"/>
              <p:cNvSpPr txBox="1">
                <a:spLocks noChangeArrowheads="1"/>
              </p:cNvSpPr>
              <p:nvPr/>
            </p:nvSpPr>
            <p:spPr bwMode="auto">
              <a:xfrm>
                <a:off x="617" y="3424"/>
                <a:ext cx="73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 type="none" w="lg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宋体" panose="02010600030101010101" pitchFamily="2" charset="-122"/>
                    <a:cs typeface="Times New Roman" panose="02020603050405020304" pitchFamily="18" charset="0"/>
                  </a:rPr>
                  <a:t>超前</a:t>
                </a: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</p:grpSp>
        <p:grpSp>
          <p:nvGrpSpPr>
            <p:cNvPr id="130" name="Group 78"/>
            <p:cNvGrpSpPr/>
            <p:nvPr/>
          </p:nvGrpSpPr>
          <p:grpSpPr bwMode="auto">
            <a:xfrm>
              <a:off x="263" y="3802"/>
              <a:ext cx="2229" cy="328"/>
              <a:chOff x="233" y="3423"/>
              <a:chExt cx="2229" cy="328"/>
            </a:xfrm>
          </p:grpSpPr>
          <p:sp>
            <p:nvSpPr>
              <p:cNvPr id="131" name="Text Box 79"/>
              <p:cNvSpPr txBox="1">
                <a:spLocks noChangeArrowheads="1"/>
              </p:cNvSpPr>
              <p:nvPr/>
            </p:nvSpPr>
            <p:spPr bwMode="auto">
              <a:xfrm>
                <a:off x="617" y="3424"/>
                <a:ext cx="73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 type="none" w="lg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宋体" panose="02010600030101010101" pitchFamily="2" charset="-122"/>
                    <a:cs typeface="Times New Roman" panose="02020603050405020304" pitchFamily="18" charset="0"/>
                  </a:rPr>
                  <a:t>超前</a:t>
                </a: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132" name="Text Box 81"/>
              <p:cNvSpPr txBox="1">
                <a:spLocks noChangeArrowheads="1"/>
              </p:cNvSpPr>
              <p:nvPr/>
            </p:nvSpPr>
            <p:spPr bwMode="auto">
              <a:xfrm>
                <a:off x="1254" y="3423"/>
                <a:ext cx="115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tx1"/>
                    </a:solidFill>
                    <a:miter lim="800000"/>
                    <a:headEnd/>
                    <a:tailEnd type="none" w="lg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宋体" panose="02010600030101010101" pitchFamily="2" charset="-122"/>
                    <a:cs typeface="Times New Roman" panose="02020603050405020304" pitchFamily="18" charset="0"/>
                  </a:rPr>
                  <a:t>的角度为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graphicFrame>
            <p:nvGraphicFramePr>
              <p:cNvPr id="133" name="Object 80"/>
              <p:cNvGraphicFramePr>
                <a:graphicFrameLocks noChangeAspect="1"/>
              </p:cNvGraphicFramePr>
              <p:nvPr/>
            </p:nvGraphicFramePr>
            <p:xfrm>
              <a:off x="233" y="3430"/>
              <a:ext cx="2229" cy="31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27374" name="Equation" r:id="rId17" imgW="40843200" imgH="5791200" progId="Equation.DSMT4">
                      <p:embed/>
                    </p:oleObj>
                  </mc:Choice>
                  <mc:Fallback>
                    <p:oleObj name="Equation" r:id="rId17" imgW="40843200" imgH="5791200" progId="Equation.DSMT4">
                      <p:embed/>
                      <p:pic>
                        <p:nvPicPr>
                          <p:cNvPr id="0" name="Object 8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33" y="3430"/>
                            <a:ext cx="2229" cy="31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aphicFrame>
        <p:nvGraphicFramePr>
          <p:cNvPr id="137" name="Object 86"/>
          <p:cNvGraphicFramePr>
            <a:graphicFrameLocks noChangeAspect="1"/>
          </p:cNvGraphicFramePr>
          <p:nvPr/>
        </p:nvGraphicFramePr>
        <p:xfrm>
          <a:off x="5221529" y="4080522"/>
          <a:ext cx="1370012" cy="4365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5" name="Equation" r:id="rId19" imgW="14935200" imgH="4876800" progId="Equation.DSMT4">
                  <p:embed/>
                </p:oleObj>
              </mc:Choice>
              <mc:Fallback>
                <p:oleObj name="Equation" r:id="rId19" imgW="14935200" imgH="4876800" progId="Equation.DSMT4">
                  <p:embed/>
                  <p:pic>
                    <p:nvPicPr>
                      <p:cNvPr id="0" name="Object 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21529" y="4080522"/>
                        <a:ext cx="1370012" cy="4365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8" name="Object 88"/>
          <p:cNvGraphicFramePr>
            <a:graphicFrameLocks noChangeAspect="1"/>
          </p:cNvGraphicFramePr>
          <p:nvPr/>
        </p:nvGraphicFramePr>
        <p:xfrm>
          <a:off x="5225489" y="4661547"/>
          <a:ext cx="1371600" cy="436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6" name="Equation" r:id="rId21" imgW="14935200" imgH="4876800" progId="Equation.DSMT4">
                  <p:embed/>
                </p:oleObj>
              </mc:Choice>
              <mc:Fallback>
                <p:oleObj name="Equation" r:id="rId21" imgW="14935200" imgH="4876800" progId="Equation.DSMT4">
                  <p:embed/>
                  <p:pic>
                    <p:nvPicPr>
                      <p:cNvPr id="0" name="Object 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25489" y="4661547"/>
                        <a:ext cx="1371600" cy="436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9" name="Object 89"/>
          <p:cNvGraphicFramePr>
            <a:graphicFrameLocks noChangeAspect="1"/>
          </p:cNvGraphicFramePr>
          <p:nvPr/>
        </p:nvGraphicFramePr>
        <p:xfrm>
          <a:off x="5228493" y="3439172"/>
          <a:ext cx="1230312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7" name="Equation" r:id="rId23" imgW="13411200" imgH="5791200" progId="Equation.DSMT4">
                  <p:embed/>
                </p:oleObj>
              </mc:Choice>
              <mc:Fallback>
                <p:oleObj name="Equation" r:id="rId23" imgW="13411200" imgH="5791200" progId="Equation.DSMT4">
                  <p:embed/>
                  <p:pic>
                    <p:nvPicPr>
                      <p:cNvPr id="0" name="Object 8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28493" y="3439172"/>
                        <a:ext cx="1230312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0" name="Text Box 40"/>
          <p:cNvSpPr txBox="1">
            <a:spLocks noChangeArrowheads="1"/>
          </p:cNvSpPr>
          <p:nvPr/>
        </p:nvSpPr>
        <p:spPr bwMode="auto">
          <a:xfrm>
            <a:off x="1268588" y="2915952"/>
            <a:ext cx="25181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41" name="圆角矩形 140"/>
          <p:cNvSpPr/>
          <p:nvPr/>
        </p:nvSpPr>
        <p:spPr bwMode="auto">
          <a:xfrm>
            <a:off x="10879724" y="2000129"/>
            <a:ext cx="783426" cy="372826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142" name="Object 86"/>
          <p:cNvGraphicFramePr>
            <a:graphicFrameLocks noChangeAspect="1"/>
          </p:cNvGraphicFramePr>
          <p:nvPr/>
        </p:nvGraphicFramePr>
        <p:xfrm>
          <a:off x="4520255" y="6266881"/>
          <a:ext cx="1790700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8" name="Equation" r:id="rId25" imgW="19507200" imgH="5486400" progId="Equation.DSMT4">
                  <p:embed/>
                </p:oleObj>
              </mc:Choice>
              <mc:Fallback>
                <p:oleObj name="Equation" r:id="rId25" imgW="19507200" imgH="5486400" progId="Equation.DSMT4">
                  <p:embed/>
                  <p:pic>
                    <p:nvPicPr>
                      <p:cNvPr id="0" name="Object 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0255" y="6266881"/>
                        <a:ext cx="1790700" cy="490537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" name="Object 88"/>
          <p:cNvGraphicFramePr>
            <a:graphicFrameLocks noChangeAspect="1"/>
          </p:cNvGraphicFramePr>
          <p:nvPr/>
        </p:nvGraphicFramePr>
        <p:xfrm>
          <a:off x="6603832" y="6257507"/>
          <a:ext cx="1789113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7379" name="Equation" r:id="rId27" imgW="19507200" imgH="5486400" progId="Equation.DSMT4">
                  <p:embed/>
                </p:oleObj>
              </mc:Choice>
              <mc:Fallback>
                <p:oleObj name="Equation" r:id="rId27" imgW="19507200" imgH="5486400" progId="Equation.DSMT4">
                  <p:embed/>
                  <p:pic>
                    <p:nvPicPr>
                      <p:cNvPr id="0" name="Object 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03832" y="6257507"/>
                        <a:ext cx="1789113" cy="490537"/>
                      </a:xfrm>
                      <a:prstGeom prst="rect">
                        <a:avLst/>
                      </a:prstGeom>
                      <a:solidFill>
                        <a:srgbClr val="FFFFCC"/>
                      </a:solidFill>
                      <a:ln w="38100">
                        <a:solidFill>
                          <a:srgbClr val="FF0000"/>
                        </a:solidFill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5" name="Text Box 40"/>
          <p:cNvSpPr txBox="1">
            <a:spLocks noChangeArrowheads="1"/>
          </p:cNvSpPr>
          <p:nvPr/>
        </p:nvSpPr>
        <p:spPr bwMode="auto">
          <a:xfrm>
            <a:off x="1938925" y="6226757"/>
            <a:ext cx="25181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楷体_GB2312"/>
                <a:cs typeface="Times New Roman" panose="02020603050405020304" pitchFamily="18" charset="0"/>
              </a:rPr>
              <a:t>对称三相电路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楷体_GB2312"/>
              <a:cs typeface="Times New Roman" panose="02020603050405020304" pitchFamily="18" charset="0"/>
            </a:endParaRPr>
          </a:p>
        </p:txBody>
      </p:sp>
      <p:sp>
        <p:nvSpPr>
          <p:cNvPr id="146" name="AutoShape 8" descr="40%"/>
          <p:cNvSpPr>
            <a:spLocks noChangeArrowheads="1"/>
          </p:cNvSpPr>
          <p:nvPr/>
        </p:nvSpPr>
        <p:spPr bwMode="auto">
          <a:xfrm>
            <a:off x="24958" y="5733256"/>
            <a:ext cx="1417612" cy="770682"/>
          </a:xfrm>
          <a:prstGeom prst="cloudCallout">
            <a:avLst>
              <a:gd name="adj1" fmla="val 76513"/>
              <a:gd name="adj2" fmla="val 41576"/>
            </a:avLst>
          </a:prstGeom>
          <a:blipFill dpi="0" rotWithShape="0">
            <a:blip r:embed="rId29"/>
            <a:srcRect/>
            <a:tile tx="0" ty="0" sx="100000" sy="100000" flip="none" algn="tl"/>
          </a:blipFill>
          <a:ln w="9525">
            <a:solidFill>
              <a:srgbClr val="FF3300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ea typeface="楷体_GB2312"/>
              </a:rPr>
              <a:t>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楷体_GB2312"/>
                <a:ea typeface="楷体_GB2312"/>
              </a:rPr>
              <a:t>注意：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楷体_GB2312"/>
              <a:ea typeface="楷体_GB231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7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00"/>
                            </p:stCondLst>
                            <p:childTnLst>
                              <p:par>
                                <p:cTn id="8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500"/>
                            </p:stCondLst>
                            <p:childTnLst>
                              <p:par>
                                <p:cTn id="9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00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000"/>
                            </p:stCondLst>
                            <p:childTnLst>
                              <p:par>
                                <p:cTn id="10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141" grpId="0" animBg="1"/>
      <p:bldP spid="145" grpId="0"/>
      <p:bldP spid="146" grpId="0" animBg="1" autoUpdateAnimBg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Text Box 2"/>
          <p:cNvSpPr txBox="1">
            <a:spLocks noChangeArrowheads="1"/>
          </p:cNvSpPr>
          <p:nvPr/>
        </p:nvSpPr>
        <p:spPr bwMode="auto">
          <a:xfrm>
            <a:off x="479375" y="836712"/>
            <a:ext cx="7181501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图示对称三相电路，已知电源线电压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=380V,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两功率表读数分别为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=4kW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求负载的功率因数；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若负载为三角形联结，求其复阻抗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65" name="Group 3"/>
          <p:cNvGrpSpPr/>
          <p:nvPr/>
        </p:nvGrpSpPr>
        <p:grpSpPr bwMode="auto">
          <a:xfrm>
            <a:off x="8449865" y="831951"/>
            <a:ext cx="3406775" cy="2357437"/>
            <a:chOff x="2817" y="772"/>
            <a:chExt cx="2146" cy="1485"/>
          </a:xfrm>
        </p:grpSpPr>
        <p:sp>
          <p:nvSpPr>
            <p:cNvPr id="66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6"/>
            <p:cNvSpPr txBox="1">
              <a:spLocks noChangeArrowheads="1"/>
            </p:cNvSpPr>
            <p:nvPr/>
          </p:nvSpPr>
          <p:spPr bwMode="auto">
            <a:xfrm>
              <a:off x="4344" y="1011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3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4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5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7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2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3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4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5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6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7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8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9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0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1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2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3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94" name="Text Box 40"/>
          <p:cNvSpPr txBox="1">
            <a:spLocks noChangeArrowheads="1"/>
          </p:cNvSpPr>
          <p:nvPr/>
        </p:nvSpPr>
        <p:spPr bwMode="auto">
          <a:xfrm>
            <a:off x="479375" y="2920059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95" name="Object 42"/>
          <p:cNvGraphicFramePr>
            <a:graphicFrameLocks noChangeAspect="1"/>
          </p:cNvGraphicFramePr>
          <p:nvPr/>
        </p:nvGraphicFramePr>
        <p:xfrm>
          <a:off x="7376864" y="6124277"/>
          <a:ext cx="2193925" cy="42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298" name="Equation" r:id="rId1" imgW="25298400" imgH="4876800" progId="Equation.DSMT4">
                  <p:embed/>
                </p:oleObj>
              </mc:Choice>
              <mc:Fallback>
                <p:oleObj name="Equation" r:id="rId1" imgW="25298400" imgH="4876800" progId="Equation.DSMT4">
                  <p:embed/>
                  <p:pic>
                    <p:nvPicPr>
                      <p:cNvPr id="0" name="Object 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76864" y="6124277"/>
                        <a:ext cx="2193925" cy="42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6" name="Object 43"/>
          <p:cNvGraphicFramePr>
            <a:graphicFrameLocks noChangeAspect="1"/>
          </p:cNvGraphicFramePr>
          <p:nvPr/>
        </p:nvGraphicFramePr>
        <p:xfrm>
          <a:off x="1768226" y="4100835"/>
          <a:ext cx="3790950" cy="912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299" name="Equation" r:id="rId3" imgW="43586400" imgH="10668000" progId="Equation.DSMT4">
                  <p:embed/>
                </p:oleObj>
              </mc:Choice>
              <mc:Fallback>
                <p:oleObj name="Equation" r:id="rId3" imgW="43586400" imgH="10668000" progId="Equation.DSMT4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8226" y="4100835"/>
                        <a:ext cx="3790950" cy="9128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7" name="Object 46"/>
          <p:cNvGraphicFramePr>
            <a:graphicFrameLocks noChangeAspect="1"/>
          </p:cNvGraphicFramePr>
          <p:nvPr/>
        </p:nvGraphicFramePr>
        <p:xfrm>
          <a:off x="5825878" y="3408793"/>
          <a:ext cx="2320925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300" name="Equation" r:id="rId5" imgW="25298400" imgH="5486400" progId="Equation.DSMT4">
                  <p:embed/>
                </p:oleObj>
              </mc:Choice>
              <mc:Fallback>
                <p:oleObj name="Equation" r:id="rId5" imgW="25298400" imgH="5486400" progId="Equation.DSMT4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25878" y="3408793"/>
                        <a:ext cx="2320925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8" name="Object 55"/>
          <p:cNvGraphicFramePr>
            <a:graphicFrameLocks noChangeAspect="1"/>
          </p:cNvGraphicFramePr>
          <p:nvPr/>
        </p:nvGraphicFramePr>
        <p:xfrm>
          <a:off x="6462463" y="4297685"/>
          <a:ext cx="3632200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301" name="Equation" r:id="rId7" imgW="39624000" imgH="5486400" progId="Equation.DSMT4">
                  <p:embed/>
                </p:oleObj>
              </mc:Choice>
              <mc:Fallback>
                <p:oleObj name="Equation" r:id="rId7" imgW="39624000" imgH="548640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462463" y="4297685"/>
                        <a:ext cx="3632200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9" name="Object 69"/>
          <p:cNvGraphicFramePr>
            <a:graphicFrameLocks noChangeAspect="1"/>
          </p:cNvGraphicFramePr>
          <p:nvPr/>
        </p:nvGraphicFramePr>
        <p:xfrm>
          <a:off x="1803152" y="3494518"/>
          <a:ext cx="1789112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302" name="Equation" r:id="rId9" imgW="19507200" imgH="5486400" progId="Equation.DSMT4">
                  <p:embed/>
                </p:oleObj>
              </mc:Choice>
              <mc:Fallback>
                <p:oleObj name="Equation" r:id="rId9" imgW="19507200" imgH="5486400" progId="Equation.DSMT4">
                  <p:embed/>
                  <p:pic>
                    <p:nvPicPr>
                      <p:cNvPr id="0" name="Object 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3152" y="3494518"/>
                        <a:ext cx="1789112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4" name="Object 70"/>
          <p:cNvGraphicFramePr>
            <a:graphicFrameLocks noChangeAspect="1"/>
          </p:cNvGraphicFramePr>
          <p:nvPr/>
        </p:nvGraphicFramePr>
        <p:xfrm>
          <a:off x="3839914" y="3480229"/>
          <a:ext cx="1792288" cy="490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303" name="Equation" r:id="rId11" imgW="19507200" imgH="5486400" progId="Equation.DSMT4">
                  <p:embed/>
                </p:oleObj>
              </mc:Choice>
              <mc:Fallback>
                <p:oleObj name="Equation" r:id="rId11" imgW="19507200" imgH="5486400" progId="Equation.DSMT4">
                  <p:embed/>
                  <p:pic>
                    <p:nvPicPr>
                      <p:cNvPr id="0" name="Object 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39914" y="3480229"/>
                        <a:ext cx="1792288" cy="490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7" name="Text Box 71"/>
          <p:cNvSpPr txBox="1">
            <a:spLocks noChangeArrowheads="1"/>
          </p:cNvSpPr>
          <p:nvPr/>
        </p:nvSpPr>
        <p:spPr bwMode="auto">
          <a:xfrm>
            <a:off x="5922537" y="4267050"/>
            <a:ext cx="10302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即</a:t>
            </a: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48" name="Object 72"/>
          <p:cNvGraphicFramePr>
            <a:graphicFrameLocks noChangeAspect="1"/>
          </p:cNvGraphicFramePr>
          <p:nvPr/>
        </p:nvGraphicFramePr>
        <p:xfrm>
          <a:off x="1726505" y="5018981"/>
          <a:ext cx="8689975" cy="930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304" name="Equation" r:id="rId13" imgW="94792800" imgH="10363200" progId="Equation.DSMT4">
                  <p:embed/>
                </p:oleObj>
              </mc:Choice>
              <mc:Fallback>
                <p:oleObj name="Equation" r:id="rId13" imgW="94792800" imgH="10363200" progId="Equation.DSMT4">
                  <p:embed/>
                  <p:pic>
                    <p:nvPicPr>
                      <p:cNvPr id="0" name="Object 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26505" y="5018981"/>
                        <a:ext cx="8689975" cy="930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9" name="Object 74"/>
          <p:cNvGraphicFramePr>
            <a:graphicFrameLocks noChangeAspect="1"/>
          </p:cNvGraphicFramePr>
          <p:nvPr/>
        </p:nvGraphicFramePr>
        <p:xfrm>
          <a:off x="2704851" y="6094289"/>
          <a:ext cx="3967162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8305" name="Equation" r:id="rId15" imgW="43281600" imgH="5486400" progId="Equation.DSMT4">
                  <p:embed/>
                </p:oleObj>
              </mc:Choice>
              <mc:Fallback>
                <p:oleObj name="Equation" r:id="rId15" imgW="43281600" imgH="5486400" progId="Equation.DSMT4">
                  <p:embed/>
                  <p:pic>
                    <p:nvPicPr>
                      <p:cNvPr id="0" name="Object 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4851" y="6094289"/>
                        <a:ext cx="3967162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0" name="Text Box 75"/>
          <p:cNvSpPr txBox="1">
            <a:spLocks noChangeArrowheads="1"/>
          </p:cNvSpPr>
          <p:nvPr/>
        </p:nvSpPr>
        <p:spPr bwMode="auto">
          <a:xfrm>
            <a:off x="1634877" y="6078239"/>
            <a:ext cx="10302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可得</a:t>
            </a: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2" name="Text Box 40"/>
          <p:cNvSpPr txBox="1">
            <a:spLocks noChangeArrowheads="1"/>
          </p:cNvSpPr>
          <p:nvPr/>
        </p:nvSpPr>
        <p:spPr bwMode="auto">
          <a:xfrm>
            <a:off x="1268588" y="2915952"/>
            <a:ext cx="25181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150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Text Box 2"/>
          <p:cNvSpPr txBox="1">
            <a:spLocks noChangeArrowheads="1"/>
          </p:cNvSpPr>
          <p:nvPr/>
        </p:nvSpPr>
        <p:spPr bwMode="auto">
          <a:xfrm>
            <a:off x="479375" y="836712"/>
            <a:ext cx="7181501" cy="216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901700" marR="0" lvl="0" indent="-9017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图示对称三相电路，已知电源线电压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=380V,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两功率表读数分别为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=4kW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求负载的功率因数；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若负载为三角形联结，求其复阻抗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65" name="Group 3"/>
          <p:cNvGrpSpPr/>
          <p:nvPr/>
        </p:nvGrpSpPr>
        <p:grpSpPr bwMode="auto">
          <a:xfrm>
            <a:off x="8449865" y="831951"/>
            <a:ext cx="3406775" cy="2357437"/>
            <a:chOff x="2817" y="772"/>
            <a:chExt cx="2146" cy="1485"/>
          </a:xfrm>
        </p:grpSpPr>
        <p:sp>
          <p:nvSpPr>
            <p:cNvPr id="66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6"/>
            <p:cNvSpPr txBox="1">
              <a:spLocks noChangeArrowheads="1"/>
            </p:cNvSpPr>
            <p:nvPr/>
          </p:nvSpPr>
          <p:spPr bwMode="auto">
            <a:xfrm>
              <a:off x="4344" y="1011"/>
              <a:ext cx="593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三相对称感性负载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3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4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5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7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2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3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4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5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6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7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8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9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0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1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2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3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94" name="Text Box 40"/>
          <p:cNvSpPr txBox="1">
            <a:spLocks noChangeArrowheads="1"/>
          </p:cNvSpPr>
          <p:nvPr/>
        </p:nvSpPr>
        <p:spPr bwMode="auto">
          <a:xfrm>
            <a:off x="479375" y="2920059"/>
            <a:ext cx="1153964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4" name="Text Box 76"/>
          <p:cNvSpPr txBox="1">
            <a:spLocks noChangeArrowheads="1"/>
          </p:cNvSpPr>
          <p:nvPr/>
        </p:nvSpPr>
        <p:spPr bwMode="auto">
          <a:xfrm>
            <a:off x="1180947" y="2924944"/>
            <a:ext cx="187888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复阻抗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45" name="Object 77"/>
          <p:cNvGraphicFramePr>
            <a:graphicFrameLocks noGrp="1" noChangeAspect="1"/>
          </p:cNvGraphicFramePr>
          <p:nvPr>
            <p:ph/>
          </p:nvPr>
        </p:nvGraphicFramePr>
        <p:xfrm>
          <a:off x="1763713" y="3446463"/>
          <a:ext cx="4249737" cy="844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9244" name="Equation" r:id="rId1" imgW="49072800" imgH="9753600" progId="Equation.DSMT4">
                  <p:embed/>
                </p:oleObj>
              </mc:Choice>
              <mc:Fallback>
                <p:oleObj name="Equation" r:id="rId1" imgW="49072800" imgH="9753600" progId="Equation.DSMT4">
                  <p:embed/>
                  <p:pic>
                    <p:nvPicPr>
                      <p:cNvPr id="0" name="Object 7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3446463"/>
                        <a:ext cx="4249737" cy="844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6" name="Text Box 79"/>
          <p:cNvSpPr txBox="1">
            <a:spLocks noChangeArrowheads="1"/>
          </p:cNvSpPr>
          <p:nvPr/>
        </p:nvSpPr>
        <p:spPr bwMode="auto">
          <a:xfrm>
            <a:off x="1703512" y="4437112"/>
            <a:ext cx="57467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三角形连接的每相负载阻抗为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47" name="Object 80"/>
          <p:cNvGraphicFramePr>
            <a:graphicFrameLocks noChangeAspect="1"/>
          </p:cNvGraphicFramePr>
          <p:nvPr/>
        </p:nvGraphicFramePr>
        <p:xfrm>
          <a:off x="1775520" y="5183314"/>
          <a:ext cx="6580188" cy="987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9245" name="Equation" r:id="rId3" imgW="73152000" imgH="10972800" progId="Equation.DSMT4">
                  <p:embed/>
                </p:oleObj>
              </mc:Choice>
              <mc:Fallback>
                <p:oleObj name="Equation" r:id="rId3" imgW="73152000" imgH="10972800" progId="Equation.DSMT4">
                  <p:embed/>
                  <p:pic>
                    <p:nvPicPr>
                      <p:cNvPr id="0" name="Object 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75520" y="5183314"/>
                        <a:ext cx="6580188" cy="987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202" name="Object 29"/>
          <p:cNvGraphicFramePr>
            <a:graphicFrameLocks noGrp="1" noChangeAspect="1"/>
          </p:cNvGraphicFramePr>
          <p:nvPr>
            <p:ph sz="half" idx="2"/>
          </p:nvPr>
        </p:nvGraphicFramePr>
        <p:xfrm>
          <a:off x="953627" y="3645024"/>
          <a:ext cx="4327280" cy="199292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0267" name="Visio" r:id="rId1" imgW="3036570" imgH="1399540" progId="Visio.Drawing.11">
                  <p:embed/>
                </p:oleObj>
              </mc:Choice>
              <mc:Fallback>
                <p:oleObj name="Visio" r:id="rId1" imgW="3036570" imgH="1399540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3627" y="3645024"/>
                        <a:ext cx="4327280" cy="199292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858" name="Rectangle 34"/>
          <p:cNvSpPr>
            <a:spLocks noChangeArrowheads="1"/>
          </p:cNvSpPr>
          <p:nvPr/>
        </p:nvSpPr>
        <p:spPr bwMode="auto">
          <a:xfrm>
            <a:off x="6011912" y="3387420"/>
            <a:ext cx="561662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对于不对称三相四线制电路，因为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05857" name="Object 33"/>
          <p:cNvGraphicFramePr>
            <a:graphicFrameLocks noChangeAspect="1"/>
          </p:cNvGraphicFramePr>
          <p:nvPr/>
        </p:nvGraphicFramePr>
        <p:xfrm>
          <a:off x="7608167" y="4025881"/>
          <a:ext cx="2424112" cy="542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80268" name="Equation" r:id="rId3" imgW="25603200" imgH="5791200" progId="Equation.DSMT4">
                  <p:embed/>
                </p:oleObj>
              </mc:Choice>
              <mc:Fallback>
                <p:oleObj name="Equation" r:id="rId3" imgW="25603200" imgH="57912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08167" y="4025881"/>
                        <a:ext cx="2424112" cy="5429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859" name="Rectangle 35"/>
          <p:cNvSpPr>
            <a:spLocks noChangeArrowheads="1"/>
          </p:cNvSpPr>
          <p:nvPr/>
        </p:nvSpPr>
        <p:spPr bwMode="auto">
          <a:xfrm>
            <a:off x="6015608" y="4690544"/>
            <a:ext cx="5841032" cy="1594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所以不能用一功率表方法或者二功率表方法来测量三相电路的功率，而要用三个功率表来测量。 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973218" y="980728"/>
            <a:ext cx="5616996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2800" b="1" dirty="0">
                <a:solidFill>
                  <a:srgbClr val="006600"/>
                </a:solidFill>
                <a:latin typeface="Times New Roman" panose="02020603050405020304" pitchFamily="18" charset="0"/>
                <a:ea typeface="楷体_GB2312" pitchFamily="49" charset="-122"/>
              </a:rPr>
              <a:t>9.3.2 </a:t>
            </a:r>
            <a:r>
              <a:rPr lang="en-US" altLang="zh-CN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lang="zh-CN" altLang="en-US" sz="2800" b="1" dirty="0">
                <a:solidFill>
                  <a:srgbClr val="006600"/>
                </a:solidFill>
                <a:latin typeface="楷体_GB2312" pitchFamily="49" charset="-122"/>
                <a:ea typeface="楷体_GB2312" pitchFamily="49" charset="-122"/>
              </a:rPr>
              <a:t>三相电路功率的测量</a:t>
            </a:r>
            <a:endParaRPr lang="zh-CN" altLang="en-US" sz="2800" dirty="0">
              <a:solidFill>
                <a:srgbClr val="006600"/>
              </a:solidFill>
            </a:endParaRPr>
          </a:p>
        </p:txBody>
      </p:sp>
      <p:grpSp>
        <p:nvGrpSpPr>
          <p:cNvPr id="13" name="Group 7"/>
          <p:cNvGrpSpPr/>
          <p:nvPr/>
        </p:nvGrpSpPr>
        <p:grpSpPr bwMode="auto">
          <a:xfrm>
            <a:off x="895430" y="1483990"/>
            <a:ext cx="4718050" cy="171450"/>
            <a:chOff x="288" y="576"/>
            <a:chExt cx="2972" cy="108"/>
          </a:xfrm>
        </p:grpSpPr>
        <p:pic>
          <p:nvPicPr>
            <p:cNvPr id="14" name="Picture 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1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59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" name="Picture 1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8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" name="Group 12"/>
            <p:cNvGrpSpPr/>
            <p:nvPr/>
          </p:nvGrpSpPr>
          <p:grpSpPr bwMode="auto">
            <a:xfrm>
              <a:off x="288" y="576"/>
              <a:ext cx="331" cy="108"/>
              <a:chOff x="395" y="624"/>
              <a:chExt cx="331" cy="108"/>
            </a:xfrm>
          </p:grpSpPr>
          <p:pic>
            <p:nvPicPr>
              <p:cNvPr id="40" name="Picture 13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5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" name="Picture 14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" name="Picture 15" descr="Green and Black Diamo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" y="624"/>
                <a:ext cx="119" cy="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9" name="Picture 1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" name="Picture 1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1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1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2" y="576"/>
              <a:ext cx="120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" name="Picture 2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5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" name="Picture 2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" name="Picture 2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1" y="576"/>
              <a:ext cx="119" cy="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" name="Picture 2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2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7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2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6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2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8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27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28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" name="Picture 29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" name="Picture 30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1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" name="Picture 31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4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" name="Picture 32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0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" name="Picture 33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9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" name="Picture 34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2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" name="Picture 35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576"/>
              <a:ext cx="113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36" descr="Green and Black Diamon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8" y="576"/>
              <a:ext cx="112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" name="Rectangle 3"/>
          <p:cNvSpPr>
            <a:spLocks noChangeArrowheads="1"/>
          </p:cNvSpPr>
          <p:nvPr/>
        </p:nvSpPr>
        <p:spPr bwMode="auto">
          <a:xfrm>
            <a:off x="839416" y="1628801"/>
            <a:ext cx="10729192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1320" dir="2319588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450850" indent="-450850" algn="just" eaLnBrk="1" hangingPunct="1"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zh-CN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3. </a:t>
            </a:r>
            <a:r>
              <a:rPr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三功率表法</a:t>
            </a:r>
            <a:r>
              <a:rPr kumimoji="1" lang="zh-CN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在</a:t>
            </a:r>
            <a:r>
              <a:rPr lang="zh-CN" altLang="en-US" sz="2800" b="1" dirty="0">
                <a:solidFill>
                  <a:srgbClr val="FF00FF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三相四线制</a:t>
            </a:r>
            <a:r>
              <a:rPr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电路中，每个功率表测出一相负载的平均功率，三个功率表测出的平均功率之和就是三相负载的平均功率。</a:t>
            </a:r>
            <a:endParaRPr kumimoji="1"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1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5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5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5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858" grpId="0"/>
      <p:bldP spid="205859" grpId="0"/>
      <p:bldP spid="43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1271464" y="980728"/>
          <a:ext cx="10225137" cy="56886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08312"/>
                <a:gridCol w="4008446"/>
                <a:gridCol w="3408379"/>
              </a:tblGrid>
              <a:tr h="1422158">
                <a:tc>
                  <a:txBody>
                    <a:bodyPr/>
                    <a:lstStyle/>
                    <a:p>
                      <a:endParaRPr lang="zh-CN" altLang="en-US" b="1" dirty="0"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rgbClr val="00B0F0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电路</a:t>
                      </a:r>
                      <a:endParaRPr lang="zh-CN" altLang="en-US" sz="4000" b="1" dirty="0">
                        <a:solidFill>
                          <a:srgbClr val="00B0F0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rgbClr val="0000FF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负载</a:t>
                      </a:r>
                      <a:endParaRPr lang="zh-CN" altLang="en-US" sz="4000" b="1" dirty="0">
                        <a:solidFill>
                          <a:srgbClr val="0000FF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2215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3600" b="1" dirty="0">
                          <a:solidFill>
                            <a:srgbClr val="C00000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一功率表法</a:t>
                      </a:r>
                      <a:endParaRPr lang="zh-CN" altLang="en-US" sz="3600" b="1" dirty="0">
                        <a:solidFill>
                          <a:srgbClr val="C00000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三相</a:t>
                      </a:r>
                      <a:r>
                        <a:rPr lang="zh-CN" altLang="en-US" sz="4000" b="1" dirty="0">
                          <a:solidFill>
                            <a:srgbClr val="FF0000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四</a:t>
                      </a:r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线制</a:t>
                      </a:r>
                      <a:endParaRPr lang="zh-CN" altLang="en-US" sz="4000" b="1" dirty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对称</a:t>
                      </a:r>
                      <a:endParaRPr lang="zh-CN" altLang="en-US" sz="4000" b="1" dirty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2215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3600" b="1" dirty="0">
                          <a:solidFill>
                            <a:srgbClr val="FF00FF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二功率表法</a:t>
                      </a:r>
                      <a:endParaRPr lang="zh-CN" altLang="en-US" sz="3600" b="1" dirty="0">
                        <a:solidFill>
                          <a:srgbClr val="FF00FF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三相</a:t>
                      </a:r>
                      <a:r>
                        <a:rPr lang="zh-CN" altLang="en-US" sz="4000" b="1" dirty="0">
                          <a:solidFill>
                            <a:srgbClr val="FF0000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三</a:t>
                      </a:r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线制</a:t>
                      </a:r>
                      <a:endParaRPr lang="zh-CN" altLang="en-US" sz="4000" b="1" dirty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任意</a:t>
                      </a:r>
                      <a:endParaRPr lang="zh-CN" altLang="en-US" sz="4000" b="1" dirty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2215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3600" b="1" dirty="0">
                          <a:solidFill>
                            <a:srgbClr val="FF0000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三功率表法</a:t>
                      </a:r>
                      <a:endParaRPr lang="zh-CN" altLang="en-US" sz="3600" b="1" dirty="0">
                        <a:solidFill>
                          <a:srgbClr val="FF0000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三相</a:t>
                      </a:r>
                      <a:r>
                        <a:rPr lang="zh-CN" altLang="en-US" sz="4000" b="1" dirty="0">
                          <a:solidFill>
                            <a:srgbClr val="FF0000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四</a:t>
                      </a:r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线制</a:t>
                      </a:r>
                      <a:endParaRPr lang="zh-CN" altLang="en-US" sz="4000" b="1" dirty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4000" b="1" dirty="0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任意</a:t>
                      </a:r>
                      <a:endParaRPr lang="zh-CN" altLang="en-US" sz="4000" b="1" dirty="0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096"/>
          <a:stretch>
            <a:fillRect/>
          </a:stretch>
        </p:blipFill>
        <p:spPr>
          <a:xfrm>
            <a:off x="7464152" y="2842727"/>
            <a:ext cx="4706117" cy="3995701"/>
          </a:xfrm>
          <a:prstGeom prst="rect">
            <a:avLst/>
          </a:prstGeom>
        </p:spPr>
      </p:pic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1271465" y="1195388"/>
            <a:ext cx="6408712" cy="3817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9.1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三相电路的基本概念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9.2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三相电路的计算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9.3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三相电路的功率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CC99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9.4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CC99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应用实例：电力系统简介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  <a:p>
            <a:pPr marL="449580" marR="0" lvl="0" indent="-449580" algn="l" defTabSz="914400" rtl="0" eaLnBrk="1" fontAlgn="base" latinLnBrk="0" hangingPunct="1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CC99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9.5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CC99"/>
                </a:solidFill>
                <a:effectLst/>
                <a:uLnTx/>
                <a:uFillTx/>
                <a:latin typeface="Arial" panose="020B0604020202020204"/>
                <a:ea typeface="华文中宋" panose="02010600040101010101" pitchFamily="2" charset="-122"/>
                <a:cs typeface="+mn-cs"/>
              </a:rPr>
              <a:t>应用实例：电力传输与节点技术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Arial" panose="020B0604020202020204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3359150" y="90489"/>
            <a:ext cx="5651500" cy="746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>
              <a:spcBef>
                <a:spcPct val="0"/>
              </a:spcBef>
            </a:pPr>
            <a:r>
              <a:rPr lang="zh-CN" altLang="en-US" sz="3200" b="1" dirty="0">
                <a:solidFill>
                  <a:srgbClr val="FF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第九章  三相电路</a:t>
            </a:r>
            <a:endParaRPr lang="en-US" altLang="zh-CN" sz="3200" b="1" dirty="0">
              <a:solidFill>
                <a:srgbClr val="FF0000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2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3359150" y="90489"/>
            <a:ext cx="5651500" cy="746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>
              <a:spcBef>
                <a:spcPct val="0"/>
              </a:spcBef>
            </a:pPr>
            <a:r>
              <a:rPr lang="zh-CN" altLang="en-US" sz="3200" b="1" dirty="0">
                <a:solidFill>
                  <a:srgbClr val="FF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第九章  三相电路</a:t>
            </a:r>
            <a:endParaRPr lang="en-US" altLang="zh-CN" sz="3200" b="1" dirty="0">
              <a:solidFill>
                <a:srgbClr val="FF0000"/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31"/>
          <a:stretch>
            <a:fillRect/>
          </a:stretch>
        </p:blipFill>
        <p:spPr>
          <a:xfrm>
            <a:off x="1271464" y="908720"/>
            <a:ext cx="10297144" cy="5949280"/>
          </a:xfrm>
          <a:prstGeom prst="rect">
            <a:avLst/>
          </a:prstGeom>
        </p:spPr>
      </p:pic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919291" y="836613"/>
            <a:ext cx="8353425" cy="230505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CN" sz="6600" dirty="0">
                <a:solidFill>
                  <a:srgbClr val="FF0000"/>
                </a:solidFill>
                <a:latin typeface="Arial Black" panose="020B0A04020102020204" pitchFamily="34" charset="0"/>
              </a:rPr>
              <a:t>PPT </a:t>
            </a:r>
            <a:r>
              <a:rPr lang="zh-CN" altLang="en-US" sz="6600" dirty="0">
                <a:solidFill>
                  <a:srgbClr val="FF0000"/>
                </a:solidFill>
                <a:latin typeface="+mn-ea"/>
                <a:ea typeface="+mn-ea"/>
              </a:rPr>
              <a:t>习 题</a:t>
            </a:r>
            <a:endParaRPr lang="zh-CN" altLang="en-US" sz="66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1271464" y="3141663"/>
            <a:ext cx="10297144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0631"/>
          <a:stretch>
            <a:fillRect/>
          </a:stretch>
        </p:blipFill>
        <p:spPr>
          <a:xfrm>
            <a:off x="8832304" y="3582878"/>
            <a:ext cx="3332617" cy="3275122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44" name="Rectangle 4"/>
          <p:cNvSpPr>
            <a:spLocks noChangeArrowheads="1"/>
          </p:cNvSpPr>
          <p:nvPr/>
        </p:nvSpPr>
        <p:spPr bwMode="auto">
          <a:xfrm>
            <a:off x="479376" y="836714"/>
            <a:ext cx="11089231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1.1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对称三相电源作星形联结，每相电压有效值均为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，但其中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VY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相位接反（如图所示），画出三相电源线电压的相量图，并求出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间电压有效值。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50245" name="Object 5"/>
          <p:cNvGraphicFramePr>
            <a:graphicFrameLocks noChangeAspect="1"/>
          </p:cNvGraphicFramePr>
          <p:nvPr/>
        </p:nvGraphicFramePr>
        <p:xfrm>
          <a:off x="9682657" y="2146070"/>
          <a:ext cx="1885950" cy="1646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9950" name="Visio" r:id="rId1" imgW="1800225" imgH="1600200" progId="Visio.Drawing.11">
                  <p:embed/>
                </p:oleObj>
              </mc:Choice>
              <mc:Fallback>
                <p:oleObj name="Visio" r:id="rId1" imgW="1800225" imgH="1600200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682657" y="2146070"/>
                        <a:ext cx="1885950" cy="16462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9.1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三相电路的基本概念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2" name="Rectangle 33"/>
          <p:cNvSpPr>
            <a:spLocks noChangeArrowheads="1"/>
          </p:cNvSpPr>
          <p:nvPr/>
        </p:nvSpPr>
        <p:spPr bwMode="auto">
          <a:xfrm>
            <a:off x="551384" y="936163"/>
            <a:ext cx="11017223" cy="107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529080" marR="0" lvl="0" indent="-152908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逆相序对称三相三线制电路的电压为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，星形对称负载每相阻抗为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Z=20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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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Ω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，试求对称三相电路的线电流相量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578" name="Object 29"/>
          <p:cNvGraphicFramePr>
            <a:graphicFrameLocks noChangeAspect="1"/>
          </p:cNvGraphicFramePr>
          <p:nvPr/>
        </p:nvGraphicFramePr>
        <p:xfrm>
          <a:off x="1542135" y="1932824"/>
          <a:ext cx="4188069" cy="2562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1154" name="Visio" r:id="rId1" imgW="3228340" imgH="1975485" progId="Visio.Drawing.11">
                  <p:embed/>
                </p:oleObj>
              </mc:Choice>
              <mc:Fallback>
                <p:oleObj name="Visio" r:id="rId1" imgW="3228340" imgH="1975485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2135" y="1932824"/>
                        <a:ext cx="4188069" cy="2562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16" name="组合 22"/>
          <p:cNvGrpSpPr/>
          <p:nvPr/>
        </p:nvGrpSpPr>
        <p:grpSpPr bwMode="auto">
          <a:xfrm>
            <a:off x="551384" y="887128"/>
            <a:ext cx="11017224" cy="1076961"/>
            <a:chOff x="-974711" y="662984"/>
            <a:chExt cx="11597425" cy="1166712"/>
          </a:xfrm>
        </p:grpSpPr>
        <p:sp>
          <p:nvSpPr>
            <p:cNvPr id="17" name="Rectangle 24"/>
            <p:cNvSpPr>
              <a:spLocks noChangeArrowheads="1"/>
            </p:cNvSpPr>
            <p:nvPr/>
          </p:nvSpPr>
          <p:spPr bwMode="auto">
            <a:xfrm>
              <a:off x="-974711" y="662984"/>
              <a:ext cx="11597425" cy="11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529080" marR="0" lvl="0" indent="-15290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2.2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已知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Z=(5+j4)Ω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0" lang="en-US" altLang="zh-CN" sz="2800" b="1" i="1" u="none" strike="noStrike" kern="1200" cap="none" spc="0" normalizeH="0" baseline="-30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=(0.5+j0.4)Ω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，端点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W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接于对称三相电源，电源电压为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。试求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8" name="Object 23"/>
            <p:cNvGraphicFramePr>
              <a:graphicFrameLocks noChangeAspect="1"/>
            </p:cNvGraphicFramePr>
            <p:nvPr/>
          </p:nvGraphicFramePr>
          <p:xfrm>
            <a:off x="6597074" y="1304776"/>
            <a:ext cx="571517" cy="4574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1155" name="Equation" r:id="rId3" imgW="7010400" imgH="5791200" progId="Equation.DSMT4">
                    <p:embed/>
                  </p:oleObj>
                </mc:Choice>
                <mc:Fallback>
                  <p:oleObj name="Equation" r:id="rId3" imgW="7010400" imgH="5791200" progId="Equation.DSMT4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597074" y="1304776"/>
                          <a:ext cx="571517" cy="4574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" name="Object 22"/>
            <p:cNvGraphicFramePr>
              <a:graphicFrameLocks noChangeAspect="1"/>
            </p:cNvGraphicFramePr>
            <p:nvPr/>
          </p:nvGraphicFramePr>
          <p:xfrm>
            <a:off x="7193217" y="1310447"/>
            <a:ext cx="571517" cy="4798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1156" name="Equation" r:id="rId5" imgW="6705600" imgH="5791200" progId="Equation.DSMT4">
                    <p:embed/>
                  </p:oleObj>
                </mc:Choice>
                <mc:Fallback>
                  <p:oleObj name="Equation" r:id="rId5" imgW="67056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93217" y="1310447"/>
                          <a:ext cx="571517" cy="47982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" name="Object 21"/>
            <p:cNvGraphicFramePr>
              <a:graphicFrameLocks noChangeAspect="1"/>
            </p:cNvGraphicFramePr>
            <p:nvPr/>
          </p:nvGraphicFramePr>
          <p:xfrm>
            <a:off x="7789360" y="1319628"/>
            <a:ext cx="407749" cy="500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1157" name="Equation" r:id="rId7" imgW="4572000" imgH="5791200" progId="Equation.DSMT4">
                    <p:embed/>
                  </p:oleObj>
                </mc:Choice>
                <mc:Fallback>
                  <p:oleObj name="Equation" r:id="rId7" imgW="45720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89360" y="1319628"/>
                          <a:ext cx="407749" cy="50046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698" name="Object 45"/>
          <p:cNvGraphicFramePr>
            <a:graphicFrameLocks noGrp="1" noChangeAspect="1"/>
          </p:cNvGraphicFramePr>
          <p:nvPr>
            <p:ph sz="half" idx="2"/>
          </p:nvPr>
        </p:nvGraphicFramePr>
        <p:xfrm>
          <a:off x="9112251" y="2204864"/>
          <a:ext cx="2977662" cy="20295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8982" name="Visio" r:id="rId1" imgW="1953260" imgH="1332230" progId="Visio.Drawing.11">
                  <p:embed/>
                </p:oleObj>
              </mc:Choice>
              <mc:Fallback>
                <p:oleObj name="Visio" r:id="rId1" imgW="1953260" imgH="1332230" progId="Visio.Drawing.11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12251" y="2204864"/>
                        <a:ext cx="2977662" cy="202955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551384" y="933470"/>
            <a:ext cx="11017223" cy="1606683"/>
            <a:chOff x="-534709" y="837618"/>
            <a:chExt cx="10194639" cy="1606683"/>
          </a:xfrm>
        </p:grpSpPr>
        <p:sp>
          <p:nvSpPr>
            <p:cNvPr id="25" name="Rectangle 33"/>
            <p:cNvSpPr>
              <a:spLocks noChangeArrowheads="1"/>
            </p:cNvSpPr>
            <p:nvPr/>
          </p:nvSpPr>
          <p:spPr bwMode="auto">
            <a:xfrm>
              <a:off x="-534709" y="837618"/>
              <a:ext cx="10194639" cy="10769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440180" marR="0" lvl="0" indent="-14401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2.3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对称三相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电源线电压为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不对称三相电路，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=50√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MS Reference Specialty" panose="05000500000000000000" pitchFamily="2" charset="2"/>
                </a:rPr>
                <a:t>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(1/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)=100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=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50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试求负载中各电压相量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pSp>
          <p:nvGrpSpPr>
            <p:cNvPr id="26" name="组合 20"/>
            <p:cNvGrpSpPr/>
            <p:nvPr/>
          </p:nvGrpSpPr>
          <p:grpSpPr bwMode="auto">
            <a:xfrm>
              <a:off x="833518" y="1430770"/>
              <a:ext cx="8767883" cy="1013531"/>
              <a:chOff x="249892" y="-18205"/>
              <a:chExt cx="9498305" cy="1097601"/>
            </a:xfrm>
          </p:grpSpPr>
          <p:graphicFrame>
            <p:nvGraphicFramePr>
              <p:cNvPr id="28" name="Object 32"/>
              <p:cNvGraphicFramePr>
                <a:graphicFrameLocks noChangeAspect="1"/>
              </p:cNvGraphicFramePr>
              <p:nvPr/>
            </p:nvGraphicFramePr>
            <p:xfrm>
              <a:off x="8414897" y="-18205"/>
              <a:ext cx="663592" cy="428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8983" name="Equation" r:id="rId3" imgW="8839200" imgH="5791200" progId="Equation.DSMT4">
                      <p:embed/>
                    </p:oleObj>
                  </mc:Choice>
                  <mc:Fallback>
                    <p:oleObj name="Equation" r:id="rId3" imgW="8839200" imgH="5791200" progId="Equation.DSMT4">
                      <p:embed/>
                      <p:pic>
                        <p:nvPicPr>
                          <p:cNvPr id="0" name="Object 3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8414897" y="-18205"/>
                            <a:ext cx="663592" cy="4280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9" name="Object 31"/>
              <p:cNvGraphicFramePr>
                <a:graphicFrameLocks noChangeAspect="1"/>
              </p:cNvGraphicFramePr>
              <p:nvPr/>
            </p:nvGraphicFramePr>
            <p:xfrm>
              <a:off x="9141894" y="17897"/>
              <a:ext cx="606303" cy="3919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8984" name="Equation" r:id="rId5" imgW="8839200" imgH="5791200" progId="Equation.DSMT4">
                      <p:embed/>
                    </p:oleObj>
                  </mc:Choice>
                  <mc:Fallback>
                    <p:oleObj name="Equation" r:id="rId5" imgW="8839200" imgH="5791200" progId="Equation.DSMT4">
                      <p:embed/>
                      <p:pic>
                        <p:nvPicPr>
                          <p:cNvPr id="0" name="Object 3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141894" y="17897"/>
                            <a:ext cx="606303" cy="39197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" name="Object 30"/>
              <p:cNvGraphicFramePr>
                <a:graphicFrameLocks noChangeAspect="1"/>
              </p:cNvGraphicFramePr>
              <p:nvPr/>
            </p:nvGraphicFramePr>
            <p:xfrm>
              <a:off x="249892" y="544566"/>
              <a:ext cx="622217" cy="44182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8985" name="Equation" r:id="rId7" imgW="7924800" imgH="5791200" progId="Equation.DSMT4">
                      <p:embed/>
                    </p:oleObj>
                  </mc:Choice>
                  <mc:Fallback>
                    <p:oleObj name="Equation" r:id="rId7" imgW="7924800" imgH="5791200" progId="Equation.DSMT4">
                      <p:embed/>
                      <p:pic>
                        <p:nvPicPr>
                          <p:cNvPr id="0" name="Object 3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49892" y="544566"/>
                            <a:ext cx="622217" cy="44182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1" name="Object 29"/>
              <p:cNvGraphicFramePr>
                <a:graphicFrameLocks noChangeAspect="1"/>
              </p:cNvGraphicFramePr>
              <p:nvPr/>
            </p:nvGraphicFramePr>
            <p:xfrm>
              <a:off x="3372104" y="572073"/>
              <a:ext cx="491725" cy="4538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8986" name="Equation" r:id="rId9" imgW="6096000" imgH="5791200" progId="Equation.DSMT4">
                      <p:embed/>
                    </p:oleObj>
                  </mc:Choice>
                  <mc:Fallback>
                    <p:oleObj name="Equation" r:id="rId9" imgW="6096000" imgH="5791200" progId="Equation.DSMT4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72104" y="572073"/>
                            <a:ext cx="491725" cy="45386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" name="Object 28"/>
              <p:cNvGraphicFramePr>
                <a:graphicFrameLocks noChangeAspect="1"/>
              </p:cNvGraphicFramePr>
              <p:nvPr/>
            </p:nvGraphicFramePr>
            <p:xfrm>
              <a:off x="3776304" y="572073"/>
              <a:ext cx="515596" cy="47449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8987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776304" y="572073"/>
                            <a:ext cx="515596" cy="47449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3" name="Object 27"/>
              <p:cNvGraphicFramePr>
                <a:graphicFrameLocks noChangeAspect="1"/>
              </p:cNvGraphicFramePr>
              <p:nvPr/>
            </p:nvGraphicFramePr>
            <p:xfrm>
              <a:off x="4185281" y="572073"/>
              <a:ext cx="472629" cy="43323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8988" name="Equation" r:id="rId13" imgW="6096000" imgH="5791200" progId="Equation.DSMT4">
                      <p:embed/>
                    </p:oleObj>
                  </mc:Choice>
                  <mc:Fallback>
                    <p:oleObj name="Equation" r:id="rId13" imgW="6096000" imgH="5791200" progId="Equation.DSMT4">
                      <p:embed/>
                      <p:pic>
                        <p:nvPicPr>
                          <p:cNvPr id="0" name="Object 2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85281" y="572073"/>
                            <a:ext cx="472629" cy="43323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4" name="Rectangle 36"/>
              <p:cNvSpPr>
                <a:spLocks noChangeArrowheads="1"/>
              </p:cNvSpPr>
              <p:nvPr/>
            </p:nvSpPr>
            <p:spPr bwMode="auto">
              <a:xfrm>
                <a:off x="710425" y="473057"/>
                <a:ext cx="2820639" cy="6063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和各相电流相量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" name="Rectangle 39"/>
            <p:cNvSpPr>
              <a:spLocks noChangeArrowheads="1"/>
            </p:cNvSpPr>
            <p:nvPr/>
          </p:nvSpPr>
          <p:spPr bwMode="auto">
            <a:xfrm>
              <a:off x="4855640" y="1850807"/>
              <a:ext cx="2205657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并画出相量图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5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602116" name="Group 4"/>
          <p:cNvGrpSpPr/>
          <p:nvPr/>
        </p:nvGrpSpPr>
        <p:grpSpPr bwMode="auto">
          <a:xfrm>
            <a:off x="3117389" y="3834302"/>
            <a:ext cx="5756275" cy="2863850"/>
            <a:chOff x="1132" y="2262"/>
            <a:chExt cx="3626" cy="1804"/>
          </a:xfrm>
        </p:grpSpPr>
        <p:grpSp>
          <p:nvGrpSpPr>
            <p:cNvPr id="17412" name="Group 5"/>
            <p:cNvGrpSpPr/>
            <p:nvPr/>
          </p:nvGrpSpPr>
          <p:grpSpPr bwMode="auto">
            <a:xfrm>
              <a:off x="1132" y="2262"/>
              <a:ext cx="3626" cy="1804"/>
              <a:chOff x="1132" y="2262"/>
              <a:chExt cx="3626" cy="1804"/>
            </a:xfrm>
          </p:grpSpPr>
          <p:graphicFrame>
            <p:nvGraphicFramePr>
              <p:cNvPr id="17414" name="Object 6"/>
              <p:cNvGraphicFramePr>
                <a:graphicFrameLocks noChangeAspect="1"/>
              </p:cNvGraphicFramePr>
              <p:nvPr/>
            </p:nvGraphicFramePr>
            <p:xfrm>
              <a:off x="1132" y="2262"/>
              <a:ext cx="3552" cy="120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9646" name="BMP 图像" r:id="rId1" imgW="5638800" imgH="1914525" progId="Paint.Picture">
                      <p:embed/>
                    </p:oleObj>
                  </mc:Choice>
                  <mc:Fallback>
                    <p:oleObj name="BMP 图像" r:id="rId1" imgW="5638800" imgH="1914525" progId="Paint.Picture">
                      <p:embed/>
                      <p:pic>
                        <p:nvPicPr>
                          <p:cNvPr id="0" name="Object 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132" y="2262"/>
                            <a:ext cx="3552" cy="120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7415" name="Line 7"/>
              <p:cNvSpPr>
                <a:spLocks noChangeShapeType="1"/>
              </p:cNvSpPr>
              <p:nvPr/>
            </p:nvSpPr>
            <p:spPr bwMode="auto">
              <a:xfrm>
                <a:off x="2295" y="2304"/>
                <a:ext cx="5" cy="16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16" name="Line 8"/>
              <p:cNvSpPr>
                <a:spLocks noChangeShapeType="1"/>
              </p:cNvSpPr>
              <p:nvPr/>
            </p:nvSpPr>
            <p:spPr bwMode="auto">
              <a:xfrm>
                <a:off x="2725" y="2798"/>
                <a:ext cx="1" cy="11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grpSp>
            <p:nvGrpSpPr>
              <p:cNvPr id="17417" name="Group 9"/>
              <p:cNvGrpSpPr/>
              <p:nvPr/>
            </p:nvGrpSpPr>
            <p:grpSpPr bwMode="auto">
              <a:xfrm>
                <a:off x="2292" y="3508"/>
                <a:ext cx="432" cy="558"/>
                <a:chOff x="2292" y="3508"/>
                <a:chExt cx="432" cy="558"/>
              </a:xfrm>
            </p:grpSpPr>
            <p:grpSp>
              <p:nvGrpSpPr>
                <p:cNvPr id="17503" name="Group 10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522" name="Group 11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27" name="Oval 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8" name="Line 1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9" name="Line 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523" name="Line 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24" name="Line 16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25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26" name="Line 1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504" name="Group 19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514" name="Group 20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19" name="Oval 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0" name="Line 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1" name="Line 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515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6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7" name="Line 26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8" name="Line 2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505" name="Group 28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506" name="Group 29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11" name="Oval 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12" name="Line 3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13" name="Line 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507" name="Line 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08" name="Line 34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09" name="Line 35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0" name="Line 3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7418" name="Group 37"/>
              <p:cNvGrpSpPr/>
              <p:nvPr/>
            </p:nvGrpSpPr>
            <p:grpSpPr bwMode="auto">
              <a:xfrm>
                <a:off x="2964" y="3496"/>
                <a:ext cx="432" cy="558"/>
                <a:chOff x="2292" y="3508"/>
                <a:chExt cx="432" cy="558"/>
              </a:xfrm>
            </p:grpSpPr>
            <p:grpSp>
              <p:nvGrpSpPr>
                <p:cNvPr id="17476" name="Group 38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95" name="Group 39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00" name="Oval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01" name="Line 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02" name="Line 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96" name="Line 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7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8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9" name="Line 4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77" name="Group 47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87" name="Group 48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92" name="Oval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93" name="Line 5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94" name="Line 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88" name="Line 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9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0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1" name="Line 5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78" name="Group 56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79" name="Group 57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84" name="Oval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85" name="Line 5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86" name="Line 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80" name="Line 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1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2" name="Line 63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3" name="Line 6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7419" name="Group 65"/>
              <p:cNvGrpSpPr/>
              <p:nvPr/>
            </p:nvGrpSpPr>
            <p:grpSpPr bwMode="auto">
              <a:xfrm>
                <a:off x="3618" y="3490"/>
                <a:ext cx="432" cy="558"/>
                <a:chOff x="2292" y="3508"/>
                <a:chExt cx="432" cy="558"/>
              </a:xfrm>
            </p:grpSpPr>
            <p:grpSp>
              <p:nvGrpSpPr>
                <p:cNvPr id="17449" name="Group 66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68" name="Group 67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73" name="Oval 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74" name="Line 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75" name="Line 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69" name="Line 7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70" name="Line 72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71" name="Line 73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72" name="Line 7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50" name="Group 75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60" name="Group 76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65" name="Oval 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66" name="Line 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67" name="Line 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61" name="Line 8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62" name="Line 81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63" name="Line 82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64" name="Line 8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51" name="Group 84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52" name="Group 85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57" name="Oval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58" name="Line 8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59" name="Line 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53" name="Line 8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54" name="Line 90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55" name="Line 91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56" name="Line 9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17420" name="Line 93"/>
              <p:cNvSpPr>
                <a:spLocks noChangeShapeType="1"/>
              </p:cNvSpPr>
              <p:nvPr/>
            </p:nvSpPr>
            <p:spPr bwMode="auto">
              <a:xfrm>
                <a:off x="2592" y="337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1" name="Line 94"/>
              <p:cNvSpPr>
                <a:spLocks noChangeShapeType="1"/>
              </p:cNvSpPr>
              <p:nvPr/>
            </p:nvSpPr>
            <p:spPr bwMode="auto">
              <a:xfrm>
                <a:off x="2658" y="313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2" name="Line 95"/>
              <p:cNvSpPr>
                <a:spLocks noChangeShapeType="1"/>
              </p:cNvSpPr>
              <p:nvPr/>
            </p:nvSpPr>
            <p:spPr bwMode="auto">
              <a:xfrm>
                <a:off x="2616" y="280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3" name="Line 96"/>
              <p:cNvSpPr>
                <a:spLocks noChangeShapeType="1"/>
              </p:cNvSpPr>
              <p:nvPr/>
            </p:nvSpPr>
            <p:spPr bwMode="auto">
              <a:xfrm>
                <a:off x="2652" y="2310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4" name="Line 97"/>
              <p:cNvSpPr>
                <a:spLocks noChangeShapeType="1"/>
              </p:cNvSpPr>
              <p:nvPr/>
            </p:nvSpPr>
            <p:spPr bwMode="auto">
              <a:xfrm flipV="1">
                <a:off x="2970" y="3132"/>
                <a:ext cx="0" cy="8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5" name="Line 98"/>
              <p:cNvSpPr>
                <a:spLocks noChangeShapeType="1"/>
              </p:cNvSpPr>
              <p:nvPr/>
            </p:nvSpPr>
            <p:spPr bwMode="auto">
              <a:xfrm flipV="1">
                <a:off x="3390" y="2796"/>
                <a:ext cx="0" cy="11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6" name="Line 99"/>
              <p:cNvSpPr>
                <a:spLocks noChangeShapeType="1"/>
              </p:cNvSpPr>
              <p:nvPr/>
            </p:nvSpPr>
            <p:spPr bwMode="auto">
              <a:xfrm flipV="1">
                <a:off x="4050" y="2784"/>
                <a:ext cx="0" cy="11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7" name="Line 100"/>
              <p:cNvSpPr>
                <a:spLocks noChangeShapeType="1"/>
              </p:cNvSpPr>
              <p:nvPr/>
            </p:nvSpPr>
            <p:spPr bwMode="auto">
              <a:xfrm flipH="1" flipV="1">
                <a:off x="3618" y="3378"/>
                <a:ext cx="6" cy="5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grpSp>
            <p:nvGrpSpPr>
              <p:cNvPr id="17428" name="Group 101"/>
              <p:cNvGrpSpPr/>
              <p:nvPr/>
            </p:nvGrpSpPr>
            <p:grpSpPr bwMode="auto">
              <a:xfrm>
                <a:off x="2268" y="2776"/>
                <a:ext cx="482" cy="1022"/>
                <a:chOff x="2268" y="2776"/>
                <a:chExt cx="482" cy="1022"/>
              </a:xfrm>
            </p:grpSpPr>
            <p:sp>
              <p:nvSpPr>
                <p:cNvPr id="17444" name="Oval 102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5" name="Oval 103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6" name="Oval 104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7" name="Oval 105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8" name="Oval 106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grpSp>
            <p:nvGrpSpPr>
              <p:cNvPr id="17429" name="Group 107"/>
              <p:cNvGrpSpPr/>
              <p:nvPr/>
            </p:nvGrpSpPr>
            <p:grpSpPr bwMode="auto">
              <a:xfrm>
                <a:off x="2940" y="2770"/>
                <a:ext cx="482" cy="1022"/>
                <a:chOff x="2268" y="2776"/>
                <a:chExt cx="482" cy="1022"/>
              </a:xfrm>
            </p:grpSpPr>
            <p:sp>
              <p:nvSpPr>
                <p:cNvPr id="17439" name="Oval 108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0" name="Oval 109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1" name="Oval 110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2" name="Oval 111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3" name="Oval 112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grpSp>
            <p:nvGrpSpPr>
              <p:cNvPr id="17430" name="Group 113"/>
              <p:cNvGrpSpPr/>
              <p:nvPr/>
            </p:nvGrpSpPr>
            <p:grpSpPr bwMode="auto">
              <a:xfrm>
                <a:off x="3594" y="2758"/>
                <a:ext cx="482" cy="1022"/>
                <a:chOff x="2268" y="2776"/>
                <a:chExt cx="482" cy="1022"/>
              </a:xfrm>
            </p:grpSpPr>
            <p:sp>
              <p:nvSpPr>
                <p:cNvPr id="17434" name="Oval 114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5" name="Oval 115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6" name="Oval 116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7" name="Oval 117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8" name="Oval 118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sp>
            <p:nvSpPr>
              <p:cNvPr id="17431" name="Oval 119"/>
              <p:cNvSpPr>
                <a:spLocks noChangeArrowheads="1"/>
              </p:cNvSpPr>
              <p:nvPr/>
            </p:nvSpPr>
            <p:spPr bwMode="auto">
              <a:xfrm>
                <a:off x="3588" y="3346"/>
                <a:ext cx="56" cy="56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  <p:sp>
            <p:nvSpPr>
              <p:cNvPr id="17432" name="Oval 120"/>
              <p:cNvSpPr>
                <a:spLocks noChangeArrowheads="1"/>
              </p:cNvSpPr>
              <p:nvPr/>
            </p:nvSpPr>
            <p:spPr bwMode="auto">
              <a:xfrm>
                <a:off x="2934" y="3100"/>
                <a:ext cx="56" cy="56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  <p:sp>
            <p:nvSpPr>
              <p:cNvPr id="17433" name="Text Box 121"/>
              <p:cNvSpPr txBox="1">
                <a:spLocks noChangeArrowheads="1"/>
              </p:cNvSpPr>
              <p:nvPr/>
            </p:nvSpPr>
            <p:spPr bwMode="auto">
              <a:xfrm>
                <a:off x="4554" y="2646"/>
                <a:ext cx="20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'</a:t>
                </a:r>
                <a:endPara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13" name="Oval 122"/>
            <p:cNvSpPr>
              <a:spLocks noChangeArrowheads="1"/>
            </p:cNvSpPr>
            <p:nvPr/>
          </p:nvSpPr>
          <p:spPr bwMode="auto">
            <a:xfrm>
              <a:off x="2274" y="2284"/>
              <a:ext cx="56" cy="56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7" name="Rectangle 25"/>
          <p:cNvSpPr>
            <a:spLocks noChangeArrowheads="1"/>
          </p:cNvSpPr>
          <p:nvPr/>
        </p:nvSpPr>
        <p:spPr bwMode="auto">
          <a:xfrm>
            <a:off x="479376" y="836713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879600" marR="0" lvl="0" indent="-18796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选做题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图示星形联结的不对称三相负载由一个电容元件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和两个等效电阻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相等的白炽灯泡所组成，称为相序测定器。当它的三个端点接至对称三相电源时，试说明如何根据两白炽灯的明暗确定电源的相序。设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=1/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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35842" name="Object 28"/>
          <p:cNvGraphicFramePr>
            <a:graphicFrameLocks noGrp="1" noChangeAspect="1"/>
          </p:cNvGraphicFramePr>
          <p:nvPr>
            <p:ph sz="half" idx="1"/>
          </p:nvPr>
        </p:nvGraphicFramePr>
        <p:xfrm>
          <a:off x="2477967" y="2712428"/>
          <a:ext cx="3049465" cy="15137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0790" name="Visio" r:id="rId1" imgW="4679315" imgH="2998470" progId="Visio.Drawing.11">
                  <p:embed/>
                </p:oleObj>
              </mc:Choice>
              <mc:Fallback>
                <p:oleObj name="Visio" r:id="rId1" imgW="4679315" imgH="2998470" progId="Visio.Drawing.11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77967" y="2712428"/>
                        <a:ext cx="3049465" cy="15137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3" name="Object 30"/>
          <p:cNvGraphicFramePr>
            <a:graphicFrameLocks noGrp="1" noChangeAspect="1"/>
          </p:cNvGraphicFramePr>
          <p:nvPr>
            <p:ph sz="quarter" idx="2"/>
          </p:nvPr>
        </p:nvGraphicFramePr>
        <p:xfrm>
          <a:off x="2279576" y="2823795"/>
          <a:ext cx="2126273" cy="15928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0791" name="Visio" r:id="rId3" imgW="1950085" imgH="1465580" progId="Visio.Drawing.11">
                  <p:embed/>
                </p:oleObj>
              </mc:Choice>
              <mc:Fallback>
                <p:oleObj name="Visio" r:id="rId3" imgW="1950085" imgH="146558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79576" y="2823795"/>
                        <a:ext cx="2126273" cy="15928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4" name="Object 33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7267128" y="2788951"/>
          <a:ext cx="3581400" cy="17174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0792" name="Visio" r:id="rId5" imgW="2957830" imgH="1422400" progId="Visio.Drawing.11">
                  <p:embed/>
                </p:oleObj>
              </mc:Choice>
              <mc:Fallback>
                <p:oleObj name="Visio" r:id="rId5" imgW="2957830" imgH="1422400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67128" y="2788951"/>
                        <a:ext cx="3581400" cy="171743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48" name="AutoShape 36"/>
          <p:cNvSpPr>
            <a:spLocks noChangeArrowheads="1"/>
          </p:cNvSpPr>
          <p:nvPr/>
        </p:nvSpPr>
        <p:spPr bwMode="auto">
          <a:xfrm>
            <a:off x="5642141" y="3462363"/>
            <a:ext cx="663819" cy="465992"/>
          </a:xfrm>
          <a:prstGeom prst="rightArrow">
            <a:avLst>
              <a:gd name="adj1" fmla="val 50000"/>
              <a:gd name="adj2" fmla="val 3561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215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931" name="Text Box 3"/>
          <p:cNvSpPr txBox="1">
            <a:spLocks noChangeArrowheads="1"/>
          </p:cNvSpPr>
          <p:nvPr/>
        </p:nvSpPr>
        <p:spPr bwMode="auto">
          <a:xfrm>
            <a:off x="551384" y="836712"/>
            <a:ext cx="11017224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某三相异步电动机的额定功率为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4kW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，额定相电压为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，额定功率因数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cos</a:t>
            </a:r>
            <a:r>
              <a:rPr kumimoji="1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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0.85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，效率</a:t>
            </a:r>
            <a:r>
              <a:rPr kumimoji="1" lang="zh-CN" alt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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0.85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当电源线电压分别为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时，电动机的三相定子绕组如何联结？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1440180" marR="0" lvl="0" indent="8890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求两种情况下的相电流和线电流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8" name="Rectangle 20"/>
          <p:cNvSpPr>
            <a:spLocks noChangeArrowheads="1"/>
          </p:cNvSpPr>
          <p:nvPr/>
        </p:nvSpPr>
        <p:spPr bwMode="auto">
          <a:xfrm>
            <a:off x="479376" y="836712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616075" marR="0" lvl="0" indent="-1616075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3.2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图示对称三相电路，已知电源频率为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50Hz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，星形联结的每相负载阻抗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=(6+j8)Ω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。在负载端口处接入三角形联结的电容元件组后，在保持电路功率不变的情况下，为使功率因数提高到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0.9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，试求接入的每相电容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的值。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4034" name="Object 21"/>
          <p:cNvGraphicFramePr>
            <a:graphicFrameLocks noChangeAspect="1"/>
          </p:cNvGraphicFramePr>
          <p:nvPr/>
        </p:nvGraphicFramePr>
        <p:xfrm>
          <a:off x="9014011" y="2470259"/>
          <a:ext cx="3190143" cy="229332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3741" name="Visio" r:id="rId1" imgW="2653030" imgH="1896745" progId="Visio.Drawing.11">
                  <p:embed/>
                </p:oleObj>
              </mc:Choice>
              <mc:Fallback>
                <p:oleObj name="Visio" r:id="rId1" imgW="2653030" imgH="1896745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14011" y="2470259"/>
                        <a:ext cx="3190143" cy="229332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Text Box 2"/>
          <p:cNvSpPr txBox="1">
            <a:spLocks noChangeArrowheads="1"/>
          </p:cNvSpPr>
          <p:nvPr/>
        </p:nvSpPr>
        <p:spPr bwMode="auto">
          <a:xfrm>
            <a:off x="479376" y="839738"/>
            <a:ext cx="11089231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3.3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对称三相电路中，已知线电压</a:t>
            </a:r>
            <a:r>
              <a:rPr kumimoji="0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0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，线电流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kumimoji="0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=2A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，图中功率表的读数为零。试求三相负载的功率。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49" name="Group 64"/>
          <p:cNvGrpSpPr/>
          <p:nvPr/>
        </p:nvGrpSpPr>
        <p:grpSpPr bwMode="auto">
          <a:xfrm>
            <a:off x="1868116" y="1888634"/>
            <a:ext cx="3406775" cy="1658937"/>
            <a:chOff x="326" y="1382"/>
            <a:chExt cx="2146" cy="1045"/>
          </a:xfrm>
        </p:grpSpPr>
        <p:sp>
          <p:nvSpPr>
            <p:cNvPr id="52" name="Line 4"/>
            <p:cNvSpPr>
              <a:spLocks noChangeShapeType="1"/>
            </p:cNvSpPr>
            <p:nvPr/>
          </p:nvSpPr>
          <p:spPr bwMode="auto">
            <a:xfrm>
              <a:off x="1340" y="1551"/>
              <a:ext cx="0" cy="7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Rectangle 5"/>
            <p:cNvSpPr>
              <a:spLocks noChangeArrowheads="1"/>
            </p:cNvSpPr>
            <p:nvPr/>
          </p:nvSpPr>
          <p:spPr bwMode="auto">
            <a:xfrm>
              <a:off x="1754" y="1435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4" name="Text Box 6"/>
            <p:cNvSpPr txBox="1">
              <a:spLocks noChangeArrowheads="1"/>
            </p:cNvSpPr>
            <p:nvPr/>
          </p:nvSpPr>
          <p:spPr bwMode="auto">
            <a:xfrm>
              <a:off x="1839" y="1500"/>
              <a:ext cx="593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55" name="Line 7"/>
            <p:cNvSpPr>
              <a:spLocks noChangeShapeType="1"/>
            </p:cNvSpPr>
            <p:nvPr/>
          </p:nvSpPr>
          <p:spPr bwMode="auto">
            <a:xfrm>
              <a:off x="668" y="1531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Line 8"/>
            <p:cNvSpPr>
              <a:spLocks noChangeShapeType="1"/>
            </p:cNvSpPr>
            <p:nvPr/>
          </p:nvSpPr>
          <p:spPr bwMode="auto">
            <a:xfrm>
              <a:off x="668" y="1910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Line 9"/>
            <p:cNvSpPr>
              <a:spLocks noChangeShapeType="1"/>
            </p:cNvSpPr>
            <p:nvPr/>
          </p:nvSpPr>
          <p:spPr bwMode="auto">
            <a:xfrm>
              <a:off x="668" y="2290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Oval 10"/>
            <p:cNvSpPr>
              <a:spLocks noChangeArrowheads="1"/>
            </p:cNvSpPr>
            <p:nvPr/>
          </p:nvSpPr>
          <p:spPr bwMode="auto">
            <a:xfrm>
              <a:off x="1180" y="1760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9" name="Text Box 12"/>
            <p:cNvSpPr txBox="1">
              <a:spLocks noChangeArrowheads="1"/>
            </p:cNvSpPr>
            <p:nvPr/>
          </p:nvSpPr>
          <p:spPr bwMode="auto">
            <a:xfrm>
              <a:off x="1162" y="1797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0" name="Text Box 16"/>
            <p:cNvSpPr txBox="1">
              <a:spLocks noChangeArrowheads="1"/>
            </p:cNvSpPr>
            <p:nvPr/>
          </p:nvSpPr>
          <p:spPr bwMode="auto">
            <a:xfrm>
              <a:off x="975" y="165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1" name="Text Box 17"/>
            <p:cNvSpPr txBox="1">
              <a:spLocks noChangeArrowheads="1"/>
            </p:cNvSpPr>
            <p:nvPr/>
          </p:nvSpPr>
          <p:spPr bwMode="auto">
            <a:xfrm>
              <a:off x="1295" y="147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2" name="Oval 18"/>
            <p:cNvSpPr>
              <a:spLocks noChangeArrowheads="1"/>
            </p:cNvSpPr>
            <p:nvPr/>
          </p:nvSpPr>
          <p:spPr bwMode="auto">
            <a:xfrm>
              <a:off x="1311" y="2262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3" name="Oval 19"/>
            <p:cNvSpPr>
              <a:spLocks noChangeArrowheads="1"/>
            </p:cNvSpPr>
            <p:nvPr/>
          </p:nvSpPr>
          <p:spPr bwMode="auto">
            <a:xfrm>
              <a:off x="1306" y="1502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4" name="Oval 20"/>
            <p:cNvSpPr>
              <a:spLocks noChangeArrowheads="1"/>
            </p:cNvSpPr>
            <p:nvPr/>
          </p:nvSpPr>
          <p:spPr bwMode="auto">
            <a:xfrm>
              <a:off x="615" y="226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5" name="Oval 21"/>
            <p:cNvSpPr>
              <a:spLocks noChangeArrowheads="1"/>
            </p:cNvSpPr>
            <p:nvPr/>
          </p:nvSpPr>
          <p:spPr bwMode="auto">
            <a:xfrm>
              <a:off x="615" y="188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6" name="Oval 22"/>
            <p:cNvSpPr>
              <a:spLocks noChangeArrowheads="1"/>
            </p:cNvSpPr>
            <p:nvPr/>
          </p:nvSpPr>
          <p:spPr bwMode="auto">
            <a:xfrm>
              <a:off x="615" y="1500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7" name="Text Box 23"/>
            <p:cNvSpPr txBox="1">
              <a:spLocks noChangeArrowheads="1"/>
            </p:cNvSpPr>
            <p:nvPr/>
          </p:nvSpPr>
          <p:spPr bwMode="auto">
            <a:xfrm>
              <a:off x="326" y="138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Text Box 24"/>
            <p:cNvSpPr txBox="1">
              <a:spLocks noChangeArrowheads="1"/>
            </p:cNvSpPr>
            <p:nvPr/>
          </p:nvSpPr>
          <p:spPr bwMode="auto">
            <a:xfrm>
              <a:off x="326" y="1760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9" name="Text Box 25"/>
            <p:cNvSpPr txBox="1">
              <a:spLocks noChangeArrowheads="1"/>
            </p:cNvSpPr>
            <p:nvPr/>
          </p:nvSpPr>
          <p:spPr bwMode="auto">
            <a:xfrm>
              <a:off x="326" y="2139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ChangeArrowheads="1"/>
          </p:cNvSpPr>
          <p:nvPr/>
        </p:nvSpPr>
        <p:spPr bwMode="auto">
          <a:xfrm>
            <a:off x="551384" y="851545"/>
            <a:ext cx="11017224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用二功率表法测量对称三相电路的功率，功率表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800W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在把电流线圈反接后读数为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400W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三相总功率？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功率因数？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60" name="Rectangle 4"/>
          <p:cNvSpPr>
            <a:spLocks noChangeArrowheads="1"/>
          </p:cNvSpPr>
          <p:nvPr/>
        </p:nvSpPr>
        <p:spPr bwMode="auto">
          <a:xfrm>
            <a:off x="479376" y="836713"/>
            <a:ext cx="1108923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用二功率表法测量对称三相电路的功率，功率表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读数相同，则三相负载为</a:t>
            </a:r>
            <a:r>
              <a:rPr kumimoji="0" lang="zh-CN" alt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 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5067" name="Rectangle 24"/>
          <p:cNvSpPr>
            <a:spLocks noChangeArrowheads="1"/>
          </p:cNvSpPr>
          <p:nvPr/>
        </p:nvSpPr>
        <p:spPr bwMode="auto">
          <a:xfrm>
            <a:off x="1770882" y="2085626"/>
            <a:ext cx="6989414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indent="269875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26987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对称感性负载             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对称容性负载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26987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对称电阻性负载         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D.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无法确定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6" name="Rectangle 4"/>
          <p:cNvSpPr>
            <a:spLocks noChangeArrowheads="1"/>
          </p:cNvSpPr>
          <p:nvPr/>
        </p:nvSpPr>
        <p:spPr bwMode="auto">
          <a:xfrm>
            <a:off x="479375" y="895360"/>
            <a:ext cx="7428135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对称三相电路，电源线电压</a:t>
            </a:r>
            <a:r>
              <a:rPr kumimoji="1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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已知其中一个功率表读数为零，求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另一个功率表的读数以及负载吸收的平均功率；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如何能将电路的功率因数提高到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0.9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？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95" name="Group 110"/>
          <p:cNvGrpSpPr/>
          <p:nvPr/>
        </p:nvGrpSpPr>
        <p:grpSpPr bwMode="auto">
          <a:xfrm>
            <a:off x="8452023" y="787213"/>
            <a:ext cx="3476625" cy="2357438"/>
            <a:chOff x="3313" y="826"/>
            <a:chExt cx="2190" cy="1485"/>
          </a:xfrm>
        </p:grpSpPr>
        <p:sp>
          <p:nvSpPr>
            <p:cNvPr id="96" name="Line 60"/>
            <p:cNvSpPr>
              <a:spLocks noChangeShapeType="1"/>
            </p:cNvSpPr>
            <p:nvPr/>
          </p:nvSpPr>
          <p:spPr bwMode="auto">
            <a:xfrm>
              <a:off x="4327" y="914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Line 63"/>
            <p:cNvSpPr>
              <a:spLocks noChangeShapeType="1"/>
            </p:cNvSpPr>
            <p:nvPr/>
          </p:nvSpPr>
          <p:spPr bwMode="auto">
            <a:xfrm>
              <a:off x="3655" y="1187"/>
              <a:ext cx="14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Line 64"/>
            <p:cNvSpPr>
              <a:spLocks noChangeShapeType="1"/>
            </p:cNvSpPr>
            <p:nvPr/>
          </p:nvSpPr>
          <p:spPr bwMode="auto">
            <a:xfrm>
              <a:off x="3637" y="1566"/>
              <a:ext cx="14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Line 65"/>
            <p:cNvSpPr>
              <a:spLocks noChangeShapeType="1"/>
            </p:cNvSpPr>
            <p:nvPr/>
          </p:nvSpPr>
          <p:spPr bwMode="auto">
            <a:xfrm>
              <a:off x="3664" y="1946"/>
              <a:ext cx="1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Oval 66"/>
            <p:cNvSpPr>
              <a:spLocks noChangeArrowheads="1"/>
            </p:cNvSpPr>
            <p:nvPr/>
          </p:nvSpPr>
          <p:spPr bwMode="auto">
            <a:xfrm>
              <a:off x="4167" y="102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01" name="Oval 67"/>
            <p:cNvSpPr>
              <a:spLocks noChangeArrowheads="1"/>
            </p:cNvSpPr>
            <p:nvPr/>
          </p:nvSpPr>
          <p:spPr bwMode="auto">
            <a:xfrm>
              <a:off x="4182" y="178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02" name="Text Box 68"/>
            <p:cNvSpPr txBox="1">
              <a:spLocks noChangeArrowheads="1"/>
            </p:cNvSpPr>
            <p:nvPr/>
          </p:nvSpPr>
          <p:spPr bwMode="auto">
            <a:xfrm>
              <a:off x="4158" y="1048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03" name="Text Box 69"/>
            <p:cNvSpPr txBox="1">
              <a:spLocks noChangeArrowheads="1"/>
            </p:cNvSpPr>
            <p:nvPr/>
          </p:nvSpPr>
          <p:spPr bwMode="auto">
            <a:xfrm>
              <a:off x="4174" y="1800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04" name="Line 70"/>
            <p:cNvSpPr>
              <a:spLocks noChangeShapeType="1"/>
            </p:cNvSpPr>
            <p:nvPr/>
          </p:nvSpPr>
          <p:spPr bwMode="auto">
            <a:xfrm flipV="1">
              <a:off x="4070" y="914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Line 71"/>
            <p:cNvSpPr>
              <a:spLocks noChangeShapeType="1"/>
            </p:cNvSpPr>
            <p:nvPr/>
          </p:nvSpPr>
          <p:spPr bwMode="auto">
            <a:xfrm>
              <a:off x="4070" y="923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Line 72"/>
            <p:cNvSpPr>
              <a:spLocks noChangeShapeType="1"/>
            </p:cNvSpPr>
            <p:nvPr/>
          </p:nvSpPr>
          <p:spPr bwMode="auto">
            <a:xfrm flipV="1">
              <a:off x="4086" y="1945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Line 73"/>
            <p:cNvSpPr>
              <a:spLocks noChangeShapeType="1"/>
            </p:cNvSpPr>
            <p:nvPr/>
          </p:nvSpPr>
          <p:spPr bwMode="auto">
            <a:xfrm>
              <a:off x="4077" y="2224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Text Box 74"/>
            <p:cNvSpPr txBox="1">
              <a:spLocks noChangeArrowheads="1"/>
            </p:cNvSpPr>
            <p:nvPr/>
          </p:nvSpPr>
          <p:spPr bwMode="auto">
            <a:xfrm>
              <a:off x="3820" y="1127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109" name="Text Box 75"/>
            <p:cNvSpPr txBox="1">
              <a:spLocks noChangeArrowheads="1"/>
            </p:cNvSpPr>
            <p:nvPr/>
          </p:nvSpPr>
          <p:spPr bwMode="auto">
            <a:xfrm>
              <a:off x="3819" y="1710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110" name="Text Box 76"/>
            <p:cNvSpPr txBox="1">
              <a:spLocks noChangeArrowheads="1"/>
            </p:cNvSpPr>
            <p:nvPr/>
          </p:nvSpPr>
          <p:spPr bwMode="auto">
            <a:xfrm>
              <a:off x="4291" y="82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111" name="Text Box 77"/>
            <p:cNvSpPr txBox="1">
              <a:spLocks noChangeArrowheads="1"/>
            </p:cNvSpPr>
            <p:nvPr/>
          </p:nvSpPr>
          <p:spPr bwMode="auto">
            <a:xfrm>
              <a:off x="4291" y="202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112" name="Oval 78"/>
            <p:cNvSpPr>
              <a:spLocks noChangeArrowheads="1"/>
            </p:cNvSpPr>
            <p:nvPr/>
          </p:nvSpPr>
          <p:spPr bwMode="auto">
            <a:xfrm>
              <a:off x="4052" y="191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3" name="Oval 79"/>
            <p:cNvSpPr>
              <a:spLocks noChangeArrowheads="1"/>
            </p:cNvSpPr>
            <p:nvPr/>
          </p:nvSpPr>
          <p:spPr bwMode="auto">
            <a:xfrm>
              <a:off x="4298" y="1531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4" name="Oval 80"/>
            <p:cNvSpPr>
              <a:spLocks noChangeArrowheads="1"/>
            </p:cNvSpPr>
            <p:nvPr/>
          </p:nvSpPr>
          <p:spPr bwMode="auto">
            <a:xfrm>
              <a:off x="4041" y="1158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5" name="Oval 81"/>
            <p:cNvSpPr>
              <a:spLocks noChangeArrowheads="1"/>
            </p:cNvSpPr>
            <p:nvPr/>
          </p:nvSpPr>
          <p:spPr bwMode="auto">
            <a:xfrm>
              <a:off x="3602" y="1921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6" name="Oval 82"/>
            <p:cNvSpPr>
              <a:spLocks noChangeArrowheads="1"/>
            </p:cNvSpPr>
            <p:nvPr/>
          </p:nvSpPr>
          <p:spPr bwMode="auto">
            <a:xfrm>
              <a:off x="3602" y="153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7" name="Oval 83"/>
            <p:cNvSpPr>
              <a:spLocks noChangeArrowheads="1"/>
            </p:cNvSpPr>
            <p:nvPr/>
          </p:nvSpPr>
          <p:spPr bwMode="auto">
            <a:xfrm>
              <a:off x="3602" y="1156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8" name="Text Box 84"/>
            <p:cNvSpPr txBox="1">
              <a:spLocks noChangeArrowheads="1"/>
            </p:cNvSpPr>
            <p:nvPr/>
          </p:nvSpPr>
          <p:spPr bwMode="auto">
            <a:xfrm>
              <a:off x="3313" y="1038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19" name="Text Box 85"/>
            <p:cNvSpPr txBox="1">
              <a:spLocks noChangeArrowheads="1"/>
            </p:cNvSpPr>
            <p:nvPr/>
          </p:nvSpPr>
          <p:spPr bwMode="auto">
            <a:xfrm>
              <a:off x="3313" y="1416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20" name="Text Box 86"/>
            <p:cNvSpPr txBox="1">
              <a:spLocks noChangeArrowheads="1"/>
            </p:cNvSpPr>
            <p:nvPr/>
          </p:nvSpPr>
          <p:spPr bwMode="auto">
            <a:xfrm>
              <a:off x="3313" y="179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grpSp>
          <p:nvGrpSpPr>
            <p:cNvPr id="121" name="Group 91"/>
            <p:cNvGrpSpPr/>
            <p:nvPr/>
          </p:nvGrpSpPr>
          <p:grpSpPr bwMode="auto">
            <a:xfrm>
              <a:off x="5078" y="1124"/>
              <a:ext cx="425" cy="73"/>
              <a:chOff x="5158" y="1203"/>
              <a:chExt cx="425" cy="73"/>
            </a:xfrm>
          </p:grpSpPr>
          <p:sp>
            <p:nvSpPr>
              <p:cNvPr id="138" name="Freeform 87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88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89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Line 90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2" name="Group 92"/>
            <p:cNvGrpSpPr/>
            <p:nvPr/>
          </p:nvGrpSpPr>
          <p:grpSpPr bwMode="auto">
            <a:xfrm>
              <a:off x="5078" y="1494"/>
              <a:ext cx="425" cy="73"/>
              <a:chOff x="5158" y="1203"/>
              <a:chExt cx="425" cy="73"/>
            </a:xfrm>
          </p:grpSpPr>
          <p:sp>
            <p:nvSpPr>
              <p:cNvPr id="134" name="Freeform 93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94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95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Line 96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3" name="Group 97"/>
            <p:cNvGrpSpPr/>
            <p:nvPr/>
          </p:nvGrpSpPr>
          <p:grpSpPr bwMode="auto">
            <a:xfrm>
              <a:off x="5078" y="1873"/>
              <a:ext cx="425" cy="73"/>
              <a:chOff x="5158" y="1203"/>
              <a:chExt cx="425" cy="73"/>
            </a:xfrm>
          </p:grpSpPr>
          <p:sp>
            <p:nvSpPr>
              <p:cNvPr id="130" name="Freeform 98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99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00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Line 101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24" name="Rectangle 102"/>
            <p:cNvSpPr>
              <a:spLocks noChangeArrowheads="1"/>
            </p:cNvSpPr>
            <p:nvPr/>
          </p:nvSpPr>
          <p:spPr bwMode="auto">
            <a:xfrm>
              <a:off x="4670" y="113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25" name="Rectangle 103"/>
            <p:cNvSpPr>
              <a:spLocks noChangeArrowheads="1"/>
            </p:cNvSpPr>
            <p:nvPr/>
          </p:nvSpPr>
          <p:spPr bwMode="auto">
            <a:xfrm>
              <a:off x="4670" y="1506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26" name="Rectangle 104"/>
            <p:cNvSpPr>
              <a:spLocks noChangeArrowheads="1"/>
            </p:cNvSpPr>
            <p:nvPr/>
          </p:nvSpPr>
          <p:spPr bwMode="auto">
            <a:xfrm>
              <a:off x="4670" y="189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127" name="Line 105"/>
            <p:cNvSpPr>
              <a:spLocks noChangeShapeType="1"/>
            </p:cNvSpPr>
            <p:nvPr/>
          </p:nvSpPr>
          <p:spPr bwMode="auto">
            <a:xfrm>
              <a:off x="5494" y="1179"/>
              <a:ext cx="0" cy="7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28" name="Text Box 107"/>
            <p:cNvSpPr txBox="1">
              <a:spLocks noChangeArrowheads="1"/>
            </p:cNvSpPr>
            <p:nvPr/>
          </p:nvSpPr>
          <p:spPr bwMode="auto">
            <a:xfrm>
              <a:off x="5013" y="857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j</a:t>
              </a:r>
              <a:r>
                <a:rPr kumimoji="0" lang="en-US" altLang="zh-CN" sz="2400" b="1" i="1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L</a:t>
              </a:r>
              <a:endParaRPr kumimoji="0" lang="en-US" altLang="zh-CN" sz="24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129" name="Text Box 109"/>
            <p:cNvSpPr txBox="1">
              <a:spLocks noChangeArrowheads="1"/>
            </p:cNvSpPr>
            <p:nvPr/>
          </p:nvSpPr>
          <p:spPr bwMode="auto">
            <a:xfrm>
              <a:off x="4568" y="871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R</a:t>
              </a:r>
              <a:endParaRPr kumimoji="0" lang="en-US" altLang="zh-CN" sz="2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</p:grp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674" name="Text Box 2"/>
          <p:cNvSpPr txBox="1">
            <a:spLocks noChangeArrowheads="1"/>
          </p:cNvSpPr>
          <p:nvPr/>
        </p:nvSpPr>
        <p:spPr bwMode="auto">
          <a:xfrm>
            <a:off x="623392" y="866974"/>
            <a:ext cx="7271469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3.7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对称三相电路，负载功率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=2.5kW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，功率因数为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0.8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（滞后）。求两功率表的读数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47" name="Group 3"/>
          <p:cNvGrpSpPr/>
          <p:nvPr/>
        </p:nvGrpSpPr>
        <p:grpSpPr bwMode="auto">
          <a:xfrm>
            <a:off x="8328248" y="842990"/>
            <a:ext cx="3406775" cy="2357438"/>
            <a:chOff x="2817" y="772"/>
            <a:chExt cx="2146" cy="1485"/>
          </a:xfrm>
        </p:grpSpPr>
        <p:sp>
          <p:nvSpPr>
            <p:cNvPr id="48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9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0" name="Text Box 6"/>
            <p:cNvSpPr txBox="1">
              <a:spLocks noChangeArrowheads="1"/>
            </p:cNvSpPr>
            <p:nvPr/>
          </p:nvSpPr>
          <p:spPr bwMode="auto">
            <a:xfrm>
              <a:off x="4353" y="1094"/>
              <a:ext cx="593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51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2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5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6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7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58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3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4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5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6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7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8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69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0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1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2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3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4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11" name="Group 76"/>
          <p:cNvGrpSpPr/>
          <p:nvPr/>
        </p:nvGrpSpPr>
        <p:grpSpPr bwMode="auto">
          <a:xfrm>
            <a:off x="479777" y="908721"/>
            <a:ext cx="6677268" cy="1593851"/>
            <a:chOff x="-529" y="34"/>
            <a:chExt cx="4052" cy="1004"/>
          </a:xfrm>
        </p:grpSpPr>
        <p:sp>
          <p:nvSpPr>
            <p:cNvPr id="43017" name="Text Box 2"/>
            <p:cNvSpPr txBox="1">
              <a:spLocks noChangeArrowheads="1"/>
            </p:cNvSpPr>
            <p:nvPr/>
          </p:nvSpPr>
          <p:spPr bwMode="auto">
            <a:xfrm>
              <a:off x="-529" y="34"/>
              <a:ext cx="4052" cy="10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3.8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对称三相电路，已知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                                             ，                      。</a:t>
              </a:r>
              <a:endPara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144018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试求两功率表读数。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43018" name="Object 44"/>
            <p:cNvGraphicFramePr>
              <a:graphicFrameLocks noChangeAspect="1"/>
            </p:cNvGraphicFramePr>
            <p:nvPr/>
          </p:nvGraphicFramePr>
          <p:xfrm>
            <a:off x="424" y="371"/>
            <a:ext cx="156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2466" name="Equation" r:id="rId1" imgW="27127200" imgH="5791200" progId="Equation.DSMT4">
                    <p:embed/>
                  </p:oleObj>
                </mc:Choice>
                <mc:Fallback>
                  <p:oleObj name="Equation" r:id="rId1" imgW="27127200" imgH="5791200" progId="Equation.DSMT4">
                    <p:embed/>
                    <p:pic>
                      <p:nvPicPr>
                        <p:cNvPr id="0" name="Object 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24" y="371"/>
                          <a:ext cx="156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3019" name="Object 49"/>
            <p:cNvGraphicFramePr>
              <a:graphicFrameLocks noChangeAspect="1"/>
            </p:cNvGraphicFramePr>
            <p:nvPr/>
          </p:nvGraphicFramePr>
          <p:xfrm>
            <a:off x="2124" y="346"/>
            <a:ext cx="1232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92467" name="Equation" r:id="rId3" imgW="21336000" imgH="5791200" progId="Equation.DSMT4">
                    <p:embed/>
                  </p:oleObj>
                </mc:Choice>
                <mc:Fallback>
                  <p:oleObj name="Equation" r:id="rId3" imgW="21336000" imgH="5791200" progId="Equation.DSMT4">
                    <p:embed/>
                    <p:pic>
                      <p:nvPicPr>
                        <p:cNvPr id="0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24" y="346"/>
                          <a:ext cx="1232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70" name="Group 3"/>
          <p:cNvGrpSpPr/>
          <p:nvPr/>
        </p:nvGrpSpPr>
        <p:grpSpPr bwMode="auto">
          <a:xfrm>
            <a:off x="8328248" y="842990"/>
            <a:ext cx="3406775" cy="2357438"/>
            <a:chOff x="2817" y="772"/>
            <a:chExt cx="2146" cy="1485"/>
          </a:xfrm>
        </p:grpSpPr>
        <p:sp>
          <p:nvSpPr>
            <p:cNvPr id="71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3" name="Text Box 6"/>
            <p:cNvSpPr txBox="1">
              <a:spLocks noChangeArrowheads="1"/>
            </p:cNvSpPr>
            <p:nvPr/>
          </p:nvSpPr>
          <p:spPr bwMode="auto">
            <a:xfrm>
              <a:off x="4353" y="1094"/>
              <a:ext cx="593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三相对称负载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74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8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79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1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0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2</a:t>
              </a:r>
              <a:endPara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81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6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7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8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  <a:sym typeface="Symbol" panose="05050102010706020507" pitchFamily="18" charset="2"/>
                </a:rPr>
                <a:t>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89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0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1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2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3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4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5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6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97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2226" name="Object 15"/>
          <p:cNvGraphicFramePr>
            <a:graphicFrameLocks noGrp="1" noChangeAspect="1"/>
          </p:cNvGraphicFramePr>
          <p:nvPr>
            <p:ph sz="half" idx="1"/>
          </p:nvPr>
        </p:nvGraphicFramePr>
        <p:xfrm>
          <a:off x="8754027" y="1960428"/>
          <a:ext cx="3387969" cy="193284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3490" name="Visio" r:id="rId1" imgW="2641600" imgH="1512570" progId="Visio.Drawing.11">
                  <p:embed/>
                </p:oleObj>
              </mc:Choice>
              <mc:Fallback>
                <p:oleObj name="Visio" r:id="rId1" imgW="2641600" imgH="1512570" progId="Visio.Drawing.11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754027" y="1960428"/>
                        <a:ext cx="3387969" cy="193284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2232" name="Rectangle 18"/>
          <p:cNvSpPr>
            <a:spLocks noChangeArrowheads="1"/>
          </p:cNvSpPr>
          <p:nvPr/>
        </p:nvSpPr>
        <p:spPr bwMode="auto">
          <a:xfrm>
            <a:off x="479376" y="836712"/>
            <a:ext cx="1108923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529080" marR="0" lvl="0" indent="-152908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3.9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已知                                       不对称三相负载接于线电压为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380V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的对称三相电源，试求功率表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的读数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2227" name="Object 17"/>
          <p:cNvGraphicFramePr>
            <a:graphicFrameLocks noChangeAspect="1"/>
          </p:cNvGraphicFramePr>
          <p:nvPr/>
        </p:nvGraphicFramePr>
        <p:xfrm>
          <a:off x="2875533" y="992930"/>
          <a:ext cx="3292475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3491" name="Equation" r:id="rId3" imgW="38709600" imgH="4876800" progId="Equation.DSMT4">
                  <p:embed/>
                </p:oleObj>
              </mc:Choice>
              <mc:Fallback>
                <p:oleObj name="Equation" r:id="rId3" imgW="38709600" imgH="4876800" progId="Equation.DSMT4">
                  <p:embed/>
                  <p:pic>
                    <p:nvPicPr>
                      <p:cNvPr id="0" name="Object 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75533" y="992930"/>
                        <a:ext cx="3292475" cy="422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4" name="Text Box 4"/>
          <p:cNvSpPr txBox="1">
            <a:spLocks noChangeArrowheads="1"/>
          </p:cNvSpPr>
          <p:nvPr/>
        </p:nvSpPr>
        <p:spPr bwMode="auto">
          <a:xfrm>
            <a:off x="479376" y="908721"/>
            <a:ext cx="6696744" cy="3143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703705" marR="0" lvl="0" indent="-170370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40+j40Ω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-j300Ω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，电源线电压为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打开时；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闭合时，瓦特表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的读数以及各相电源发出的复功率？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7574067" y="908720"/>
            <a:ext cx="4210565" cy="4104456"/>
            <a:chOff x="4928989" y="908720"/>
            <a:chExt cx="4210565" cy="4104456"/>
          </a:xfrm>
        </p:grpSpPr>
        <p:pic>
          <p:nvPicPr>
            <p:cNvPr id="29" name="Picture 3"/>
            <p:cNvPicPr>
              <a:picLocks noGrp="1" noChangeAspect="1" noChangeArrowheads="1"/>
            </p:cNvPicPr>
            <p:nvPr>
              <p:ph sz="half" idx="2"/>
            </p:nvPr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61" t="3527" r="4067"/>
            <a:stretch>
              <a:fillRect/>
            </a:stretch>
          </p:blipFill>
          <p:spPr>
            <a:xfrm>
              <a:off x="5292080" y="908720"/>
              <a:ext cx="3847474" cy="4104456"/>
            </a:xfr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0" name="Text Box 28"/>
            <p:cNvSpPr txBox="1">
              <a:spLocks noChangeArrowheads="1"/>
            </p:cNvSpPr>
            <p:nvPr/>
          </p:nvSpPr>
          <p:spPr bwMode="auto">
            <a:xfrm>
              <a:off x="5018255" y="118659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U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5000997" y="187887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V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  <p:sp>
          <p:nvSpPr>
            <p:cNvPr id="32" name="Text Box 30"/>
            <p:cNvSpPr txBox="1">
              <a:spLocks noChangeArrowheads="1"/>
            </p:cNvSpPr>
            <p:nvPr/>
          </p:nvSpPr>
          <p:spPr bwMode="auto">
            <a:xfrm>
              <a:off x="4928989" y="2506080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W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4"/>
          <p:cNvSpPr>
            <a:spLocks noChangeArrowheads="1"/>
          </p:cNvSpPr>
          <p:nvPr/>
        </p:nvSpPr>
        <p:spPr bwMode="auto">
          <a:xfrm>
            <a:off x="2639617" y="188640"/>
            <a:ext cx="7480347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zh-CN" altLang="en-US" sz="3200" b="1">
                <a:solidFill>
                  <a:srgbClr val="0000FF"/>
                </a:solidFill>
                <a:latin typeface="+mj-lt"/>
              </a:rPr>
              <a:t>建  议  作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业  题</a:t>
            </a:r>
            <a:endParaRPr lang="zh-CN" altLang="en-US" sz="3200" b="1" dirty="0">
              <a:solidFill>
                <a:srgbClr val="0000FF"/>
              </a:solidFill>
              <a:latin typeface="+mj-lt"/>
            </a:endParaRPr>
          </a:p>
        </p:txBody>
      </p:sp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1271464" y="980729"/>
            <a:ext cx="9001000" cy="26037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981075" indent="-981075" eaLnBrk="1" hangingPunct="1">
              <a:lnSpc>
                <a:spcPct val="150000"/>
              </a:lnSpc>
              <a:defRPr/>
            </a:pPr>
            <a:r>
              <a:rPr lang="zh-CN" altLang="en-US" sz="2800" b="1" dirty="0">
                <a:solidFill>
                  <a:srgbClr val="C00000"/>
                </a:solidFill>
                <a:latin typeface="Arial Black" panose="020B0A04020102020204" pitchFamily="34" charset="0"/>
              </a:rPr>
              <a:t>一：</a:t>
            </a:r>
            <a:r>
              <a:rPr lang="en-US" altLang="zh-CN" sz="2800" b="1" dirty="0">
                <a:solidFill>
                  <a:srgbClr val="000000"/>
                </a:solidFill>
                <a:latin typeface="Arial Black" panose="020B0A04020102020204" pitchFamily="34" charset="0"/>
              </a:rPr>
              <a:t>9.2       9.3</a:t>
            </a:r>
            <a:endParaRPr lang="en-US" altLang="zh-CN" sz="28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  <a:p>
            <a:pPr marL="981075" indent="-981075" eaLnBrk="1" hangingPunct="1">
              <a:lnSpc>
                <a:spcPct val="150000"/>
              </a:lnSpc>
              <a:defRPr/>
            </a:pPr>
            <a:r>
              <a:rPr lang="zh-CN" altLang="en-US" sz="2800" b="1" dirty="0">
                <a:solidFill>
                  <a:srgbClr val="C00000"/>
                </a:solidFill>
                <a:latin typeface="Arial Black" panose="020B0A04020102020204" pitchFamily="34" charset="0"/>
              </a:rPr>
              <a:t>二：</a:t>
            </a:r>
            <a:r>
              <a:rPr lang="en-US" altLang="zh-CN" sz="2800" b="1" dirty="0">
                <a:solidFill>
                  <a:srgbClr val="000000"/>
                </a:solidFill>
                <a:latin typeface="Arial Black" panose="020B0A04020102020204" pitchFamily="34" charset="0"/>
              </a:rPr>
              <a:t>9.5       9.8       9.10</a:t>
            </a:r>
            <a:endParaRPr lang="en-US" altLang="zh-CN" sz="28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  <a:p>
            <a:pPr marL="981075" indent="-981075" eaLnBrk="1" hangingPunct="1">
              <a:lnSpc>
                <a:spcPct val="150000"/>
              </a:lnSpc>
              <a:defRPr/>
            </a:pPr>
            <a:r>
              <a:rPr lang="zh-CN" altLang="en-US" sz="2800" b="1" dirty="0">
                <a:solidFill>
                  <a:srgbClr val="C00000"/>
                </a:solidFill>
                <a:latin typeface="Arial Black" panose="020B0A04020102020204" pitchFamily="34" charset="0"/>
              </a:rPr>
              <a:t>三：</a:t>
            </a:r>
            <a:r>
              <a:rPr lang="en-US" altLang="zh-CN" sz="2800" b="1" dirty="0">
                <a:solidFill>
                  <a:srgbClr val="000000"/>
                </a:solidFill>
                <a:latin typeface="Arial Black" panose="020B0A04020102020204" pitchFamily="34" charset="0"/>
              </a:rPr>
              <a:t>9.20     9.26     9.29     </a:t>
            </a:r>
            <a:endParaRPr lang="en-US" altLang="zh-CN" sz="28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  <a:p>
            <a:pPr marL="981075" indent="-981075" eaLnBrk="1" hangingPunct="1">
              <a:lnSpc>
                <a:spcPct val="150000"/>
              </a:lnSpc>
              <a:tabLst>
                <a:tab pos="3679825" algn="l"/>
                <a:tab pos="5017770" algn="l"/>
                <a:tab pos="6367145" algn="l"/>
              </a:tabLst>
              <a:defRPr/>
            </a:pPr>
            <a:r>
              <a:rPr lang="zh-CN" altLang="en-US" sz="2800" b="1" dirty="0">
                <a:solidFill>
                  <a:srgbClr val="C00000"/>
                </a:solidFill>
                <a:latin typeface="Arial Black" panose="020B0A04020102020204" pitchFamily="34" charset="0"/>
              </a:rPr>
              <a:t>综合：</a:t>
            </a:r>
            <a:r>
              <a:rPr lang="en-US" altLang="zh-CN" sz="2800" b="1" dirty="0">
                <a:latin typeface="Arial Black" panose="020B0A04020102020204" pitchFamily="34" charset="0"/>
              </a:rPr>
              <a:t>9</a:t>
            </a:r>
            <a:r>
              <a:rPr lang="en-US" altLang="zh-CN" sz="2800" b="1" dirty="0">
                <a:solidFill>
                  <a:srgbClr val="000000"/>
                </a:solidFill>
                <a:latin typeface="Arial Black" panose="020B0A04020102020204" pitchFamily="34" charset="0"/>
              </a:rPr>
              <a:t>.31     9.36</a:t>
            </a:r>
            <a:endParaRPr lang="en-US" altLang="zh-CN" sz="28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pic>
        <p:nvPicPr>
          <p:cNvPr id="6" name="Picture 17" descr="AG00315_"/>
          <p:cNvPicPr>
            <a:picLocks noChangeAspect="1" noChangeArrowheads="1" noCrop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16480" y="4869160"/>
            <a:ext cx="1756878" cy="19825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0"/>
    </mc:Choice>
    <mc:Fallback>
      <p:transition/>
    </mc:Fallback>
  </mc:AlternateContent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/>
          <p:cNvSpPr txBox="1">
            <a:spLocks noChangeArrowheads="1"/>
          </p:cNvSpPr>
          <p:nvPr/>
        </p:nvSpPr>
        <p:spPr>
          <a:xfrm>
            <a:off x="1199456" y="980728"/>
            <a:ext cx="8280920" cy="4176464"/>
          </a:xfrm>
        </p:spPr>
        <p:txBody>
          <a:bodyPr/>
          <a:lstStyle>
            <a:lvl1pPr marL="449580" indent="-44958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SzPct val="120000"/>
              <a:buBlip>
                <a:blip r:embed="rId1"/>
              </a:buBlip>
              <a:defRPr sz="2800">
                <a:solidFill>
                  <a:srgbClr val="133984"/>
                </a:solidFill>
                <a:latin typeface="+mn-lt"/>
                <a:ea typeface="+mn-ea"/>
                <a:cs typeface="+mn-cs"/>
              </a:defRPr>
            </a:lvl1pPr>
            <a:lvl2pPr marL="914400" indent="-285750" algn="l" rtl="0" eaLnBrk="0" fontAlgn="base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66"/>
              </a:buClr>
              <a:buChar char="•"/>
              <a:defRPr sz="2400">
                <a:solidFill>
                  <a:srgbClr val="133984"/>
                </a:solidFill>
                <a:latin typeface="+mn-lt"/>
                <a:ea typeface="+mn-ea"/>
              </a:defRPr>
            </a:lvl2pPr>
            <a:lvl3pPr marL="132270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3pPr>
            <a:lvl4pPr marL="1730375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4pPr>
            <a:lvl5pPr marL="213868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5pPr>
            <a:lvl6pPr marL="25958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6pPr>
            <a:lvl7pPr marL="30530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7pPr>
            <a:lvl8pPr marL="35102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8pPr>
            <a:lvl9pPr marL="396748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宋体" panose="02010600030101010101" pitchFamily="2" charset="-122"/>
              </a:defRPr>
            </a:lvl9pPr>
          </a:lstStyle>
          <a:p>
            <a:pPr marL="449580" marR="0" lvl="0" indent="-449580" algn="l" defTabSz="914400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ct val="0"/>
              </a:spcAft>
              <a:buClrTx/>
              <a:buSzPct val="120000"/>
              <a:buFont typeface="Wingdings 2" panose="05020102010507070707" pitchFamily="18" charset="2"/>
              <a:buChar char="C"/>
              <a:defRPr/>
            </a:pPr>
            <a:r>
              <a:rPr kumimoji="0" lang="zh-CN" alt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楷体_GB2312"/>
                <a:cs typeface="+mn-cs"/>
              </a:rPr>
              <a:t> 思维导图作业</a:t>
            </a:r>
            <a:endParaRPr kumimoji="0" lang="en-US" altLang="zh-CN" sz="32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楷体_GB2312"/>
              <a:cs typeface="+mn-cs"/>
            </a:endParaRPr>
          </a:p>
          <a:p>
            <a:pPr marL="714375" marR="0" lvl="2" indent="-446405" algn="l" defTabSz="2330450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u"/>
              <a:defRPr/>
            </a:pP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作业内容：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第九章课程思维导图</a:t>
            </a:r>
            <a:endParaRPr kumimoji="0" lang="en-US" altLang="zh-CN" sz="2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  <a:p>
            <a:pPr marL="714375" marR="0" lvl="2" indent="-446405" algn="l" defTabSz="2330450" rtl="0" eaLnBrk="1" fontAlgn="base" latinLnBrk="0" hangingPunct="1">
              <a:lnSpc>
                <a:spcPct val="12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u"/>
              <a:defRPr/>
            </a:pP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提交网址：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https://oc.sjtu.edu.cn/courses</a:t>
            </a:r>
            <a:endParaRPr kumimoji="0" lang="en-US" altLang="zh-CN" sz="2800" b="1" i="0" u="none" strike="noStrike" kern="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Times New Roman" panose="02020603050405020304" pitchFamily="18" charset="0"/>
              <a:ea typeface="华文中宋" panose="02010600040101010101" pitchFamily="2" charset="-122"/>
              <a:cs typeface="Times New Roman" panose="02020603050405020304" pitchFamily="18" charset="0"/>
            </a:endParaRPr>
          </a:p>
          <a:p>
            <a:pPr marL="803275" marR="0" lvl="2" indent="-81280" algn="l" defTabSz="2330450" rtl="0" eaLnBrk="1" fontAlgn="base" latinLnBrk="0" hangingPunct="1">
              <a:lnSpc>
                <a:spcPct val="12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                    《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电路理论</a:t>
            </a:r>
            <a:r>
              <a:rPr kumimoji="0" lang="en-US" altLang="zh-CN" sz="2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》</a:t>
            </a:r>
            <a:r>
              <a: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Times New Roman" panose="02020603050405020304" pitchFamily="18" charset="0"/>
              </a:rPr>
              <a:t>王昕</a:t>
            </a:r>
            <a:endParaRPr kumimoji="0" lang="en-US" altLang="zh-CN" sz="2800" b="1" i="0" u="none" strike="noStrike" kern="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Times New Roman" panose="02020603050405020304" pitchFamily="18" charset="0"/>
              <a:ea typeface="楷体_GB2312"/>
              <a:cs typeface="Times New Roman" panose="02020603050405020304" pitchFamily="18" charset="0"/>
            </a:endParaRPr>
          </a:p>
          <a:p>
            <a:pPr marL="714375" marR="0" lvl="2" indent="-446405" algn="l" defTabSz="2330450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u"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提交文件：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思维导图软件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程序文件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及生成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图片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Times New Roman" panose="02020603050405020304" pitchFamily="18" charset="0"/>
              <a:ea typeface="楷体_GB2312"/>
              <a:cs typeface="+mn-cs"/>
            </a:endParaRPr>
          </a:p>
          <a:p>
            <a:pPr marL="266700" marR="0" lvl="2" indent="2238375" algn="l" defTabSz="2330450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或纸介质拍成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照片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Times New Roman" panose="02020603050405020304" pitchFamily="18" charset="0"/>
              <a:ea typeface="楷体_GB2312"/>
              <a:cs typeface="+mn-cs"/>
            </a:endParaRPr>
          </a:p>
          <a:p>
            <a:pPr marL="714375" marR="0" lvl="2" indent="-446405" algn="l" defTabSz="2330450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u"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截止时间：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本周日晚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24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/>
                <a:cs typeface="+mn-cs"/>
              </a:rPr>
              <a:t>点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</p:txBody>
      </p:sp>
      <p:graphicFrame>
        <p:nvGraphicFramePr>
          <p:cNvPr id="7" name="Object 4"/>
          <p:cNvGraphicFramePr>
            <a:graphicFrameLocks noChangeAspect="1"/>
          </p:cNvGraphicFramePr>
          <p:nvPr/>
        </p:nvGraphicFramePr>
        <p:xfrm>
          <a:off x="10272844" y="5435353"/>
          <a:ext cx="1447800" cy="1195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7966" name="剪辑" r:id="rId2" imgW="1139190" imgH="941070" progId="MS_ClipArt_Gallery.2">
                  <p:embed/>
                </p:oleObj>
              </mc:Choice>
              <mc:Fallback>
                <p:oleObj name="剪辑" r:id="rId2" imgW="1139190" imgH="941070" progId="MS_ClipArt_Gallery.2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272844" y="5435353"/>
                        <a:ext cx="1447800" cy="1195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5"/>
          <p:cNvGraphicFramePr>
            <a:graphicFrameLocks noChangeAspect="1"/>
          </p:cNvGraphicFramePr>
          <p:nvPr/>
        </p:nvGraphicFramePr>
        <p:xfrm>
          <a:off x="479376" y="5509966"/>
          <a:ext cx="1262062" cy="10461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7967" name="剪辑" r:id="rId4" imgW="4046855" imgH="3352800" progId="MS_ClipArt_Gallery.2">
                  <p:embed/>
                </p:oleObj>
              </mc:Choice>
              <mc:Fallback>
                <p:oleObj name="剪辑" r:id="rId4" imgW="4046855" imgH="3352800" progId="MS_ClipArt_Gallery.2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9376" y="5509966"/>
                        <a:ext cx="1262062" cy="10461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2639617" y="188640"/>
            <a:ext cx="7480347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建  议  作  业  题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0"/>
    </mc:Choice>
    <mc:Fallback>
      <p:transition/>
    </mc:Fallback>
  </mc:AlternateContent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919289" y="836613"/>
            <a:ext cx="8353425" cy="230505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CN" sz="6600" dirty="0">
                <a:solidFill>
                  <a:srgbClr val="FF0000"/>
                </a:solidFill>
                <a:latin typeface="Arial Black" panose="020B0A04020102020204" pitchFamily="34" charset="0"/>
              </a:rPr>
              <a:t>THE END</a:t>
            </a:r>
            <a:endParaRPr lang="zh-CN" altLang="en-US" sz="6600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1559496" y="3969638"/>
            <a:ext cx="5280226" cy="21236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1"/>
              </a:buBlip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SzPct val="75000"/>
              <a:buBlip>
                <a:blip r:embed="rId2"/>
              </a:buBlip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indent="1081405" eaLnBrk="1" hangingPunct="1">
              <a:spcBef>
                <a:spcPts val="0"/>
              </a:spcBef>
              <a:buNone/>
              <a:defRPr/>
            </a:pPr>
            <a:r>
              <a:rPr kumimoji="0" lang="zh-CN" altLang="en-US" sz="4400" b="1" dirty="0">
                <a:solidFill>
                  <a:srgbClr val="660033"/>
                </a:solidFill>
                <a:latin typeface="+mn-lt"/>
                <a:ea typeface="华文行楷" panose="02010800040101010101" pitchFamily="2" charset="-122"/>
              </a:rPr>
              <a:t>真理即永恒</a:t>
            </a:r>
            <a:r>
              <a:rPr kumimoji="0" lang="zh-CN" altLang="en-US" sz="4400" b="1" dirty="0">
                <a:solidFill>
                  <a:srgbClr val="660033"/>
                </a:solidFill>
                <a:latin typeface="华文行楷" panose="02010800040101010101" pitchFamily="2" charset="-122"/>
                <a:ea typeface="华文行楷" panose="02010800040101010101" pitchFamily="2" charset="-122"/>
              </a:rPr>
              <a:t>。</a:t>
            </a:r>
            <a:endParaRPr kumimoji="0" lang="en-US" altLang="zh-CN" sz="4400" b="1" dirty="0">
              <a:solidFill>
                <a:srgbClr val="660033"/>
              </a:solidFill>
              <a:latin typeface="华文行楷" panose="02010800040101010101" pitchFamily="2" charset="-122"/>
              <a:ea typeface="华文行楷" panose="02010800040101010101" pitchFamily="2" charset="-122"/>
            </a:endParaRPr>
          </a:p>
          <a:p>
            <a:pPr indent="1081405" eaLnBrk="1" hangingPunct="1">
              <a:spcBef>
                <a:spcPts val="0"/>
              </a:spcBef>
              <a:buNone/>
              <a:defRPr/>
            </a:pPr>
            <a:endParaRPr kumimoji="0" lang="en-US" altLang="zh-CN" sz="4400" b="1" dirty="0">
              <a:solidFill>
                <a:srgbClr val="660033"/>
              </a:solidFill>
              <a:latin typeface="华文行楷" panose="02010800040101010101" pitchFamily="2" charset="-122"/>
              <a:ea typeface="华文行楷" panose="02010800040101010101" pitchFamily="2" charset="-122"/>
            </a:endParaRPr>
          </a:p>
          <a:p>
            <a:pPr algn="r" eaLnBrk="1" hangingPunct="1">
              <a:spcBef>
                <a:spcPts val="0"/>
              </a:spcBef>
              <a:buNone/>
              <a:defRPr/>
            </a:pPr>
            <a:r>
              <a:rPr kumimoji="0" lang="en-US" altLang="zh-CN" sz="4400" b="1" dirty="0">
                <a:solidFill>
                  <a:srgbClr val="660033"/>
                </a:solidFill>
                <a:latin typeface="华文行楷" panose="02010800040101010101" pitchFamily="2" charset="-122"/>
                <a:ea typeface="华文行楷" panose="02010800040101010101" pitchFamily="2" charset="-122"/>
              </a:rPr>
              <a:t>——</a:t>
            </a:r>
            <a:r>
              <a:rPr kumimoji="0" lang="zh-CN" altLang="en-US" sz="4400" b="1" dirty="0">
                <a:solidFill>
                  <a:srgbClr val="660033"/>
                </a:solidFill>
                <a:latin typeface="华文行楷" panose="02010800040101010101" pitchFamily="2" charset="-122"/>
                <a:ea typeface="华文行楷" panose="02010800040101010101" pitchFamily="2" charset="-122"/>
              </a:rPr>
              <a:t>西北大学</a:t>
            </a:r>
            <a:endParaRPr kumimoji="0" lang="en-US" altLang="zh-CN" sz="4400" b="1" dirty="0">
              <a:solidFill>
                <a:srgbClr val="660033"/>
              </a:solidFill>
              <a:latin typeface="华文行楷" panose="02010800040101010101" pitchFamily="2" charset="-122"/>
              <a:ea typeface="华文行楷" panose="02010800040101010101" pitchFamily="2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1271464" y="3141663"/>
            <a:ext cx="10297144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2224" y="3418451"/>
            <a:ext cx="3034885" cy="3034885"/>
          </a:xfrm>
          <a:prstGeom prst="rect">
            <a:avLst/>
          </a:prstGeom>
        </p:spPr>
      </p:pic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919289" y="836613"/>
            <a:ext cx="8353425" cy="230505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CN" sz="6600" dirty="0">
                <a:solidFill>
                  <a:srgbClr val="FF0000"/>
                </a:solidFill>
                <a:latin typeface="Arial Black" panose="020B0A04020102020204" pitchFamily="34" charset="0"/>
              </a:rPr>
              <a:t>THE END</a:t>
            </a:r>
            <a:endParaRPr lang="zh-CN" altLang="en-US" sz="6600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1487488" y="3652569"/>
            <a:ext cx="5616872" cy="144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Blip>
                <a:blip r:embed="rId1"/>
              </a:buBlip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SzPct val="75000"/>
              <a:buBlip>
                <a:blip r:embed="rId2"/>
              </a:buBlip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Char char="–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indent="1081405" eaLnBrk="1" hangingPunct="1">
              <a:spcBef>
                <a:spcPts val="0"/>
              </a:spcBef>
              <a:buNone/>
              <a:defRPr/>
            </a:pPr>
            <a:r>
              <a:rPr kumimoji="0" lang="en-US" altLang="zh-CN" sz="4400" b="1" dirty="0">
                <a:solidFill>
                  <a:srgbClr val="660033"/>
                </a:solidFill>
                <a:latin typeface="Comic Sans MS" panose="030F0702030302020204" pitchFamily="66" charset="0"/>
                <a:ea typeface="华文行楷" panose="02010800040101010101" pitchFamily="2" charset="-122"/>
              </a:rPr>
              <a:t>Whatsoever Things Are True.</a:t>
            </a:r>
            <a:endParaRPr kumimoji="0" lang="zh-CN" altLang="en-US" sz="4400" b="1" dirty="0">
              <a:solidFill>
                <a:srgbClr val="660033"/>
              </a:solidFill>
              <a:latin typeface="Comic Sans MS" panose="030F0702030302020204" pitchFamily="66" charset="0"/>
              <a:ea typeface="华文行楷" panose="02010800040101010101" pitchFamily="2" charset="-122"/>
            </a:endParaRPr>
          </a:p>
        </p:txBody>
      </p:sp>
      <p:sp>
        <p:nvSpPr>
          <p:cNvPr id="8" name="Line 5"/>
          <p:cNvSpPr>
            <a:spLocks noChangeShapeType="1"/>
          </p:cNvSpPr>
          <p:nvPr/>
        </p:nvSpPr>
        <p:spPr bwMode="auto">
          <a:xfrm>
            <a:off x="1271464" y="3141663"/>
            <a:ext cx="10297144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2224" y="3418451"/>
            <a:ext cx="3034885" cy="3034885"/>
          </a:xfrm>
          <a:prstGeom prst="rect">
            <a:avLst/>
          </a:prstGeom>
        </p:spPr>
      </p:pic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919291" y="836613"/>
            <a:ext cx="8353425" cy="230505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CN" sz="6600" dirty="0">
                <a:solidFill>
                  <a:srgbClr val="FF0000"/>
                </a:solidFill>
                <a:latin typeface="Arial Black" panose="020B0A04020102020204" pitchFamily="34" charset="0"/>
              </a:rPr>
              <a:t>PPT </a:t>
            </a:r>
            <a:r>
              <a:rPr lang="zh-CN" altLang="en-US" sz="6600" dirty="0">
                <a:solidFill>
                  <a:srgbClr val="FF0000"/>
                </a:solidFill>
                <a:latin typeface="+mn-ea"/>
                <a:ea typeface="+mn-ea"/>
              </a:rPr>
              <a:t>习 题 答 案</a:t>
            </a:r>
            <a:endParaRPr lang="zh-CN" altLang="en-US" sz="6600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1271464" y="3141663"/>
            <a:ext cx="10297144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0631"/>
          <a:stretch>
            <a:fillRect/>
          </a:stretch>
        </p:blipFill>
        <p:spPr>
          <a:xfrm>
            <a:off x="8832304" y="3582878"/>
            <a:ext cx="3332617" cy="3275122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44" name="Rectangle 4"/>
          <p:cNvSpPr>
            <a:spLocks noChangeArrowheads="1"/>
          </p:cNvSpPr>
          <p:nvPr/>
        </p:nvSpPr>
        <p:spPr bwMode="auto">
          <a:xfrm>
            <a:off x="479376" y="836714"/>
            <a:ext cx="11089231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1.1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对称三相电源作星形联结，每相电压有效值均为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，但其中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VY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相位接反（如图所示），画出三相电源线电压的相量图，并求出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间电压有效值。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50245" name="Object 5"/>
          <p:cNvGraphicFramePr>
            <a:graphicFrameLocks noChangeAspect="1"/>
          </p:cNvGraphicFramePr>
          <p:nvPr/>
        </p:nvGraphicFramePr>
        <p:xfrm>
          <a:off x="9682657" y="2146070"/>
          <a:ext cx="1885950" cy="1646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9469" name="Visio" r:id="rId1" imgW="1800225" imgH="1600200" progId="Visio.Drawing.11">
                  <p:embed/>
                </p:oleObj>
              </mc:Choice>
              <mc:Fallback>
                <p:oleObj name="Visio" r:id="rId1" imgW="1800225" imgH="1600200" progId="Visio.Drawing.11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682657" y="2146070"/>
                        <a:ext cx="1885950" cy="16462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50247" name="Rectangle 7"/>
          <p:cNvSpPr>
            <a:spLocks noChangeArrowheads="1"/>
          </p:cNvSpPr>
          <p:nvPr/>
        </p:nvSpPr>
        <p:spPr bwMode="auto">
          <a:xfrm>
            <a:off x="1375388" y="3801831"/>
            <a:ext cx="6094395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假设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相没接反时三相电源相序为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U-V-W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，以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相电压为参考相量，画出线电压的相量图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650263" name="Group 23"/>
          <p:cNvGrpSpPr/>
          <p:nvPr/>
        </p:nvGrpSpPr>
        <p:grpSpPr bwMode="auto">
          <a:xfrm>
            <a:off x="10243740" y="5185048"/>
            <a:ext cx="1612900" cy="498475"/>
            <a:chOff x="3707" y="2996"/>
            <a:chExt cx="1016" cy="314"/>
          </a:xfrm>
        </p:grpSpPr>
        <p:sp>
          <p:nvSpPr>
            <p:cNvPr id="8217" name="Line 10"/>
            <p:cNvSpPr>
              <a:spLocks noChangeShapeType="1"/>
            </p:cNvSpPr>
            <p:nvPr/>
          </p:nvSpPr>
          <p:spPr bwMode="auto">
            <a:xfrm>
              <a:off x="3707" y="3126"/>
              <a:ext cx="52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8218" name="Object 12"/>
            <p:cNvGraphicFramePr>
              <a:graphicFrameLocks noChangeAspect="1"/>
            </p:cNvGraphicFramePr>
            <p:nvPr/>
          </p:nvGraphicFramePr>
          <p:xfrm>
            <a:off x="4342" y="2996"/>
            <a:ext cx="381" cy="3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9470" name="Equation" r:id="rId3" imgW="7010400" imgH="5791200" progId="Equation.DSMT4">
                    <p:embed/>
                  </p:oleObj>
                </mc:Choice>
                <mc:Fallback>
                  <p:oleObj name="Equation" r:id="rId3" imgW="7010400" imgH="5791200" progId="Equation.DSMT4">
                    <p:embed/>
                    <p:pic>
                      <p:nvPicPr>
                        <p:cNvPr id="0" name="Object 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342" y="2996"/>
                          <a:ext cx="381" cy="31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50265" name="Group 25"/>
          <p:cNvGrpSpPr/>
          <p:nvPr/>
        </p:nvGrpSpPr>
        <p:grpSpPr bwMode="auto">
          <a:xfrm>
            <a:off x="9351565" y="5385072"/>
            <a:ext cx="889000" cy="1219200"/>
            <a:chOff x="3145" y="3122"/>
            <a:chExt cx="560" cy="768"/>
          </a:xfrm>
        </p:grpSpPr>
        <p:sp>
          <p:nvSpPr>
            <p:cNvPr id="8215" name="Line 15"/>
            <p:cNvSpPr>
              <a:spLocks noChangeShapeType="1"/>
            </p:cNvSpPr>
            <p:nvPr/>
          </p:nvSpPr>
          <p:spPr bwMode="auto">
            <a:xfrm flipH="1">
              <a:off x="3439" y="3122"/>
              <a:ext cx="266" cy="46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8216" name="Object 16"/>
            <p:cNvGraphicFramePr>
              <a:graphicFrameLocks noChangeAspect="1"/>
            </p:cNvGraphicFramePr>
            <p:nvPr/>
          </p:nvGraphicFramePr>
          <p:xfrm>
            <a:off x="3145" y="3587"/>
            <a:ext cx="367" cy="3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9471" name="Equation" r:id="rId5" imgW="7010400" imgH="5791200" progId="Equation.DSMT4">
                    <p:embed/>
                  </p:oleObj>
                </mc:Choice>
                <mc:Fallback>
                  <p:oleObj name="Equation" r:id="rId5" imgW="7010400" imgH="5791200" progId="Equation.DSMT4">
                    <p:embed/>
                    <p:pic>
                      <p:nvPicPr>
                        <p:cNvPr id="0" name="Object 1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45" y="3587"/>
                          <a:ext cx="367" cy="30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50264" name="Group 24"/>
          <p:cNvGrpSpPr/>
          <p:nvPr/>
        </p:nvGrpSpPr>
        <p:grpSpPr bwMode="auto">
          <a:xfrm>
            <a:off x="9183291" y="4140473"/>
            <a:ext cx="1049337" cy="1254125"/>
            <a:chOff x="3039" y="2338"/>
            <a:chExt cx="661" cy="790"/>
          </a:xfrm>
        </p:grpSpPr>
        <p:sp>
          <p:nvSpPr>
            <p:cNvPr id="8213" name="Line 14"/>
            <p:cNvSpPr>
              <a:spLocks noChangeShapeType="1"/>
            </p:cNvSpPr>
            <p:nvPr/>
          </p:nvSpPr>
          <p:spPr bwMode="auto">
            <a:xfrm flipH="1" flipV="1">
              <a:off x="3434" y="2667"/>
              <a:ext cx="266" cy="4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8214" name="Object 18"/>
            <p:cNvGraphicFramePr>
              <a:graphicFrameLocks noChangeAspect="1"/>
            </p:cNvGraphicFramePr>
            <p:nvPr/>
          </p:nvGraphicFramePr>
          <p:xfrm>
            <a:off x="3039" y="2338"/>
            <a:ext cx="396" cy="3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9472" name="Equation" r:id="rId7" imgW="7315200" imgH="5791200" progId="Equation.DSMT4">
                    <p:embed/>
                  </p:oleObj>
                </mc:Choice>
                <mc:Fallback>
                  <p:oleObj name="Equation" r:id="rId7" imgW="7315200" imgH="5791200" progId="Equation.DSMT4">
                    <p:embed/>
                    <p:pic>
                      <p:nvPicPr>
                        <p:cNvPr id="0" name="Object 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39" y="2338"/>
                          <a:ext cx="396" cy="31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50266" name="Group 26"/>
          <p:cNvGrpSpPr/>
          <p:nvPr/>
        </p:nvGrpSpPr>
        <p:grpSpPr bwMode="auto">
          <a:xfrm>
            <a:off x="10250091" y="4094436"/>
            <a:ext cx="820737" cy="1273175"/>
            <a:chOff x="3711" y="2309"/>
            <a:chExt cx="517" cy="802"/>
          </a:xfrm>
        </p:grpSpPr>
        <p:graphicFrame>
          <p:nvGraphicFramePr>
            <p:cNvPr id="8211" name="Object 19"/>
            <p:cNvGraphicFramePr>
              <a:graphicFrameLocks noChangeAspect="1"/>
            </p:cNvGraphicFramePr>
            <p:nvPr/>
          </p:nvGraphicFramePr>
          <p:xfrm>
            <a:off x="3861" y="2309"/>
            <a:ext cx="367" cy="3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9473" name="Equation" r:id="rId9" imgW="7010400" imgH="5791200" progId="Equation.DSMT4">
                    <p:embed/>
                  </p:oleObj>
                </mc:Choice>
                <mc:Fallback>
                  <p:oleObj name="Equation" r:id="rId9" imgW="7010400" imgH="5791200" progId="Equation.DSMT4">
                    <p:embed/>
                    <p:pic>
                      <p:nvPicPr>
                        <p:cNvPr id="0" name="Object 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61" y="2309"/>
                          <a:ext cx="367" cy="30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212" name="Line 20"/>
            <p:cNvSpPr>
              <a:spLocks noChangeShapeType="1"/>
            </p:cNvSpPr>
            <p:nvPr/>
          </p:nvSpPr>
          <p:spPr bwMode="auto">
            <a:xfrm flipV="1">
              <a:off x="3711" y="2650"/>
              <a:ext cx="266" cy="4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</p:grpSp>
      <p:graphicFrame>
        <p:nvGraphicFramePr>
          <p:cNvPr id="650261" name="Object 21"/>
          <p:cNvGraphicFramePr>
            <a:graphicFrameLocks noChangeAspect="1"/>
          </p:cNvGraphicFramePr>
          <p:nvPr/>
        </p:nvGraphicFramePr>
        <p:xfrm>
          <a:off x="2051050" y="3173413"/>
          <a:ext cx="1682750" cy="498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9474" name="Equation" r:id="rId11" imgW="19507200" imgH="5791200" progId="Equation.DSMT4">
                  <p:embed/>
                </p:oleObj>
              </mc:Choice>
              <mc:Fallback>
                <p:oleObj name="Equation" r:id="rId11" imgW="19507200" imgH="5791200" progId="Equation.DSMT4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3173413"/>
                        <a:ext cx="1682750" cy="498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50262" name="Object 22"/>
          <p:cNvGraphicFramePr>
            <a:graphicFrameLocks noChangeAspect="1"/>
          </p:cNvGraphicFramePr>
          <p:nvPr/>
        </p:nvGraphicFramePr>
        <p:xfrm>
          <a:off x="1375388" y="2560276"/>
          <a:ext cx="3925888" cy="496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9475" name="Equation" r:id="rId13" imgW="45720000" imgH="5791200" progId="Equation.DSMT4">
                  <p:embed/>
                </p:oleObj>
              </mc:Choice>
              <mc:Fallback>
                <p:oleObj name="Equation" r:id="rId13" imgW="45720000" imgH="57912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5388" y="2560276"/>
                        <a:ext cx="3925888" cy="496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50268" name="Line 28"/>
          <p:cNvSpPr>
            <a:spLocks noChangeShapeType="1"/>
          </p:cNvSpPr>
          <p:nvPr/>
        </p:nvSpPr>
        <p:spPr bwMode="auto">
          <a:xfrm flipH="1">
            <a:off x="10631091" y="5396186"/>
            <a:ext cx="422275" cy="731837"/>
          </a:xfrm>
          <a:prstGeom prst="line">
            <a:avLst/>
          </a:prstGeom>
          <a:noFill/>
          <a:ln w="38100">
            <a:solidFill>
              <a:srgbClr val="0000FF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graphicFrame>
        <p:nvGraphicFramePr>
          <p:cNvPr id="650275" name="Object 35"/>
          <p:cNvGraphicFramePr>
            <a:graphicFrameLocks noChangeAspect="1"/>
          </p:cNvGraphicFramePr>
          <p:nvPr/>
        </p:nvGraphicFramePr>
        <p:xfrm>
          <a:off x="1398588" y="5514975"/>
          <a:ext cx="24987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29476" name="Equation" r:id="rId15" imgW="28956000" imgH="5486400" progId="Equation.DSMT4">
                  <p:embed/>
                </p:oleObj>
              </mc:Choice>
              <mc:Fallback>
                <p:oleObj name="Equation" r:id="rId15" imgW="28956000" imgH="5486400" progId="Equation.DSMT4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98588" y="5514975"/>
                        <a:ext cx="2498725" cy="473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50278" name="Group 38"/>
          <p:cNvGrpSpPr/>
          <p:nvPr/>
        </p:nvGrpSpPr>
        <p:grpSpPr bwMode="auto">
          <a:xfrm>
            <a:off x="10245327" y="5391422"/>
            <a:ext cx="960438" cy="1277938"/>
            <a:chOff x="3708" y="3126"/>
            <a:chExt cx="605" cy="805"/>
          </a:xfrm>
        </p:grpSpPr>
        <p:sp>
          <p:nvSpPr>
            <p:cNvPr id="8209" name="Line 34"/>
            <p:cNvSpPr>
              <a:spLocks noChangeShapeType="1"/>
            </p:cNvSpPr>
            <p:nvPr/>
          </p:nvSpPr>
          <p:spPr bwMode="auto">
            <a:xfrm>
              <a:off x="3708" y="3126"/>
              <a:ext cx="266" cy="46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  <p:graphicFrame>
          <p:nvGraphicFramePr>
            <p:cNvPr id="8210" name="Object 36"/>
            <p:cNvGraphicFramePr>
              <a:graphicFrameLocks noChangeAspect="1"/>
            </p:cNvGraphicFramePr>
            <p:nvPr/>
          </p:nvGraphicFramePr>
          <p:xfrm>
            <a:off x="3934" y="3618"/>
            <a:ext cx="379" cy="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29477" name="Equation" r:id="rId17" imgW="7010400" imgH="5791200" progId="Equation.DSMT4">
                    <p:embed/>
                  </p:oleObj>
                </mc:Choice>
                <mc:Fallback>
                  <p:oleObj name="Equation" r:id="rId17" imgW="7010400" imgH="5791200" progId="Equation.DSMT4">
                    <p:embed/>
                    <p:pic>
                      <p:nvPicPr>
                        <p:cNvPr id="0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934" y="3618"/>
                          <a:ext cx="379" cy="3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50279" name="Rectangle 39"/>
          <p:cNvSpPr>
            <a:spLocks noChangeArrowheads="1"/>
          </p:cNvSpPr>
          <p:nvPr/>
        </p:nvSpPr>
        <p:spPr bwMode="auto">
          <a:xfrm>
            <a:off x="479376" y="2515059"/>
            <a:ext cx="90601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9.1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三相电路的基本概念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0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50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50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50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650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9" dur="500"/>
                                        <p:tgtEl>
                                          <p:spTgt spid="650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3" dur="500"/>
                                        <p:tgtEl>
                                          <p:spTgt spid="650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8" dur="500"/>
                                        <p:tgtEl>
                                          <p:spTgt spid="650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3" dur="500"/>
                                        <p:tgtEl>
                                          <p:spTgt spid="650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650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650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0247" grpId="0"/>
      <p:bldP spid="650279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2" name="Rectangle 33"/>
          <p:cNvSpPr>
            <a:spLocks noChangeArrowheads="1"/>
          </p:cNvSpPr>
          <p:nvPr/>
        </p:nvSpPr>
        <p:spPr bwMode="auto">
          <a:xfrm>
            <a:off x="551384" y="936163"/>
            <a:ext cx="11017223" cy="107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529080" marR="0" lvl="0" indent="-152908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逆相序对称三相三线制电路的电压为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380V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，星形对称负载每相阻抗为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Z=20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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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Ω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，试求对称三相电路的线电流相量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23938" name="Rectangle 34"/>
          <p:cNvSpPr>
            <a:spLocks noChangeArrowheads="1"/>
          </p:cNvSpPr>
          <p:nvPr/>
        </p:nvSpPr>
        <p:spPr bwMode="auto">
          <a:xfrm>
            <a:off x="1209834" y="2037390"/>
            <a:ext cx="216024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23939" name="Object 35"/>
          <p:cNvGraphicFramePr>
            <a:graphicFrameLocks noChangeAspect="1"/>
          </p:cNvGraphicFramePr>
          <p:nvPr/>
        </p:nvGraphicFramePr>
        <p:xfrm>
          <a:off x="1755232" y="3235673"/>
          <a:ext cx="4988840" cy="88890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2118" name="Equation" r:id="rId1" imgW="58216800" imgH="10363200" progId="Equation.DSMT4">
                  <p:embed/>
                </p:oleObj>
              </mc:Choice>
              <mc:Fallback>
                <p:oleObj name="Equation" r:id="rId1" imgW="58216800" imgH="10363200" progId="Equation.DSMT4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55232" y="3235673"/>
                        <a:ext cx="4988840" cy="88890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43"/>
          <p:cNvGrpSpPr/>
          <p:nvPr/>
        </p:nvGrpSpPr>
        <p:grpSpPr bwMode="auto">
          <a:xfrm>
            <a:off x="1209834" y="4029324"/>
            <a:ext cx="7250722" cy="839666"/>
            <a:chOff x="123" y="2167"/>
            <a:chExt cx="4948" cy="573"/>
          </a:xfrm>
        </p:grpSpPr>
        <p:sp>
          <p:nvSpPr>
            <p:cNvPr id="21518" name="Rectangle 37"/>
            <p:cNvSpPr>
              <a:spLocks noChangeArrowheads="1"/>
            </p:cNvSpPr>
            <p:nvPr/>
          </p:nvSpPr>
          <p:spPr bwMode="auto">
            <a:xfrm>
              <a:off x="123" y="2241"/>
              <a:ext cx="2087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相线电流相量为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1508" name="Object 38"/>
            <p:cNvGraphicFramePr>
              <a:graphicFrameLocks noChangeAspect="1"/>
            </p:cNvGraphicFramePr>
            <p:nvPr/>
          </p:nvGraphicFramePr>
          <p:xfrm>
            <a:off x="2181" y="2167"/>
            <a:ext cx="2890" cy="57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119" name="Equation" r:id="rId3" imgW="50596800" imgH="10058400" progId="Equation.DSMT4">
                    <p:embed/>
                  </p:oleObj>
                </mc:Choice>
                <mc:Fallback>
                  <p:oleObj name="Equation" r:id="rId3" imgW="50596800" imgH="10058400" progId="Equation.DSMT4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81" y="2167"/>
                          <a:ext cx="2890" cy="57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3944" name="Rectangle 40"/>
          <p:cNvSpPr>
            <a:spLocks noChangeArrowheads="1"/>
          </p:cNvSpPr>
          <p:nvPr/>
        </p:nvSpPr>
        <p:spPr bwMode="auto">
          <a:xfrm>
            <a:off x="1209834" y="4938483"/>
            <a:ext cx="559165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注意到三相电路是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逆相序：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W-V-U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23945" name="Object 41"/>
          <p:cNvGraphicFramePr>
            <a:graphicFrameLocks noChangeAspect="1"/>
          </p:cNvGraphicFramePr>
          <p:nvPr/>
        </p:nvGraphicFramePr>
        <p:xfrm>
          <a:off x="1648891" y="5525935"/>
          <a:ext cx="7126287" cy="1235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2120" name="Equation" r:id="rId5" imgW="68884800" imgH="11887200" progId="Equation.DSMT4">
                  <p:embed/>
                </p:oleObj>
              </mc:Choice>
              <mc:Fallback>
                <p:oleObj name="Equation" r:id="rId5" imgW="68884800" imgH="11887200" progId="Equation.DSMT4">
                  <p:embed/>
                  <p:pic>
                    <p:nvPicPr>
                      <p:cNvPr id="0" name="Object 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48891" y="5525935"/>
                        <a:ext cx="7126287" cy="12350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1" name="Rectangle 11"/>
          <p:cNvSpPr>
            <a:spLocks noChangeArrowheads="1"/>
          </p:cNvSpPr>
          <p:nvPr/>
        </p:nvSpPr>
        <p:spPr bwMode="auto">
          <a:xfrm>
            <a:off x="551384" y="2035181"/>
            <a:ext cx="92001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 34"/>
          <p:cNvSpPr>
            <a:spLocks noChangeArrowheads="1"/>
          </p:cNvSpPr>
          <p:nvPr/>
        </p:nvSpPr>
        <p:spPr bwMode="auto">
          <a:xfrm>
            <a:off x="1209834" y="2644579"/>
            <a:ext cx="4266823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设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相电压初相为零，则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3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3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3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3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38" grpId="0"/>
      <p:bldP spid="123944" grpId="0"/>
      <p:bldP spid="11" grpId="0"/>
      <p:bldP spid="12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578" name="Object 29"/>
          <p:cNvGraphicFramePr>
            <a:graphicFrameLocks noChangeAspect="1"/>
          </p:cNvGraphicFramePr>
          <p:nvPr/>
        </p:nvGraphicFramePr>
        <p:xfrm>
          <a:off x="1542135" y="1932824"/>
          <a:ext cx="4188069" cy="2562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3322" name="Visio" r:id="rId1" imgW="3228340" imgH="1975485" progId="Visio.Drawing.11">
                  <p:embed/>
                </p:oleObj>
              </mc:Choice>
              <mc:Fallback>
                <p:oleObj name="Visio" r:id="rId1" imgW="3228340" imgH="1975485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2135" y="1932824"/>
                        <a:ext cx="4188069" cy="2562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8031" name="Object 31"/>
          <p:cNvGraphicFramePr>
            <a:graphicFrameLocks noChangeAspect="1"/>
          </p:cNvGraphicFramePr>
          <p:nvPr/>
        </p:nvGraphicFramePr>
        <p:xfrm>
          <a:off x="7562847" y="1901824"/>
          <a:ext cx="3974123" cy="180095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3323" name="Visio" r:id="rId3" imgW="2901315" imgH="1320800" progId="Visio.Drawing.11">
                  <p:embed/>
                </p:oleObj>
              </mc:Choice>
              <mc:Fallback>
                <p:oleObj name="Visio" r:id="rId3" imgW="2901315" imgH="1320800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62847" y="1901824"/>
                        <a:ext cx="3974123" cy="180095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5" name="Rectangle 33"/>
          <p:cNvSpPr>
            <a:spLocks noChangeArrowheads="1"/>
          </p:cNvSpPr>
          <p:nvPr/>
        </p:nvSpPr>
        <p:spPr bwMode="auto">
          <a:xfrm>
            <a:off x="1230296" y="4365104"/>
            <a:ext cx="213712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等效变换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703512" y="4949752"/>
            <a:ext cx="6165939" cy="782638"/>
            <a:chOff x="1354734" y="4324908"/>
            <a:chExt cx="6165939" cy="782638"/>
          </a:xfrm>
        </p:grpSpPr>
        <p:sp>
          <p:nvSpPr>
            <p:cNvPr id="128033" name="Rectangle 33"/>
            <p:cNvSpPr>
              <a:spLocks noChangeArrowheads="1"/>
            </p:cNvSpPr>
            <p:nvPr/>
          </p:nvSpPr>
          <p:spPr bwMode="auto">
            <a:xfrm>
              <a:off x="1354734" y="4389854"/>
              <a:ext cx="4873450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将三角形负载变换为星形负载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6" name="Object 28"/>
            <p:cNvGraphicFramePr>
              <a:graphicFrameLocks noChangeAspect="1"/>
            </p:cNvGraphicFramePr>
            <p:nvPr/>
          </p:nvGraphicFramePr>
          <p:xfrm>
            <a:off x="6198285" y="4324908"/>
            <a:ext cx="1322388" cy="7826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3324" name="Equation" r:id="rId5" imgW="16459200" imgH="9753600" progId="Equation.DSMT4">
                    <p:embed/>
                  </p:oleObj>
                </mc:Choice>
                <mc:Fallback>
                  <p:oleObj name="Equation" r:id="rId5" imgW="16459200" imgH="9753600" progId="Equation.DSMT4">
                    <p:embed/>
                    <p:pic>
                      <p:nvPicPr>
                        <p:cNvPr id="0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198285" y="4324908"/>
                          <a:ext cx="1322388" cy="7826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3" name="Rectangle 33"/>
          <p:cNvSpPr>
            <a:spLocks noChangeArrowheads="1"/>
          </p:cNvSpPr>
          <p:nvPr/>
        </p:nvSpPr>
        <p:spPr bwMode="auto">
          <a:xfrm>
            <a:off x="612412" y="4365104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6" name="组合 22"/>
          <p:cNvGrpSpPr/>
          <p:nvPr/>
        </p:nvGrpSpPr>
        <p:grpSpPr bwMode="auto">
          <a:xfrm>
            <a:off x="551384" y="887128"/>
            <a:ext cx="11017224" cy="1076961"/>
            <a:chOff x="-974711" y="662984"/>
            <a:chExt cx="11597425" cy="1166712"/>
          </a:xfrm>
        </p:grpSpPr>
        <p:sp>
          <p:nvSpPr>
            <p:cNvPr id="17" name="Rectangle 24"/>
            <p:cNvSpPr>
              <a:spLocks noChangeArrowheads="1"/>
            </p:cNvSpPr>
            <p:nvPr/>
          </p:nvSpPr>
          <p:spPr bwMode="auto">
            <a:xfrm>
              <a:off x="-974711" y="662984"/>
              <a:ext cx="11597425" cy="11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529080" marR="0" lvl="0" indent="-15290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2.2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已知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Z=(5+j4)Ω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0" lang="en-US" altLang="zh-CN" sz="2800" b="1" i="1" u="none" strike="noStrike" kern="1200" cap="none" spc="0" normalizeH="0" baseline="-30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=(0.5+j0.4)Ω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，端点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W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接于对称三相电源，电源电压为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。试求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8" name="Object 23"/>
            <p:cNvGraphicFramePr>
              <a:graphicFrameLocks noChangeAspect="1"/>
            </p:cNvGraphicFramePr>
            <p:nvPr/>
          </p:nvGraphicFramePr>
          <p:xfrm>
            <a:off x="6597074" y="1304776"/>
            <a:ext cx="571517" cy="4574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3325" name="Equation" r:id="rId7" imgW="7010400" imgH="5791200" progId="Equation.DSMT4">
                    <p:embed/>
                  </p:oleObj>
                </mc:Choice>
                <mc:Fallback>
                  <p:oleObj name="Equation" r:id="rId7" imgW="7010400" imgH="5791200" progId="Equation.DSMT4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597074" y="1304776"/>
                          <a:ext cx="571517" cy="4574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" name="Object 22"/>
            <p:cNvGraphicFramePr>
              <a:graphicFrameLocks noChangeAspect="1"/>
            </p:cNvGraphicFramePr>
            <p:nvPr/>
          </p:nvGraphicFramePr>
          <p:xfrm>
            <a:off x="7193217" y="1310447"/>
            <a:ext cx="571517" cy="4798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3326" name="Equation" r:id="rId9" imgW="6705600" imgH="5791200" progId="Equation.DSMT4">
                    <p:embed/>
                  </p:oleObj>
                </mc:Choice>
                <mc:Fallback>
                  <p:oleObj name="Equation" r:id="rId9" imgW="67056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93217" y="1310447"/>
                          <a:ext cx="571517" cy="47982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" name="Object 21"/>
            <p:cNvGraphicFramePr>
              <a:graphicFrameLocks noChangeAspect="1"/>
            </p:cNvGraphicFramePr>
            <p:nvPr/>
          </p:nvGraphicFramePr>
          <p:xfrm>
            <a:off x="7789360" y="1319628"/>
            <a:ext cx="407749" cy="500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3327" name="Equation" r:id="rId11" imgW="4572000" imgH="5791200" progId="Equation.DSMT4">
                    <p:embed/>
                  </p:oleObj>
                </mc:Choice>
                <mc:Fallback>
                  <p:oleObj name="Equation" r:id="rId11" imgW="45720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89360" y="1319628"/>
                          <a:ext cx="407749" cy="50046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8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3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578" name="Object 29"/>
          <p:cNvGraphicFramePr>
            <a:graphicFrameLocks noChangeAspect="1"/>
          </p:cNvGraphicFramePr>
          <p:nvPr/>
        </p:nvGraphicFramePr>
        <p:xfrm>
          <a:off x="1542135" y="1932824"/>
          <a:ext cx="4188069" cy="2562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4466" name="Visio" r:id="rId1" imgW="3228340" imgH="1975485" progId="Visio.Drawing.11">
                  <p:embed/>
                </p:oleObj>
              </mc:Choice>
              <mc:Fallback>
                <p:oleObj name="Visio" r:id="rId1" imgW="3228340" imgH="1975485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2135" y="1932824"/>
                        <a:ext cx="4188069" cy="2562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33"/>
          <p:cNvSpPr>
            <a:spLocks noChangeArrowheads="1"/>
          </p:cNvSpPr>
          <p:nvPr/>
        </p:nvSpPr>
        <p:spPr bwMode="auto">
          <a:xfrm>
            <a:off x="612412" y="4365104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2" name="Object 31"/>
          <p:cNvGraphicFramePr>
            <a:graphicFrameLocks noChangeAspect="1"/>
          </p:cNvGraphicFramePr>
          <p:nvPr/>
        </p:nvGraphicFramePr>
        <p:xfrm>
          <a:off x="6946413" y="2087991"/>
          <a:ext cx="3974123" cy="180095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4467" name="Visio" r:id="rId3" imgW="2901315" imgH="1320800" progId="Visio.Drawing.11">
                  <p:embed/>
                </p:oleObj>
              </mc:Choice>
              <mc:Fallback>
                <p:oleObj name="Visio" r:id="rId3" imgW="2901315" imgH="1320800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46413" y="2087991"/>
                        <a:ext cx="3974123" cy="180095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7" name="Group 43"/>
          <p:cNvGrpSpPr/>
          <p:nvPr/>
        </p:nvGrpSpPr>
        <p:grpSpPr bwMode="auto">
          <a:xfrm>
            <a:off x="1703512" y="5023788"/>
            <a:ext cx="4865076" cy="567105"/>
            <a:chOff x="353" y="3402"/>
            <a:chExt cx="3320" cy="387"/>
          </a:xfrm>
        </p:grpSpPr>
        <p:grpSp>
          <p:nvGrpSpPr>
            <p:cNvPr id="28" name="Group 37"/>
            <p:cNvGrpSpPr/>
            <p:nvPr/>
          </p:nvGrpSpPr>
          <p:grpSpPr bwMode="auto">
            <a:xfrm>
              <a:off x="353" y="3402"/>
              <a:ext cx="1962" cy="387"/>
              <a:chOff x="353" y="3402"/>
              <a:chExt cx="1962" cy="387"/>
            </a:xfrm>
          </p:grpSpPr>
          <p:sp>
            <p:nvSpPr>
              <p:cNvPr id="30" name="Rectangle 35"/>
              <p:cNvSpPr>
                <a:spLocks noChangeArrowheads="1"/>
              </p:cNvSpPr>
              <p:nvPr/>
            </p:nvSpPr>
            <p:spPr bwMode="auto">
              <a:xfrm>
                <a:off x="353" y="3407"/>
                <a:ext cx="372" cy="3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设</a:t>
                </a: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31" name="Object 34"/>
              <p:cNvGraphicFramePr>
                <a:graphicFrameLocks noChangeAspect="1"/>
              </p:cNvGraphicFramePr>
              <p:nvPr/>
            </p:nvGraphicFramePr>
            <p:xfrm>
              <a:off x="664" y="3475"/>
              <a:ext cx="333" cy="2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4468" name="Equation" r:id="rId5" imgW="7010400" imgH="5791200" progId="Equation.DSMT4">
                      <p:embed/>
                    </p:oleObj>
                  </mc:Choice>
                  <mc:Fallback>
                    <p:oleObj name="Equation" r:id="rId5" imgW="7010400" imgH="5791200" progId="Equation.DSMT4">
                      <p:embed/>
                      <p:pic>
                        <p:nvPicPr>
                          <p:cNvPr id="0" name="Object 3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64" y="3475"/>
                            <a:ext cx="333" cy="2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2" name="Rectangle 36"/>
              <p:cNvSpPr>
                <a:spLocks noChangeArrowheads="1"/>
              </p:cNvSpPr>
              <p:nvPr/>
            </p:nvSpPr>
            <p:spPr bwMode="auto">
              <a:xfrm>
                <a:off x="897" y="3402"/>
                <a:ext cx="1418" cy="3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为参考相量 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aphicFrame>
          <p:nvGraphicFramePr>
            <p:cNvPr id="29" name="Object 38"/>
            <p:cNvGraphicFramePr>
              <a:graphicFrameLocks noChangeAspect="1"/>
            </p:cNvGraphicFramePr>
            <p:nvPr/>
          </p:nvGraphicFramePr>
          <p:xfrm>
            <a:off x="2295" y="3475"/>
            <a:ext cx="1378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4469" name="Equation" r:id="rId7" imgW="25298400" imgH="5791200" progId="Equation.DSMT4">
                    <p:embed/>
                  </p:oleObj>
                </mc:Choice>
                <mc:Fallback>
                  <p:oleObj name="Equation" r:id="rId7" imgW="25298400" imgH="5791200" progId="Equation.DSMT4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95" y="3475"/>
                          <a:ext cx="1378" cy="3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3" name="Group 44"/>
          <p:cNvGrpSpPr/>
          <p:nvPr/>
        </p:nvGrpSpPr>
        <p:grpSpPr bwMode="auto">
          <a:xfrm>
            <a:off x="1709048" y="5827286"/>
            <a:ext cx="5583116" cy="803031"/>
            <a:chOff x="308" y="3803"/>
            <a:chExt cx="3810" cy="548"/>
          </a:xfrm>
        </p:grpSpPr>
        <p:sp>
          <p:nvSpPr>
            <p:cNvPr id="34" name="Rectangle 40"/>
            <p:cNvSpPr>
              <a:spLocks noChangeArrowheads="1"/>
            </p:cNvSpPr>
            <p:nvPr/>
          </p:nvSpPr>
          <p:spPr bwMode="auto">
            <a:xfrm>
              <a:off x="308" y="3812"/>
              <a:ext cx="2095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等效星形负载阻抗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5" name="Object 41"/>
            <p:cNvGraphicFramePr>
              <a:graphicFrameLocks noChangeAspect="1"/>
            </p:cNvGraphicFramePr>
            <p:nvPr/>
          </p:nvGraphicFramePr>
          <p:xfrm>
            <a:off x="2385" y="3803"/>
            <a:ext cx="1733" cy="5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4470" name="Equation" r:id="rId9" imgW="33528000" imgH="10668000" progId="Equation.DSMT4">
                    <p:embed/>
                  </p:oleObj>
                </mc:Choice>
                <mc:Fallback>
                  <p:oleObj name="Equation" r:id="rId9" imgW="33528000" imgH="106680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385" y="3803"/>
                          <a:ext cx="1733" cy="54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6" name="Rectangle 33"/>
          <p:cNvSpPr>
            <a:spLocks noChangeArrowheads="1"/>
          </p:cNvSpPr>
          <p:nvPr/>
        </p:nvSpPr>
        <p:spPr bwMode="auto">
          <a:xfrm>
            <a:off x="1260280" y="4362555"/>
            <a:ext cx="2497800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一相计算法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5" name="组合 22"/>
          <p:cNvGrpSpPr/>
          <p:nvPr/>
        </p:nvGrpSpPr>
        <p:grpSpPr bwMode="auto">
          <a:xfrm>
            <a:off x="551384" y="887128"/>
            <a:ext cx="11017224" cy="1076961"/>
            <a:chOff x="-974711" y="662984"/>
            <a:chExt cx="11597425" cy="1166712"/>
          </a:xfrm>
        </p:grpSpPr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-974711" y="662984"/>
              <a:ext cx="11597425" cy="11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529080" marR="0" lvl="0" indent="-15290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2.2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已知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Z=(5+j4)Ω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0" lang="en-US" altLang="zh-CN" sz="2800" b="1" i="1" u="none" strike="noStrike" kern="1200" cap="none" spc="0" normalizeH="0" baseline="-30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=(0.5+j0.4)Ω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，端点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W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接于对称三相电源，电源电压为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。试求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7" name="Object 23"/>
            <p:cNvGraphicFramePr>
              <a:graphicFrameLocks noChangeAspect="1"/>
            </p:cNvGraphicFramePr>
            <p:nvPr/>
          </p:nvGraphicFramePr>
          <p:xfrm>
            <a:off x="6597074" y="1304776"/>
            <a:ext cx="571517" cy="4574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4471" name="Equation" r:id="rId11" imgW="7010400" imgH="5791200" progId="Equation.DSMT4">
                    <p:embed/>
                  </p:oleObj>
                </mc:Choice>
                <mc:Fallback>
                  <p:oleObj name="Equation" r:id="rId11" imgW="7010400" imgH="5791200" progId="Equation.DSMT4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597074" y="1304776"/>
                          <a:ext cx="571517" cy="4574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" name="Object 22"/>
            <p:cNvGraphicFramePr>
              <a:graphicFrameLocks noChangeAspect="1"/>
            </p:cNvGraphicFramePr>
            <p:nvPr/>
          </p:nvGraphicFramePr>
          <p:xfrm>
            <a:off x="7193217" y="1310447"/>
            <a:ext cx="571517" cy="4798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4472" name="Equation" r:id="rId13" imgW="6705600" imgH="5791200" progId="Equation.DSMT4">
                    <p:embed/>
                  </p:oleObj>
                </mc:Choice>
                <mc:Fallback>
                  <p:oleObj name="Equation" r:id="rId13" imgW="67056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93217" y="1310447"/>
                          <a:ext cx="571517" cy="47982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9" name="Object 21"/>
            <p:cNvGraphicFramePr>
              <a:graphicFrameLocks noChangeAspect="1"/>
            </p:cNvGraphicFramePr>
            <p:nvPr/>
          </p:nvGraphicFramePr>
          <p:xfrm>
            <a:off x="7789360" y="1319628"/>
            <a:ext cx="407749" cy="500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4473" name="Equation" r:id="rId15" imgW="4572000" imgH="5791200" progId="Equation.DSMT4">
                    <p:embed/>
                  </p:oleObj>
                </mc:Choice>
                <mc:Fallback>
                  <p:oleObj name="Equation" r:id="rId15" imgW="45720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89360" y="1319628"/>
                          <a:ext cx="407749" cy="50046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578" name="Object 29"/>
          <p:cNvGraphicFramePr>
            <a:graphicFrameLocks noChangeAspect="1"/>
          </p:cNvGraphicFramePr>
          <p:nvPr/>
        </p:nvGraphicFramePr>
        <p:xfrm>
          <a:off x="1542135" y="1932824"/>
          <a:ext cx="4188069" cy="2562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5370" name="Visio" r:id="rId1" imgW="3228340" imgH="1975485" progId="Visio.Drawing.11">
                  <p:embed/>
                </p:oleObj>
              </mc:Choice>
              <mc:Fallback>
                <p:oleObj name="Visio" r:id="rId1" imgW="3228340" imgH="1975485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2135" y="1932824"/>
                        <a:ext cx="4188069" cy="2562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33"/>
          <p:cNvSpPr>
            <a:spLocks noChangeArrowheads="1"/>
          </p:cNvSpPr>
          <p:nvPr/>
        </p:nvSpPr>
        <p:spPr bwMode="auto">
          <a:xfrm>
            <a:off x="612412" y="4365104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2" name="Object 31"/>
          <p:cNvGraphicFramePr>
            <a:graphicFrameLocks noChangeAspect="1"/>
          </p:cNvGraphicFramePr>
          <p:nvPr/>
        </p:nvGraphicFramePr>
        <p:xfrm>
          <a:off x="6946413" y="2087991"/>
          <a:ext cx="3974123" cy="180095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5371" name="Visio" r:id="rId3" imgW="2901315" imgH="1320800" progId="Visio.Drawing.11">
                  <p:embed/>
                </p:oleObj>
              </mc:Choice>
              <mc:Fallback>
                <p:oleObj name="Visio" r:id="rId3" imgW="2901315" imgH="1320800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46413" y="2087991"/>
                        <a:ext cx="3974123" cy="180095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Rectangle 23"/>
          <p:cNvSpPr>
            <a:spLocks noChangeArrowheads="1"/>
          </p:cNvSpPr>
          <p:nvPr/>
        </p:nvSpPr>
        <p:spPr bwMode="auto">
          <a:xfrm>
            <a:off x="1271464" y="4426532"/>
            <a:ext cx="289053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电路的总阻抗为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6" name="Object 26"/>
          <p:cNvGraphicFramePr>
            <a:graphicFrameLocks noChangeAspect="1"/>
          </p:cNvGraphicFramePr>
          <p:nvPr/>
        </p:nvGraphicFramePr>
        <p:xfrm>
          <a:off x="1785642" y="5157192"/>
          <a:ext cx="5121275" cy="1365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5372" name="Equation" r:id="rId5" imgW="68580000" imgH="18288000" progId="Equation.DSMT4">
                  <p:embed/>
                </p:oleObj>
              </mc:Choice>
              <mc:Fallback>
                <p:oleObj name="Equation" r:id="rId5" imgW="68580000" imgH="182880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85642" y="5157192"/>
                        <a:ext cx="5121275" cy="13652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" name="组合 22"/>
          <p:cNvGrpSpPr/>
          <p:nvPr/>
        </p:nvGrpSpPr>
        <p:grpSpPr bwMode="auto">
          <a:xfrm>
            <a:off x="551384" y="887128"/>
            <a:ext cx="11017224" cy="1076961"/>
            <a:chOff x="-974711" y="662984"/>
            <a:chExt cx="11597425" cy="1166712"/>
          </a:xfrm>
        </p:grpSpPr>
        <p:sp>
          <p:nvSpPr>
            <p:cNvPr id="15" name="Rectangle 24"/>
            <p:cNvSpPr>
              <a:spLocks noChangeArrowheads="1"/>
            </p:cNvSpPr>
            <p:nvPr/>
          </p:nvSpPr>
          <p:spPr bwMode="auto">
            <a:xfrm>
              <a:off x="-974711" y="662984"/>
              <a:ext cx="11597425" cy="11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529080" marR="0" lvl="0" indent="-15290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2.2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已知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Z=(5+j4)Ω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0" lang="en-US" altLang="zh-CN" sz="2800" b="1" i="1" u="none" strike="noStrike" kern="1200" cap="none" spc="0" normalizeH="0" baseline="-30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=(0.5+j0.4)Ω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，端点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W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接于对称三相电源，电源电压为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。试求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7" name="Object 23"/>
            <p:cNvGraphicFramePr>
              <a:graphicFrameLocks noChangeAspect="1"/>
            </p:cNvGraphicFramePr>
            <p:nvPr/>
          </p:nvGraphicFramePr>
          <p:xfrm>
            <a:off x="6597074" y="1304776"/>
            <a:ext cx="571517" cy="4574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5373" name="Equation" r:id="rId7" imgW="7010400" imgH="5791200" progId="Equation.DSMT4">
                    <p:embed/>
                  </p:oleObj>
                </mc:Choice>
                <mc:Fallback>
                  <p:oleObj name="Equation" r:id="rId7" imgW="7010400" imgH="5791200" progId="Equation.DSMT4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597074" y="1304776"/>
                          <a:ext cx="571517" cy="4574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8" name="Object 22"/>
            <p:cNvGraphicFramePr>
              <a:graphicFrameLocks noChangeAspect="1"/>
            </p:cNvGraphicFramePr>
            <p:nvPr/>
          </p:nvGraphicFramePr>
          <p:xfrm>
            <a:off x="7193217" y="1310447"/>
            <a:ext cx="571517" cy="4798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5374" name="Equation" r:id="rId9" imgW="6705600" imgH="5791200" progId="Equation.DSMT4">
                    <p:embed/>
                  </p:oleObj>
                </mc:Choice>
                <mc:Fallback>
                  <p:oleObj name="Equation" r:id="rId9" imgW="67056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93217" y="1310447"/>
                          <a:ext cx="571517" cy="47982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9" name="Object 21"/>
            <p:cNvGraphicFramePr>
              <a:graphicFrameLocks noChangeAspect="1"/>
            </p:cNvGraphicFramePr>
            <p:nvPr/>
          </p:nvGraphicFramePr>
          <p:xfrm>
            <a:off x="7789360" y="1319628"/>
            <a:ext cx="407749" cy="500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5375" name="Equation" r:id="rId11" imgW="4572000" imgH="5791200" progId="Equation.DSMT4">
                    <p:embed/>
                  </p:oleObj>
                </mc:Choice>
                <mc:Fallback>
                  <p:oleObj name="Equation" r:id="rId11" imgW="45720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89360" y="1319628"/>
                          <a:ext cx="407749" cy="50046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578" name="Object 29"/>
          <p:cNvGraphicFramePr>
            <a:graphicFrameLocks noChangeAspect="1"/>
          </p:cNvGraphicFramePr>
          <p:nvPr/>
        </p:nvGraphicFramePr>
        <p:xfrm>
          <a:off x="1542135" y="1932824"/>
          <a:ext cx="4188069" cy="25629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6394" name="Visio" r:id="rId1" imgW="3228340" imgH="1975485" progId="Visio.Drawing.11">
                  <p:embed/>
                </p:oleObj>
              </mc:Choice>
              <mc:Fallback>
                <p:oleObj name="Visio" r:id="rId1" imgW="3228340" imgH="1975485" progId="Visio.Drawing.11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2135" y="1932824"/>
                        <a:ext cx="4188069" cy="256295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33"/>
          <p:cNvSpPr>
            <a:spLocks noChangeArrowheads="1"/>
          </p:cNvSpPr>
          <p:nvPr/>
        </p:nvSpPr>
        <p:spPr bwMode="auto">
          <a:xfrm>
            <a:off x="612412" y="4365104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2" name="Object 31"/>
          <p:cNvGraphicFramePr>
            <a:graphicFrameLocks noChangeAspect="1"/>
          </p:cNvGraphicFramePr>
          <p:nvPr/>
        </p:nvGraphicFramePr>
        <p:xfrm>
          <a:off x="6946413" y="2087991"/>
          <a:ext cx="3974123" cy="180095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6395" name="Visio" r:id="rId3" imgW="2901315" imgH="1320800" progId="Visio.Drawing.11">
                  <p:embed/>
                </p:oleObj>
              </mc:Choice>
              <mc:Fallback>
                <p:oleObj name="Visio" r:id="rId3" imgW="2901315" imgH="1320800" progId="Visio.Drawing.11">
                  <p:embed/>
                  <p:pic>
                    <p:nvPicPr>
                      <p:cNvPr id="0" name="Object 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46413" y="2087991"/>
                        <a:ext cx="3974123" cy="180095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" name="Object 29"/>
          <p:cNvGraphicFramePr>
            <a:graphicFrameLocks noChangeAspect="1"/>
          </p:cNvGraphicFramePr>
          <p:nvPr/>
        </p:nvGraphicFramePr>
        <p:xfrm>
          <a:off x="1271464" y="4310064"/>
          <a:ext cx="8164513" cy="2587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6396" name="Equation" r:id="rId5" imgW="96926400" imgH="30784800" progId="Equation.DSMT4">
                  <p:embed/>
                </p:oleObj>
              </mc:Choice>
              <mc:Fallback>
                <p:oleObj name="Equation" r:id="rId5" imgW="96926400" imgH="3078480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71464" y="4310064"/>
                        <a:ext cx="8164513" cy="25876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组合 22"/>
          <p:cNvGrpSpPr/>
          <p:nvPr/>
        </p:nvGrpSpPr>
        <p:grpSpPr bwMode="auto">
          <a:xfrm>
            <a:off x="551384" y="887128"/>
            <a:ext cx="11017224" cy="1076961"/>
            <a:chOff x="-974711" y="662984"/>
            <a:chExt cx="11597425" cy="1166712"/>
          </a:xfrm>
        </p:grpSpPr>
        <p:sp>
          <p:nvSpPr>
            <p:cNvPr id="15" name="Rectangle 24"/>
            <p:cNvSpPr>
              <a:spLocks noChangeArrowheads="1"/>
            </p:cNvSpPr>
            <p:nvPr/>
          </p:nvSpPr>
          <p:spPr bwMode="auto">
            <a:xfrm>
              <a:off x="-974711" y="662984"/>
              <a:ext cx="11597425" cy="11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529080" marR="0" lvl="0" indent="-15290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2.2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已知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Z=(5+j4)Ω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0" lang="en-US" altLang="zh-CN" sz="2800" b="1" i="1" u="none" strike="noStrike" kern="1200" cap="none" spc="0" normalizeH="0" baseline="-30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=(0.5+j0.4)Ω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，端点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U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W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接于对称三相电源，电源电压为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。试求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5" name="Object 23"/>
            <p:cNvGraphicFramePr>
              <a:graphicFrameLocks noChangeAspect="1"/>
            </p:cNvGraphicFramePr>
            <p:nvPr/>
          </p:nvGraphicFramePr>
          <p:xfrm>
            <a:off x="6597074" y="1304776"/>
            <a:ext cx="571517" cy="4574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6397" name="Equation" r:id="rId7" imgW="7010400" imgH="5791200" progId="Equation.DSMT4">
                    <p:embed/>
                  </p:oleObj>
                </mc:Choice>
                <mc:Fallback>
                  <p:oleObj name="Equation" r:id="rId7" imgW="7010400" imgH="5791200" progId="Equation.DSMT4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597074" y="1304776"/>
                          <a:ext cx="571517" cy="457466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6" name="Object 22"/>
            <p:cNvGraphicFramePr>
              <a:graphicFrameLocks noChangeAspect="1"/>
            </p:cNvGraphicFramePr>
            <p:nvPr/>
          </p:nvGraphicFramePr>
          <p:xfrm>
            <a:off x="7193217" y="1310447"/>
            <a:ext cx="571517" cy="4798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6398" name="Equation" r:id="rId9" imgW="6705600" imgH="5791200" progId="Equation.DSMT4">
                    <p:embed/>
                  </p:oleObj>
                </mc:Choice>
                <mc:Fallback>
                  <p:oleObj name="Equation" r:id="rId9" imgW="67056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193217" y="1310447"/>
                          <a:ext cx="571517" cy="479824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7" name="Object 21"/>
            <p:cNvGraphicFramePr>
              <a:graphicFrameLocks noChangeAspect="1"/>
            </p:cNvGraphicFramePr>
            <p:nvPr/>
          </p:nvGraphicFramePr>
          <p:xfrm>
            <a:off x="7789360" y="1319628"/>
            <a:ext cx="407749" cy="5004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6399" name="Equation" r:id="rId11" imgW="4572000" imgH="5791200" progId="Equation.DSMT4">
                    <p:embed/>
                  </p:oleObj>
                </mc:Choice>
                <mc:Fallback>
                  <p:oleObj name="Equation" r:id="rId11" imgW="45720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89360" y="1319628"/>
                          <a:ext cx="407749" cy="50046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698" name="Object 45"/>
          <p:cNvGraphicFramePr>
            <a:graphicFrameLocks noGrp="1" noChangeAspect="1"/>
          </p:cNvGraphicFramePr>
          <p:nvPr>
            <p:ph sz="half" idx="2"/>
          </p:nvPr>
        </p:nvGraphicFramePr>
        <p:xfrm>
          <a:off x="9112251" y="2204864"/>
          <a:ext cx="2977662" cy="20295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7668" name="Visio" r:id="rId1" imgW="1953260" imgH="1332230" progId="Visio.Drawing.11">
                  <p:embed/>
                </p:oleObj>
              </mc:Choice>
              <mc:Fallback>
                <p:oleObj name="Visio" r:id="rId1" imgW="1953260" imgH="1332230" progId="Visio.Drawing.11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12251" y="2204864"/>
                        <a:ext cx="2977662" cy="202955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3169" name="Rectangle 49"/>
          <p:cNvSpPr>
            <a:spLocks noChangeArrowheads="1"/>
          </p:cNvSpPr>
          <p:nvPr/>
        </p:nvSpPr>
        <p:spPr bwMode="auto">
          <a:xfrm>
            <a:off x="1155679" y="2530027"/>
            <a:ext cx="5063779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已知电源线电压为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=380V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，故电源相电压为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=220V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56"/>
          <p:cNvGrpSpPr/>
          <p:nvPr/>
        </p:nvGrpSpPr>
        <p:grpSpPr bwMode="auto">
          <a:xfrm>
            <a:off x="1127448" y="3723213"/>
            <a:ext cx="3027485" cy="605204"/>
            <a:chOff x="428" y="2092"/>
            <a:chExt cx="2066" cy="413"/>
          </a:xfrm>
        </p:grpSpPr>
        <p:graphicFrame>
          <p:nvGraphicFramePr>
            <p:cNvPr id="29707" name="Object 48"/>
            <p:cNvGraphicFramePr>
              <a:graphicFrameLocks noChangeAspect="1"/>
            </p:cNvGraphicFramePr>
            <p:nvPr/>
          </p:nvGraphicFramePr>
          <p:xfrm>
            <a:off x="1022" y="2153"/>
            <a:ext cx="1472" cy="35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7669" name="Equation" r:id="rId3" imgW="23774400" imgH="5791200" progId="Equation.DSMT4">
                    <p:embed/>
                  </p:oleObj>
                </mc:Choice>
                <mc:Fallback>
                  <p:oleObj name="Equation" r:id="rId3" imgW="23774400" imgH="5791200" progId="Equation.DSMT4">
                    <p:embed/>
                    <p:pic>
                      <p:nvPicPr>
                        <p:cNvPr id="0" name="Object 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22" y="2153"/>
                          <a:ext cx="1472" cy="35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9717" name="Rectangle 50"/>
            <p:cNvSpPr>
              <a:spLocks noChangeArrowheads="1"/>
            </p:cNvSpPr>
            <p:nvPr/>
          </p:nvSpPr>
          <p:spPr bwMode="auto">
            <a:xfrm>
              <a:off x="428" y="2092"/>
              <a:ext cx="618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设：</a:t>
              </a: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29705" name="Object 51"/>
          <p:cNvGraphicFramePr>
            <a:graphicFrameLocks noChangeAspect="1"/>
          </p:cNvGraphicFramePr>
          <p:nvPr/>
        </p:nvGraphicFramePr>
        <p:xfrm>
          <a:off x="1943576" y="4375150"/>
          <a:ext cx="3725863" cy="928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7670" name="Equation" r:id="rId5" imgW="41452800" imgH="10363200" progId="Equation.DSMT4">
                  <p:embed/>
                </p:oleObj>
              </mc:Choice>
              <mc:Fallback>
                <p:oleObj name="Equation" r:id="rId5" imgW="41452800" imgH="1036320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43576" y="4375150"/>
                        <a:ext cx="3725863" cy="9286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06" name="Object 53"/>
          <p:cNvGraphicFramePr>
            <a:graphicFrameLocks noChangeAspect="1"/>
          </p:cNvGraphicFramePr>
          <p:nvPr/>
        </p:nvGraphicFramePr>
        <p:xfrm>
          <a:off x="1870551" y="5345113"/>
          <a:ext cx="6232525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37671" name="Equation" r:id="rId7" imgW="62484000" imgH="6096000" progId="Equation.DSMT4">
                  <p:embed/>
                </p:oleObj>
              </mc:Choice>
              <mc:Fallback>
                <p:oleObj name="Equation" r:id="rId7" imgW="62484000" imgH="609600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70551" y="5345113"/>
                        <a:ext cx="6232525" cy="6159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48731" y="2537374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551384" y="933470"/>
            <a:ext cx="11017223" cy="1606683"/>
            <a:chOff x="-534709" y="837618"/>
            <a:chExt cx="10194639" cy="1606683"/>
          </a:xfrm>
        </p:grpSpPr>
        <p:sp>
          <p:nvSpPr>
            <p:cNvPr id="25" name="Rectangle 33"/>
            <p:cNvSpPr>
              <a:spLocks noChangeArrowheads="1"/>
            </p:cNvSpPr>
            <p:nvPr/>
          </p:nvSpPr>
          <p:spPr bwMode="auto">
            <a:xfrm>
              <a:off x="-534709" y="837618"/>
              <a:ext cx="10194639" cy="10769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440180" marR="0" lvl="0" indent="-14401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lang="en-US" altLang="zh-CN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2.3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对称三相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电源线电压为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不对称三相电路，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=50√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MS Reference Specialty" panose="05000500000000000000" pitchFamily="2" charset="2"/>
                </a:rPr>
                <a:t>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(1/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)=100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=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50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试求负载中各电压相量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pSp>
          <p:nvGrpSpPr>
            <p:cNvPr id="26" name="组合 20"/>
            <p:cNvGrpSpPr/>
            <p:nvPr/>
          </p:nvGrpSpPr>
          <p:grpSpPr bwMode="auto">
            <a:xfrm>
              <a:off x="833518" y="1430770"/>
              <a:ext cx="8767883" cy="1013531"/>
              <a:chOff x="249892" y="-18205"/>
              <a:chExt cx="9498305" cy="1097601"/>
            </a:xfrm>
          </p:grpSpPr>
          <p:graphicFrame>
            <p:nvGraphicFramePr>
              <p:cNvPr id="28" name="Object 32"/>
              <p:cNvGraphicFramePr>
                <a:graphicFrameLocks noChangeAspect="1"/>
              </p:cNvGraphicFramePr>
              <p:nvPr/>
            </p:nvGraphicFramePr>
            <p:xfrm>
              <a:off x="8414897" y="-18205"/>
              <a:ext cx="663592" cy="428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7672" name="Equation" r:id="rId9" imgW="8839200" imgH="5791200" progId="Equation.DSMT4">
                      <p:embed/>
                    </p:oleObj>
                  </mc:Choice>
                  <mc:Fallback>
                    <p:oleObj name="Equation" r:id="rId9" imgW="8839200" imgH="5791200" progId="Equation.DSMT4">
                      <p:embed/>
                      <p:pic>
                        <p:nvPicPr>
                          <p:cNvPr id="0" name="Object 3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8414897" y="-18205"/>
                            <a:ext cx="663592" cy="4280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9" name="Object 31"/>
              <p:cNvGraphicFramePr>
                <a:graphicFrameLocks noChangeAspect="1"/>
              </p:cNvGraphicFramePr>
              <p:nvPr/>
            </p:nvGraphicFramePr>
            <p:xfrm>
              <a:off x="9141894" y="17897"/>
              <a:ext cx="606303" cy="3919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7673" name="Equation" r:id="rId11" imgW="8839200" imgH="5791200" progId="Equation.DSMT4">
                      <p:embed/>
                    </p:oleObj>
                  </mc:Choice>
                  <mc:Fallback>
                    <p:oleObj name="Equation" r:id="rId11" imgW="8839200" imgH="5791200" progId="Equation.DSMT4">
                      <p:embed/>
                      <p:pic>
                        <p:nvPicPr>
                          <p:cNvPr id="0" name="Object 3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141894" y="17897"/>
                            <a:ext cx="606303" cy="39197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" name="Object 30"/>
              <p:cNvGraphicFramePr>
                <a:graphicFrameLocks noChangeAspect="1"/>
              </p:cNvGraphicFramePr>
              <p:nvPr/>
            </p:nvGraphicFramePr>
            <p:xfrm>
              <a:off x="249892" y="544566"/>
              <a:ext cx="622217" cy="44182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7674" name="Equation" r:id="rId13" imgW="7924800" imgH="5791200" progId="Equation.DSMT4">
                      <p:embed/>
                    </p:oleObj>
                  </mc:Choice>
                  <mc:Fallback>
                    <p:oleObj name="Equation" r:id="rId13" imgW="7924800" imgH="5791200" progId="Equation.DSMT4">
                      <p:embed/>
                      <p:pic>
                        <p:nvPicPr>
                          <p:cNvPr id="0" name="Object 3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49892" y="544566"/>
                            <a:ext cx="622217" cy="44182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1" name="Object 29"/>
              <p:cNvGraphicFramePr>
                <a:graphicFrameLocks noChangeAspect="1"/>
              </p:cNvGraphicFramePr>
              <p:nvPr/>
            </p:nvGraphicFramePr>
            <p:xfrm>
              <a:off x="3372104" y="572073"/>
              <a:ext cx="491725" cy="4538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7675" name="Equation" r:id="rId15" imgW="6096000" imgH="5791200" progId="Equation.DSMT4">
                      <p:embed/>
                    </p:oleObj>
                  </mc:Choice>
                  <mc:Fallback>
                    <p:oleObj name="Equation" r:id="rId15" imgW="6096000" imgH="5791200" progId="Equation.DSMT4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72104" y="572073"/>
                            <a:ext cx="491725" cy="45386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" name="Object 28"/>
              <p:cNvGraphicFramePr>
                <a:graphicFrameLocks noChangeAspect="1"/>
              </p:cNvGraphicFramePr>
              <p:nvPr/>
            </p:nvGraphicFramePr>
            <p:xfrm>
              <a:off x="3776304" y="572073"/>
              <a:ext cx="515596" cy="47449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7676" name="Equation" r:id="rId17" imgW="6096000" imgH="5791200" progId="Equation.DSMT4">
                      <p:embed/>
                    </p:oleObj>
                  </mc:Choice>
                  <mc:Fallback>
                    <p:oleObj name="Equation" r:id="rId17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776304" y="572073"/>
                            <a:ext cx="515596" cy="47449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3" name="Object 27"/>
              <p:cNvGraphicFramePr>
                <a:graphicFrameLocks noChangeAspect="1"/>
              </p:cNvGraphicFramePr>
              <p:nvPr/>
            </p:nvGraphicFramePr>
            <p:xfrm>
              <a:off x="4185281" y="572073"/>
              <a:ext cx="472629" cy="43323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37677" name="Equation" r:id="rId19" imgW="6096000" imgH="5791200" progId="Equation.DSMT4">
                      <p:embed/>
                    </p:oleObj>
                  </mc:Choice>
                  <mc:Fallback>
                    <p:oleObj name="Equation" r:id="rId19" imgW="6096000" imgH="5791200" progId="Equation.DSMT4">
                      <p:embed/>
                      <p:pic>
                        <p:nvPicPr>
                          <p:cNvPr id="0" name="Object 2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85281" y="572073"/>
                            <a:ext cx="472629" cy="43323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4" name="Rectangle 36"/>
              <p:cNvSpPr>
                <a:spLocks noChangeArrowheads="1"/>
              </p:cNvSpPr>
              <p:nvPr/>
            </p:nvSpPr>
            <p:spPr bwMode="auto">
              <a:xfrm>
                <a:off x="710425" y="473057"/>
                <a:ext cx="2820639" cy="6063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和各相电流相量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" name="Rectangle 39"/>
            <p:cNvSpPr>
              <a:spLocks noChangeArrowheads="1"/>
            </p:cNvSpPr>
            <p:nvPr/>
          </p:nvSpPr>
          <p:spPr bwMode="auto">
            <a:xfrm>
              <a:off x="4855640" y="1850807"/>
              <a:ext cx="2205657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并画出相量图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3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9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69" grpId="0"/>
      <p:bldP spid="23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698" name="Object 45"/>
          <p:cNvGraphicFramePr>
            <a:graphicFrameLocks noGrp="1" noChangeAspect="1"/>
          </p:cNvGraphicFramePr>
          <p:nvPr>
            <p:ph sz="half" idx="2"/>
          </p:nvPr>
        </p:nvGraphicFramePr>
        <p:xfrm>
          <a:off x="9112251" y="2204864"/>
          <a:ext cx="2977662" cy="20295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1882" name="Visio" r:id="rId1" imgW="1953260" imgH="1332230" progId="Visio.Drawing.11">
                  <p:embed/>
                </p:oleObj>
              </mc:Choice>
              <mc:Fallback>
                <p:oleObj name="Visio" r:id="rId1" imgW="1953260" imgH="1332230" progId="Visio.Drawing.11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12251" y="2204864"/>
                        <a:ext cx="2977662" cy="202955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48731" y="2537374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551384" y="933470"/>
            <a:ext cx="11017223" cy="1606683"/>
            <a:chOff x="-534709" y="837618"/>
            <a:chExt cx="10194639" cy="1606683"/>
          </a:xfrm>
        </p:grpSpPr>
        <p:sp>
          <p:nvSpPr>
            <p:cNvPr id="25" name="Rectangle 33"/>
            <p:cNvSpPr>
              <a:spLocks noChangeArrowheads="1"/>
            </p:cNvSpPr>
            <p:nvPr/>
          </p:nvSpPr>
          <p:spPr bwMode="auto">
            <a:xfrm>
              <a:off x="-534709" y="837618"/>
              <a:ext cx="10194639" cy="10769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440180" marR="0" lvl="0" indent="-14401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lang="en-US" altLang="zh-CN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2.3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对称三相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电源线电压为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不对称三相电路，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=50√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MS Reference Specialty" panose="05000500000000000000" pitchFamily="2" charset="2"/>
                </a:rPr>
                <a:t>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(1/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)=100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=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50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试求负载中各电压相量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pSp>
          <p:nvGrpSpPr>
            <p:cNvPr id="26" name="组合 20"/>
            <p:cNvGrpSpPr/>
            <p:nvPr/>
          </p:nvGrpSpPr>
          <p:grpSpPr bwMode="auto">
            <a:xfrm>
              <a:off x="833518" y="1430770"/>
              <a:ext cx="8767883" cy="1013531"/>
              <a:chOff x="249892" y="-18205"/>
              <a:chExt cx="9498305" cy="1097601"/>
            </a:xfrm>
          </p:grpSpPr>
          <p:graphicFrame>
            <p:nvGraphicFramePr>
              <p:cNvPr id="28" name="Object 32"/>
              <p:cNvGraphicFramePr>
                <a:graphicFrameLocks noChangeAspect="1"/>
              </p:cNvGraphicFramePr>
              <p:nvPr/>
            </p:nvGraphicFramePr>
            <p:xfrm>
              <a:off x="8414897" y="-18205"/>
              <a:ext cx="663592" cy="428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1883" name="Equation" r:id="rId3" imgW="8839200" imgH="5791200" progId="Equation.DSMT4">
                      <p:embed/>
                    </p:oleObj>
                  </mc:Choice>
                  <mc:Fallback>
                    <p:oleObj name="Equation" r:id="rId3" imgW="8839200" imgH="5791200" progId="Equation.DSMT4">
                      <p:embed/>
                      <p:pic>
                        <p:nvPicPr>
                          <p:cNvPr id="0" name="Object 3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8414897" y="-18205"/>
                            <a:ext cx="663592" cy="4280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9" name="Object 31"/>
              <p:cNvGraphicFramePr>
                <a:graphicFrameLocks noChangeAspect="1"/>
              </p:cNvGraphicFramePr>
              <p:nvPr/>
            </p:nvGraphicFramePr>
            <p:xfrm>
              <a:off x="9141894" y="17897"/>
              <a:ext cx="606303" cy="3919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1884" name="Equation" r:id="rId5" imgW="8839200" imgH="5791200" progId="Equation.DSMT4">
                      <p:embed/>
                    </p:oleObj>
                  </mc:Choice>
                  <mc:Fallback>
                    <p:oleObj name="Equation" r:id="rId5" imgW="8839200" imgH="5791200" progId="Equation.DSMT4">
                      <p:embed/>
                      <p:pic>
                        <p:nvPicPr>
                          <p:cNvPr id="0" name="Object 3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141894" y="17897"/>
                            <a:ext cx="606303" cy="39197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" name="Object 30"/>
              <p:cNvGraphicFramePr>
                <a:graphicFrameLocks noChangeAspect="1"/>
              </p:cNvGraphicFramePr>
              <p:nvPr/>
            </p:nvGraphicFramePr>
            <p:xfrm>
              <a:off x="249892" y="544566"/>
              <a:ext cx="622217" cy="44182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1885" name="Equation" r:id="rId7" imgW="7924800" imgH="5791200" progId="Equation.DSMT4">
                      <p:embed/>
                    </p:oleObj>
                  </mc:Choice>
                  <mc:Fallback>
                    <p:oleObj name="Equation" r:id="rId7" imgW="7924800" imgH="5791200" progId="Equation.DSMT4">
                      <p:embed/>
                      <p:pic>
                        <p:nvPicPr>
                          <p:cNvPr id="0" name="Object 3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49892" y="544566"/>
                            <a:ext cx="622217" cy="44182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1" name="Object 29"/>
              <p:cNvGraphicFramePr>
                <a:graphicFrameLocks noChangeAspect="1"/>
              </p:cNvGraphicFramePr>
              <p:nvPr/>
            </p:nvGraphicFramePr>
            <p:xfrm>
              <a:off x="3372104" y="572073"/>
              <a:ext cx="491725" cy="4538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1886" name="Equation" r:id="rId9" imgW="6096000" imgH="5791200" progId="Equation.DSMT4">
                      <p:embed/>
                    </p:oleObj>
                  </mc:Choice>
                  <mc:Fallback>
                    <p:oleObj name="Equation" r:id="rId9" imgW="6096000" imgH="5791200" progId="Equation.DSMT4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72104" y="572073"/>
                            <a:ext cx="491725" cy="45386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" name="Object 28"/>
              <p:cNvGraphicFramePr>
                <a:graphicFrameLocks noChangeAspect="1"/>
              </p:cNvGraphicFramePr>
              <p:nvPr/>
            </p:nvGraphicFramePr>
            <p:xfrm>
              <a:off x="3776304" y="572073"/>
              <a:ext cx="515596" cy="47449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1887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776304" y="572073"/>
                            <a:ext cx="515596" cy="47449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3" name="Object 27"/>
              <p:cNvGraphicFramePr>
                <a:graphicFrameLocks noChangeAspect="1"/>
              </p:cNvGraphicFramePr>
              <p:nvPr/>
            </p:nvGraphicFramePr>
            <p:xfrm>
              <a:off x="4185281" y="572073"/>
              <a:ext cx="472629" cy="43323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1888" name="Equation" r:id="rId13" imgW="6096000" imgH="5791200" progId="Equation.DSMT4">
                      <p:embed/>
                    </p:oleObj>
                  </mc:Choice>
                  <mc:Fallback>
                    <p:oleObj name="Equation" r:id="rId13" imgW="6096000" imgH="5791200" progId="Equation.DSMT4">
                      <p:embed/>
                      <p:pic>
                        <p:nvPicPr>
                          <p:cNvPr id="0" name="Object 2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85281" y="572073"/>
                            <a:ext cx="472629" cy="43323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4" name="Rectangle 36"/>
              <p:cNvSpPr>
                <a:spLocks noChangeArrowheads="1"/>
              </p:cNvSpPr>
              <p:nvPr/>
            </p:nvSpPr>
            <p:spPr bwMode="auto">
              <a:xfrm>
                <a:off x="710425" y="473057"/>
                <a:ext cx="2820639" cy="6063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和各相电流相量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" name="Rectangle 39"/>
            <p:cNvSpPr>
              <a:spLocks noChangeArrowheads="1"/>
            </p:cNvSpPr>
            <p:nvPr/>
          </p:nvSpPr>
          <p:spPr bwMode="auto">
            <a:xfrm>
              <a:off x="4855640" y="1850807"/>
              <a:ext cx="2205657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并画出相量图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35" name="Object 23"/>
          <p:cNvGraphicFramePr>
            <a:graphicFrameLocks noChangeAspect="1"/>
          </p:cNvGraphicFramePr>
          <p:nvPr/>
        </p:nvGraphicFramePr>
        <p:xfrm>
          <a:off x="1274998" y="2490131"/>
          <a:ext cx="7661275" cy="4271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1889" name="Equation" r:id="rId15" imgW="99669600" imgH="53644800" progId="Equation.DSMT4">
                  <p:embed/>
                </p:oleObj>
              </mc:Choice>
              <mc:Fallback>
                <p:oleObj name="Equation" r:id="rId15" imgW="99669600" imgH="536448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74998" y="2490131"/>
                        <a:ext cx="7661275" cy="427196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698" name="Object 45"/>
          <p:cNvGraphicFramePr>
            <a:graphicFrameLocks noGrp="1" noChangeAspect="1"/>
          </p:cNvGraphicFramePr>
          <p:nvPr>
            <p:ph sz="half" idx="2"/>
          </p:nvPr>
        </p:nvGraphicFramePr>
        <p:xfrm>
          <a:off x="9112251" y="2204864"/>
          <a:ext cx="2977662" cy="20295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2958" name="Visio" r:id="rId1" imgW="1953260" imgH="1332230" progId="Visio.Drawing.11">
                  <p:embed/>
                </p:oleObj>
              </mc:Choice>
              <mc:Fallback>
                <p:oleObj name="Visio" r:id="rId1" imgW="1953260" imgH="1332230" progId="Visio.Drawing.11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12251" y="2204864"/>
                        <a:ext cx="2977662" cy="202955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48731" y="2537374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551384" y="933470"/>
            <a:ext cx="11017223" cy="1606683"/>
            <a:chOff x="-534709" y="837618"/>
            <a:chExt cx="10194639" cy="1606683"/>
          </a:xfrm>
        </p:grpSpPr>
        <p:sp>
          <p:nvSpPr>
            <p:cNvPr id="25" name="Rectangle 33"/>
            <p:cNvSpPr>
              <a:spLocks noChangeArrowheads="1"/>
            </p:cNvSpPr>
            <p:nvPr/>
          </p:nvSpPr>
          <p:spPr bwMode="auto">
            <a:xfrm>
              <a:off x="-534709" y="837618"/>
              <a:ext cx="10194639" cy="10769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440180" marR="0" lvl="0" indent="-14401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lang="en-US" altLang="zh-CN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2.3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对称三相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电源线电压为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不对称三相电路，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=50√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MS Reference Specialty" panose="05000500000000000000" pitchFamily="2" charset="2"/>
                </a:rPr>
                <a:t>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(1/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)=100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=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50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试求负载中各电压相量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pSp>
          <p:nvGrpSpPr>
            <p:cNvPr id="26" name="组合 20"/>
            <p:cNvGrpSpPr/>
            <p:nvPr/>
          </p:nvGrpSpPr>
          <p:grpSpPr bwMode="auto">
            <a:xfrm>
              <a:off x="833518" y="1430770"/>
              <a:ext cx="8767883" cy="1013531"/>
              <a:chOff x="249892" y="-18205"/>
              <a:chExt cx="9498305" cy="1097601"/>
            </a:xfrm>
          </p:grpSpPr>
          <p:graphicFrame>
            <p:nvGraphicFramePr>
              <p:cNvPr id="28" name="Object 32"/>
              <p:cNvGraphicFramePr>
                <a:graphicFrameLocks noChangeAspect="1"/>
              </p:cNvGraphicFramePr>
              <p:nvPr/>
            </p:nvGraphicFramePr>
            <p:xfrm>
              <a:off x="8414897" y="-18205"/>
              <a:ext cx="663592" cy="428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2959" name="Equation" r:id="rId3" imgW="8839200" imgH="5791200" progId="Equation.DSMT4">
                      <p:embed/>
                    </p:oleObj>
                  </mc:Choice>
                  <mc:Fallback>
                    <p:oleObj name="Equation" r:id="rId3" imgW="8839200" imgH="5791200" progId="Equation.DSMT4">
                      <p:embed/>
                      <p:pic>
                        <p:nvPicPr>
                          <p:cNvPr id="0" name="Object 3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8414897" y="-18205"/>
                            <a:ext cx="663592" cy="4280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9" name="Object 31"/>
              <p:cNvGraphicFramePr>
                <a:graphicFrameLocks noChangeAspect="1"/>
              </p:cNvGraphicFramePr>
              <p:nvPr/>
            </p:nvGraphicFramePr>
            <p:xfrm>
              <a:off x="9141894" y="17897"/>
              <a:ext cx="606303" cy="3919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2960" name="Equation" r:id="rId5" imgW="8839200" imgH="5791200" progId="Equation.DSMT4">
                      <p:embed/>
                    </p:oleObj>
                  </mc:Choice>
                  <mc:Fallback>
                    <p:oleObj name="Equation" r:id="rId5" imgW="8839200" imgH="5791200" progId="Equation.DSMT4">
                      <p:embed/>
                      <p:pic>
                        <p:nvPicPr>
                          <p:cNvPr id="0" name="Object 3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141894" y="17897"/>
                            <a:ext cx="606303" cy="39197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" name="Object 30"/>
              <p:cNvGraphicFramePr>
                <a:graphicFrameLocks noChangeAspect="1"/>
              </p:cNvGraphicFramePr>
              <p:nvPr/>
            </p:nvGraphicFramePr>
            <p:xfrm>
              <a:off x="249892" y="544566"/>
              <a:ext cx="622217" cy="44182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2961" name="Equation" r:id="rId7" imgW="7924800" imgH="5791200" progId="Equation.DSMT4">
                      <p:embed/>
                    </p:oleObj>
                  </mc:Choice>
                  <mc:Fallback>
                    <p:oleObj name="Equation" r:id="rId7" imgW="7924800" imgH="5791200" progId="Equation.DSMT4">
                      <p:embed/>
                      <p:pic>
                        <p:nvPicPr>
                          <p:cNvPr id="0" name="Object 3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49892" y="544566"/>
                            <a:ext cx="622217" cy="44182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1" name="Object 29"/>
              <p:cNvGraphicFramePr>
                <a:graphicFrameLocks noChangeAspect="1"/>
              </p:cNvGraphicFramePr>
              <p:nvPr/>
            </p:nvGraphicFramePr>
            <p:xfrm>
              <a:off x="3372104" y="572073"/>
              <a:ext cx="491725" cy="4538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2962" name="Equation" r:id="rId9" imgW="6096000" imgH="5791200" progId="Equation.DSMT4">
                      <p:embed/>
                    </p:oleObj>
                  </mc:Choice>
                  <mc:Fallback>
                    <p:oleObj name="Equation" r:id="rId9" imgW="6096000" imgH="5791200" progId="Equation.DSMT4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72104" y="572073"/>
                            <a:ext cx="491725" cy="45386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" name="Object 28"/>
              <p:cNvGraphicFramePr>
                <a:graphicFrameLocks noChangeAspect="1"/>
              </p:cNvGraphicFramePr>
              <p:nvPr/>
            </p:nvGraphicFramePr>
            <p:xfrm>
              <a:off x="3776304" y="572073"/>
              <a:ext cx="515596" cy="47449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2963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776304" y="572073"/>
                            <a:ext cx="515596" cy="47449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3" name="Object 27"/>
              <p:cNvGraphicFramePr>
                <a:graphicFrameLocks noChangeAspect="1"/>
              </p:cNvGraphicFramePr>
              <p:nvPr/>
            </p:nvGraphicFramePr>
            <p:xfrm>
              <a:off x="4185281" y="572073"/>
              <a:ext cx="472629" cy="43323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2964" name="Equation" r:id="rId13" imgW="6096000" imgH="5791200" progId="Equation.DSMT4">
                      <p:embed/>
                    </p:oleObj>
                  </mc:Choice>
                  <mc:Fallback>
                    <p:oleObj name="Equation" r:id="rId13" imgW="6096000" imgH="5791200" progId="Equation.DSMT4">
                      <p:embed/>
                      <p:pic>
                        <p:nvPicPr>
                          <p:cNvPr id="0" name="Object 2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85281" y="572073"/>
                            <a:ext cx="472629" cy="43323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4" name="Rectangle 36"/>
              <p:cNvSpPr>
                <a:spLocks noChangeArrowheads="1"/>
              </p:cNvSpPr>
              <p:nvPr/>
            </p:nvSpPr>
            <p:spPr bwMode="auto">
              <a:xfrm>
                <a:off x="710425" y="473057"/>
                <a:ext cx="2820639" cy="6063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和各相电流相量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" name="Rectangle 39"/>
            <p:cNvSpPr>
              <a:spLocks noChangeArrowheads="1"/>
            </p:cNvSpPr>
            <p:nvPr/>
          </p:nvSpPr>
          <p:spPr bwMode="auto">
            <a:xfrm>
              <a:off x="4855640" y="1850807"/>
              <a:ext cx="2205657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并画出相量图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" name="Rectangle 26"/>
          <p:cNvSpPr>
            <a:spLocks noChangeArrowheads="1"/>
          </p:cNvSpPr>
          <p:nvPr/>
        </p:nvSpPr>
        <p:spPr bwMode="auto">
          <a:xfrm>
            <a:off x="1204949" y="2541517"/>
            <a:ext cx="4052895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负载中的各相电压相量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8" name="Object 27"/>
          <p:cNvGraphicFramePr>
            <a:graphicFrameLocks noChangeAspect="1"/>
          </p:cNvGraphicFramePr>
          <p:nvPr/>
        </p:nvGraphicFramePr>
        <p:xfrm>
          <a:off x="1204949" y="3219643"/>
          <a:ext cx="7226300" cy="3216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2965" name="Equation" r:id="rId15" imgW="81686400" imgH="36576000" progId="Equation.DSMT4">
                  <p:embed/>
                </p:oleObj>
              </mc:Choice>
              <mc:Fallback>
                <p:oleObj name="Equation" r:id="rId15" imgW="81686400" imgH="365760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4949" y="3219643"/>
                        <a:ext cx="7226300" cy="3216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" name="Object 26"/>
          <p:cNvGraphicFramePr>
            <a:graphicFrameLocks noChangeAspect="1"/>
          </p:cNvGraphicFramePr>
          <p:nvPr/>
        </p:nvGraphicFramePr>
        <p:xfrm>
          <a:off x="9321068" y="4302670"/>
          <a:ext cx="2560027" cy="26596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2966" name="Visio" r:id="rId17" imgW="1569085" imgH="1670685" progId="Visio.Drawing.11">
                  <p:embed/>
                </p:oleObj>
              </mc:Choice>
              <mc:Fallback>
                <p:oleObj name="Visio" r:id="rId17" imgW="1569085" imgH="1670685" progId="Visio.Drawing.11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321068" y="4302670"/>
                        <a:ext cx="2560027" cy="26596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698" name="Object 45"/>
          <p:cNvGraphicFramePr>
            <a:graphicFrameLocks noGrp="1" noChangeAspect="1"/>
          </p:cNvGraphicFramePr>
          <p:nvPr>
            <p:ph sz="half" idx="2"/>
          </p:nvPr>
        </p:nvGraphicFramePr>
        <p:xfrm>
          <a:off x="9112251" y="2204864"/>
          <a:ext cx="2977662" cy="20295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3982" name="Visio" r:id="rId1" imgW="1953260" imgH="1332230" progId="Visio.Drawing.11">
                  <p:embed/>
                </p:oleObj>
              </mc:Choice>
              <mc:Fallback>
                <p:oleObj name="Visio" r:id="rId1" imgW="1953260" imgH="1332230" progId="Visio.Drawing.11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12251" y="2204864"/>
                        <a:ext cx="2977662" cy="202955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48731" y="2537374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551384" y="933470"/>
            <a:ext cx="11017223" cy="1606683"/>
            <a:chOff x="-534709" y="837618"/>
            <a:chExt cx="10194639" cy="1606683"/>
          </a:xfrm>
        </p:grpSpPr>
        <p:sp>
          <p:nvSpPr>
            <p:cNvPr id="25" name="Rectangle 33"/>
            <p:cNvSpPr>
              <a:spLocks noChangeArrowheads="1"/>
            </p:cNvSpPr>
            <p:nvPr/>
          </p:nvSpPr>
          <p:spPr bwMode="auto">
            <a:xfrm>
              <a:off x="-534709" y="837618"/>
              <a:ext cx="10194639" cy="10769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1440180" marR="0" lvl="0" indent="-144018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习题</a:t>
              </a:r>
              <a:r>
                <a:rPr lang="en-US" altLang="zh-CN" sz="2800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2.3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对称三相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电源线电压为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380V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不对称三相电路，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=50√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MS Reference Specialty" panose="05000500000000000000" pitchFamily="2" charset="2"/>
                </a:rPr>
                <a:t>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(1/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)=100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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</a:t>
              </a:r>
              <a:r>
                <a:rPr kumimoji="0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=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50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试求负载中各电压相量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pSp>
          <p:nvGrpSpPr>
            <p:cNvPr id="26" name="组合 20"/>
            <p:cNvGrpSpPr/>
            <p:nvPr/>
          </p:nvGrpSpPr>
          <p:grpSpPr bwMode="auto">
            <a:xfrm>
              <a:off x="833518" y="1430770"/>
              <a:ext cx="8767883" cy="1013531"/>
              <a:chOff x="249892" y="-18205"/>
              <a:chExt cx="9498305" cy="1097601"/>
            </a:xfrm>
          </p:grpSpPr>
          <p:graphicFrame>
            <p:nvGraphicFramePr>
              <p:cNvPr id="28" name="Object 32"/>
              <p:cNvGraphicFramePr>
                <a:graphicFrameLocks noChangeAspect="1"/>
              </p:cNvGraphicFramePr>
              <p:nvPr/>
            </p:nvGraphicFramePr>
            <p:xfrm>
              <a:off x="8414897" y="-18205"/>
              <a:ext cx="663592" cy="428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3983" name="Equation" r:id="rId3" imgW="8839200" imgH="5791200" progId="Equation.DSMT4">
                      <p:embed/>
                    </p:oleObj>
                  </mc:Choice>
                  <mc:Fallback>
                    <p:oleObj name="Equation" r:id="rId3" imgW="8839200" imgH="5791200" progId="Equation.DSMT4">
                      <p:embed/>
                      <p:pic>
                        <p:nvPicPr>
                          <p:cNvPr id="0" name="Object 3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8414897" y="-18205"/>
                            <a:ext cx="663592" cy="428075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9" name="Object 31"/>
              <p:cNvGraphicFramePr>
                <a:graphicFrameLocks noChangeAspect="1"/>
              </p:cNvGraphicFramePr>
              <p:nvPr/>
            </p:nvGraphicFramePr>
            <p:xfrm>
              <a:off x="9141894" y="17897"/>
              <a:ext cx="606303" cy="3919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3984" name="Equation" r:id="rId5" imgW="8839200" imgH="5791200" progId="Equation.DSMT4">
                      <p:embed/>
                    </p:oleObj>
                  </mc:Choice>
                  <mc:Fallback>
                    <p:oleObj name="Equation" r:id="rId5" imgW="8839200" imgH="5791200" progId="Equation.DSMT4">
                      <p:embed/>
                      <p:pic>
                        <p:nvPicPr>
                          <p:cNvPr id="0" name="Object 3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141894" y="17897"/>
                            <a:ext cx="606303" cy="39197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" name="Object 30"/>
              <p:cNvGraphicFramePr>
                <a:graphicFrameLocks noChangeAspect="1"/>
              </p:cNvGraphicFramePr>
              <p:nvPr/>
            </p:nvGraphicFramePr>
            <p:xfrm>
              <a:off x="249892" y="544566"/>
              <a:ext cx="622217" cy="44182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3985" name="Equation" r:id="rId7" imgW="7924800" imgH="5791200" progId="Equation.DSMT4">
                      <p:embed/>
                    </p:oleObj>
                  </mc:Choice>
                  <mc:Fallback>
                    <p:oleObj name="Equation" r:id="rId7" imgW="7924800" imgH="5791200" progId="Equation.DSMT4">
                      <p:embed/>
                      <p:pic>
                        <p:nvPicPr>
                          <p:cNvPr id="0" name="Object 3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49892" y="544566"/>
                            <a:ext cx="622217" cy="441827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1" name="Object 29"/>
              <p:cNvGraphicFramePr>
                <a:graphicFrameLocks noChangeAspect="1"/>
              </p:cNvGraphicFramePr>
              <p:nvPr/>
            </p:nvGraphicFramePr>
            <p:xfrm>
              <a:off x="3372104" y="572073"/>
              <a:ext cx="491725" cy="4538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3986" name="Equation" r:id="rId9" imgW="6096000" imgH="5791200" progId="Equation.DSMT4">
                      <p:embed/>
                    </p:oleObj>
                  </mc:Choice>
                  <mc:Fallback>
                    <p:oleObj name="Equation" r:id="rId9" imgW="6096000" imgH="5791200" progId="Equation.DSMT4">
                      <p:embed/>
                      <p:pic>
                        <p:nvPicPr>
                          <p:cNvPr id="0" name="Object 2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72104" y="572073"/>
                            <a:ext cx="491725" cy="45386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" name="Object 28"/>
              <p:cNvGraphicFramePr>
                <a:graphicFrameLocks noChangeAspect="1"/>
              </p:cNvGraphicFramePr>
              <p:nvPr/>
            </p:nvGraphicFramePr>
            <p:xfrm>
              <a:off x="3776304" y="572073"/>
              <a:ext cx="515596" cy="47449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3987" name="Equation" r:id="rId11" imgW="6096000" imgH="5791200" progId="Equation.DSMT4">
                      <p:embed/>
                    </p:oleObj>
                  </mc:Choice>
                  <mc:Fallback>
                    <p:oleObj name="Equation" r:id="rId11" imgW="6096000" imgH="5791200" progId="Equation.DSMT4">
                      <p:embed/>
                      <p:pic>
                        <p:nvPicPr>
                          <p:cNvPr id="0" name="Object 2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776304" y="572073"/>
                            <a:ext cx="515596" cy="47449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3" name="Object 27"/>
              <p:cNvGraphicFramePr>
                <a:graphicFrameLocks noChangeAspect="1"/>
              </p:cNvGraphicFramePr>
              <p:nvPr/>
            </p:nvGraphicFramePr>
            <p:xfrm>
              <a:off x="4185281" y="572073"/>
              <a:ext cx="472629" cy="43323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53988" name="Equation" r:id="rId13" imgW="6096000" imgH="5791200" progId="Equation.DSMT4">
                      <p:embed/>
                    </p:oleObj>
                  </mc:Choice>
                  <mc:Fallback>
                    <p:oleObj name="Equation" r:id="rId13" imgW="6096000" imgH="5791200" progId="Equation.DSMT4">
                      <p:embed/>
                      <p:pic>
                        <p:nvPicPr>
                          <p:cNvPr id="0" name="Object 2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85281" y="572073"/>
                            <a:ext cx="472629" cy="433233"/>
                          </a:xfrm>
                          <a:prstGeom prst="rect">
                            <a:avLst/>
                          </a:prstGeom>
                          <a:noFill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34" name="Rectangle 36"/>
              <p:cNvSpPr>
                <a:spLocks noChangeArrowheads="1"/>
              </p:cNvSpPr>
              <p:nvPr/>
            </p:nvSpPr>
            <p:spPr bwMode="auto">
              <a:xfrm>
                <a:off x="710425" y="473057"/>
                <a:ext cx="2820639" cy="6063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和各相电流相量</a:t>
                </a:r>
                <a:endPara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" name="Rectangle 39"/>
            <p:cNvSpPr>
              <a:spLocks noChangeArrowheads="1"/>
            </p:cNvSpPr>
            <p:nvPr/>
          </p:nvSpPr>
          <p:spPr bwMode="auto">
            <a:xfrm>
              <a:off x="4855640" y="1850807"/>
              <a:ext cx="2205657" cy="5598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并画出相量图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9" name="Object 26"/>
          <p:cNvGraphicFramePr>
            <a:graphicFrameLocks noChangeAspect="1"/>
          </p:cNvGraphicFramePr>
          <p:nvPr/>
        </p:nvGraphicFramePr>
        <p:xfrm>
          <a:off x="9321068" y="4302670"/>
          <a:ext cx="2560027" cy="26596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3989" name="Visio" r:id="rId15" imgW="1569085" imgH="1670685" progId="Visio.Drawing.11">
                  <p:embed/>
                </p:oleObj>
              </mc:Choice>
              <mc:Fallback>
                <p:oleObj name="Visio" r:id="rId15" imgW="1569085" imgH="1670685" progId="Visio.Drawing.11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321068" y="4302670"/>
                        <a:ext cx="2560027" cy="26596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Rectangle 23"/>
          <p:cNvSpPr>
            <a:spLocks noChangeArrowheads="1"/>
          </p:cNvSpPr>
          <p:nvPr/>
        </p:nvSpPr>
        <p:spPr bwMode="auto">
          <a:xfrm>
            <a:off x="1127448" y="2534504"/>
            <a:ext cx="198804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各电流相量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1" name="Object 24"/>
          <p:cNvGraphicFramePr>
            <a:graphicFrameLocks noChangeAspect="1"/>
          </p:cNvGraphicFramePr>
          <p:nvPr/>
        </p:nvGraphicFramePr>
        <p:xfrm>
          <a:off x="1163894" y="3219643"/>
          <a:ext cx="5964238" cy="3082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3990" name="Equation" r:id="rId17" imgW="77419200" imgH="39928800" progId="Equation.DSMT4">
                  <p:embed/>
                </p:oleObj>
              </mc:Choice>
              <mc:Fallback>
                <p:oleObj name="Equation" r:id="rId17" imgW="77419200" imgH="39928800" progId="Equation.DSMT4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63894" y="3219643"/>
                        <a:ext cx="5964238" cy="30829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5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602116" name="Group 4"/>
          <p:cNvGrpSpPr/>
          <p:nvPr/>
        </p:nvGrpSpPr>
        <p:grpSpPr bwMode="auto">
          <a:xfrm>
            <a:off x="3117389" y="3834302"/>
            <a:ext cx="5756275" cy="2863850"/>
            <a:chOff x="1132" y="2262"/>
            <a:chExt cx="3626" cy="1804"/>
          </a:xfrm>
        </p:grpSpPr>
        <p:grpSp>
          <p:nvGrpSpPr>
            <p:cNvPr id="17412" name="Group 5"/>
            <p:cNvGrpSpPr/>
            <p:nvPr/>
          </p:nvGrpSpPr>
          <p:grpSpPr bwMode="auto">
            <a:xfrm>
              <a:off x="1132" y="2262"/>
              <a:ext cx="3626" cy="1804"/>
              <a:chOff x="1132" y="2262"/>
              <a:chExt cx="3626" cy="1804"/>
            </a:xfrm>
          </p:grpSpPr>
          <p:graphicFrame>
            <p:nvGraphicFramePr>
              <p:cNvPr id="17414" name="Object 6"/>
              <p:cNvGraphicFramePr>
                <a:graphicFrameLocks noChangeAspect="1"/>
              </p:cNvGraphicFramePr>
              <p:nvPr/>
            </p:nvGraphicFramePr>
            <p:xfrm>
              <a:off x="1132" y="2262"/>
              <a:ext cx="3552" cy="120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41215" name="BMP 图像" r:id="rId1" imgW="5638800" imgH="1914525" progId="Paint.Picture">
                      <p:embed/>
                    </p:oleObj>
                  </mc:Choice>
                  <mc:Fallback>
                    <p:oleObj name="BMP 图像" r:id="rId1" imgW="5638800" imgH="1914525" progId="Paint.Picture">
                      <p:embed/>
                      <p:pic>
                        <p:nvPicPr>
                          <p:cNvPr id="0" name="Object 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132" y="2262"/>
                            <a:ext cx="3552" cy="120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7415" name="Line 7"/>
              <p:cNvSpPr>
                <a:spLocks noChangeShapeType="1"/>
              </p:cNvSpPr>
              <p:nvPr/>
            </p:nvSpPr>
            <p:spPr bwMode="auto">
              <a:xfrm>
                <a:off x="2295" y="2304"/>
                <a:ext cx="5" cy="16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16" name="Line 8"/>
              <p:cNvSpPr>
                <a:spLocks noChangeShapeType="1"/>
              </p:cNvSpPr>
              <p:nvPr/>
            </p:nvSpPr>
            <p:spPr bwMode="auto">
              <a:xfrm>
                <a:off x="2725" y="2798"/>
                <a:ext cx="1" cy="11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grpSp>
            <p:nvGrpSpPr>
              <p:cNvPr id="17417" name="Group 9"/>
              <p:cNvGrpSpPr/>
              <p:nvPr/>
            </p:nvGrpSpPr>
            <p:grpSpPr bwMode="auto">
              <a:xfrm>
                <a:off x="2292" y="3508"/>
                <a:ext cx="432" cy="558"/>
                <a:chOff x="2292" y="3508"/>
                <a:chExt cx="432" cy="558"/>
              </a:xfrm>
            </p:grpSpPr>
            <p:grpSp>
              <p:nvGrpSpPr>
                <p:cNvPr id="17503" name="Group 10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522" name="Group 11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27" name="Oval 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8" name="Line 1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9" name="Line 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523" name="Line 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24" name="Line 16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25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26" name="Line 1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504" name="Group 19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514" name="Group 20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19" name="Oval 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0" name="Line 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21" name="Line 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515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6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7" name="Line 26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8" name="Line 2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505" name="Group 28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506" name="Group 29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11" name="Oval 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12" name="Line 3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13" name="Line 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507" name="Line 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08" name="Line 34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09" name="Line 35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510" name="Line 3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7418" name="Group 37"/>
              <p:cNvGrpSpPr/>
              <p:nvPr/>
            </p:nvGrpSpPr>
            <p:grpSpPr bwMode="auto">
              <a:xfrm>
                <a:off x="2964" y="3496"/>
                <a:ext cx="432" cy="558"/>
                <a:chOff x="2292" y="3508"/>
                <a:chExt cx="432" cy="558"/>
              </a:xfrm>
            </p:grpSpPr>
            <p:grpSp>
              <p:nvGrpSpPr>
                <p:cNvPr id="17476" name="Group 38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95" name="Group 39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500" name="Oval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01" name="Line 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502" name="Line 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96" name="Line 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7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8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9" name="Line 4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77" name="Group 47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87" name="Group 48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92" name="Oval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93" name="Line 5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94" name="Line 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88" name="Line 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9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0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91" name="Line 5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78" name="Group 56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79" name="Group 57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84" name="Oval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85" name="Line 5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86" name="Line 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80" name="Line 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1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2" name="Line 63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83" name="Line 6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7419" name="Group 65"/>
              <p:cNvGrpSpPr/>
              <p:nvPr/>
            </p:nvGrpSpPr>
            <p:grpSpPr bwMode="auto">
              <a:xfrm>
                <a:off x="3618" y="3490"/>
                <a:ext cx="432" cy="558"/>
                <a:chOff x="2292" y="3508"/>
                <a:chExt cx="432" cy="558"/>
              </a:xfrm>
            </p:grpSpPr>
            <p:grpSp>
              <p:nvGrpSpPr>
                <p:cNvPr id="17449" name="Group 66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68" name="Group 67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73" name="Oval 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74" name="Line 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75" name="Line 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69" name="Line 7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70" name="Line 72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71" name="Line 73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72" name="Line 7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50" name="Group 75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60" name="Group 76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65" name="Oval 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66" name="Line 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67" name="Line 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61" name="Line 8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62" name="Line 81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63" name="Line 82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64" name="Line 8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7451" name="Group 84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7452" name="Group 85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7457" name="Oval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58" name="Line 8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7459" name="Line 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53" name="Line 8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54" name="Line 90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55" name="Line 91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7456" name="Line 9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17420" name="Line 93"/>
              <p:cNvSpPr>
                <a:spLocks noChangeShapeType="1"/>
              </p:cNvSpPr>
              <p:nvPr/>
            </p:nvSpPr>
            <p:spPr bwMode="auto">
              <a:xfrm>
                <a:off x="2592" y="337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1" name="Line 94"/>
              <p:cNvSpPr>
                <a:spLocks noChangeShapeType="1"/>
              </p:cNvSpPr>
              <p:nvPr/>
            </p:nvSpPr>
            <p:spPr bwMode="auto">
              <a:xfrm>
                <a:off x="2658" y="313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2" name="Line 95"/>
              <p:cNvSpPr>
                <a:spLocks noChangeShapeType="1"/>
              </p:cNvSpPr>
              <p:nvPr/>
            </p:nvSpPr>
            <p:spPr bwMode="auto">
              <a:xfrm>
                <a:off x="2616" y="280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3" name="Line 96"/>
              <p:cNvSpPr>
                <a:spLocks noChangeShapeType="1"/>
              </p:cNvSpPr>
              <p:nvPr/>
            </p:nvSpPr>
            <p:spPr bwMode="auto">
              <a:xfrm>
                <a:off x="2652" y="2310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4" name="Line 97"/>
              <p:cNvSpPr>
                <a:spLocks noChangeShapeType="1"/>
              </p:cNvSpPr>
              <p:nvPr/>
            </p:nvSpPr>
            <p:spPr bwMode="auto">
              <a:xfrm flipV="1">
                <a:off x="2970" y="3132"/>
                <a:ext cx="0" cy="8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5" name="Line 98"/>
              <p:cNvSpPr>
                <a:spLocks noChangeShapeType="1"/>
              </p:cNvSpPr>
              <p:nvPr/>
            </p:nvSpPr>
            <p:spPr bwMode="auto">
              <a:xfrm flipV="1">
                <a:off x="3390" y="2796"/>
                <a:ext cx="0" cy="11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6" name="Line 99"/>
              <p:cNvSpPr>
                <a:spLocks noChangeShapeType="1"/>
              </p:cNvSpPr>
              <p:nvPr/>
            </p:nvSpPr>
            <p:spPr bwMode="auto">
              <a:xfrm flipV="1">
                <a:off x="4050" y="2784"/>
                <a:ext cx="0" cy="11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27" name="Line 100"/>
              <p:cNvSpPr>
                <a:spLocks noChangeShapeType="1"/>
              </p:cNvSpPr>
              <p:nvPr/>
            </p:nvSpPr>
            <p:spPr bwMode="auto">
              <a:xfrm flipH="1" flipV="1">
                <a:off x="3618" y="3378"/>
                <a:ext cx="6" cy="5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grpSp>
            <p:nvGrpSpPr>
              <p:cNvPr id="17428" name="Group 101"/>
              <p:cNvGrpSpPr/>
              <p:nvPr/>
            </p:nvGrpSpPr>
            <p:grpSpPr bwMode="auto">
              <a:xfrm>
                <a:off x="2268" y="2776"/>
                <a:ext cx="482" cy="1022"/>
                <a:chOff x="2268" y="2776"/>
                <a:chExt cx="482" cy="1022"/>
              </a:xfrm>
            </p:grpSpPr>
            <p:sp>
              <p:nvSpPr>
                <p:cNvPr id="17444" name="Oval 102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5" name="Oval 103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6" name="Oval 104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7" name="Oval 105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8" name="Oval 106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grpSp>
            <p:nvGrpSpPr>
              <p:cNvPr id="17429" name="Group 107"/>
              <p:cNvGrpSpPr/>
              <p:nvPr/>
            </p:nvGrpSpPr>
            <p:grpSpPr bwMode="auto">
              <a:xfrm>
                <a:off x="2940" y="2770"/>
                <a:ext cx="482" cy="1022"/>
                <a:chOff x="2268" y="2776"/>
                <a:chExt cx="482" cy="1022"/>
              </a:xfrm>
            </p:grpSpPr>
            <p:sp>
              <p:nvSpPr>
                <p:cNvPr id="17439" name="Oval 108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0" name="Oval 109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1" name="Oval 110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2" name="Oval 111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43" name="Oval 112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grpSp>
            <p:nvGrpSpPr>
              <p:cNvPr id="17430" name="Group 113"/>
              <p:cNvGrpSpPr/>
              <p:nvPr/>
            </p:nvGrpSpPr>
            <p:grpSpPr bwMode="auto">
              <a:xfrm>
                <a:off x="3594" y="2758"/>
                <a:ext cx="482" cy="1022"/>
                <a:chOff x="2268" y="2776"/>
                <a:chExt cx="482" cy="1022"/>
              </a:xfrm>
            </p:grpSpPr>
            <p:sp>
              <p:nvSpPr>
                <p:cNvPr id="17434" name="Oval 114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5" name="Oval 115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6" name="Oval 116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7" name="Oval 117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438" name="Oval 118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sp>
            <p:nvSpPr>
              <p:cNvPr id="17431" name="Oval 119"/>
              <p:cNvSpPr>
                <a:spLocks noChangeArrowheads="1"/>
              </p:cNvSpPr>
              <p:nvPr/>
            </p:nvSpPr>
            <p:spPr bwMode="auto">
              <a:xfrm>
                <a:off x="3588" y="3346"/>
                <a:ext cx="56" cy="56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  <p:sp>
            <p:nvSpPr>
              <p:cNvPr id="17432" name="Oval 120"/>
              <p:cNvSpPr>
                <a:spLocks noChangeArrowheads="1"/>
              </p:cNvSpPr>
              <p:nvPr/>
            </p:nvSpPr>
            <p:spPr bwMode="auto">
              <a:xfrm>
                <a:off x="2934" y="3100"/>
                <a:ext cx="56" cy="56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  <p:sp>
            <p:nvSpPr>
              <p:cNvPr id="17433" name="Text Box 121"/>
              <p:cNvSpPr txBox="1">
                <a:spLocks noChangeArrowheads="1"/>
              </p:cNvSpPr>
              <p:nvPr/>
            </p:nvSpPr>
            <p:spPr bwMode="auto">
              <a:xfrm>
                <a:off x="4554" y="2646"/>
                <a:ext cx="204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'</a:t>
                </a:r>
                <a:endPara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13" name="Oval 122"/>
            <p:cNvSpPr>
              <a:spLocks noChangeArrowheads="1"/>
            </p:cNvSpPr>
            <p:nvPr/>
          </p:nvSpPr>
          <p:spPr bwMode="auto">
            <a:xfrm>
              <a:off x="2274" y="2284"/>
              <a:ext cx="56" cy="56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24" name="Rectangle 49"/>
          <p:cNvSpPr>
            <a:spLocks noChangeArrowheads="1"/>
          </p:cNvSpPr>
          <p:nvPr/>
        </p:nvSpPr>
        <p:spPr bwMode="auto">
          <a:xfrm>
            <a:off x="479376" y="5807269"/>
            <a:ext cx="95560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4" name="Group 19"/>
          <p:cNvGrpSpPr/>
          <p:nvPr/>
        </p:nvGrpSpPr>
        <p:grpSpPr bwMode="auto">
          <a:xfrm>
            <a:off x="6805860" y="3861048"/>
            <a:ext cx="4330700" cy="1703388"/>
            <a:chOff x="2851" y="1393"/>
            <a:chExt cx="2728" cy="1073"/>
          </a:xfrm>
        </p:grpSpPr>
        <p:graphicFrame>
          <p:nvGraphicFramePr>
            <p:cNvPr id="136" name="Object 20"/>
            <p:cNvGraphicFramePr>
              <a:graphicFrameLocks noChangeAspect="1"/>
            </p:cNvGraphicFramePr>
            <p:nvPr/>
          </p:nvGraphicFramePr>
          <p:xfrm>
            <a:off x="2851" y="1393"/>
            <a:ext cx="2728" cy="107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42300" name="位图图像" r:id="rId1" imgW="3895725" imgH="1619250" progId="Paint.Picture">
                    <p:embed/>
                  </p:oleObj>
                </mc:Choice>
                <mc:Fallback>
                  <p:oleObj name="位图图像" r:id="rId1" imgW="3895725" imgH="1619250" progId="Paint.Picture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51" y="1393"/>
                          <a:ext cx="2728" cy="107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7" name="Line 21"/>
            <p:cNvSpPr>
              <a:spLocks noChangeShapeType="1"/>
            </p:cNvSpPr>
            <p:nvPr/>
          </p:nvSpPr>
          <p:spPr bwMode="auto">
            <a:xfrm flipH="1">
              <a:off x="3373" y="1765"/>
              <a:ext cx="1638" cy="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黑体" panose="02010609060101010101" pitchFamily="49" charset="-122"/>
                <a:cs typeface="+mn-cs"/>
              </a:endParaRPr>
            </a:p>
          </p:txBody>
        </p:sp>
      </p:grpSp>
      <p:grpSp>
        <p:nvGrpSpPr>
          <p:cNvPr id="141" name="Group 4"/>
          <p:cNvGrpSpPr/>
          <p:nvPr/>
        </p:nvGrpSpPr>
        <p:grpSpPr bwMode="auto">
          <a:xfrm>
            <a:off x="1343472" y="3888478"/>
            <a:ext cx="4207669" cy="1825179"/>
            <a:chOff x="1132" y="2262"/>
            <a:chExt cx="3626" cy="1804"/>
          </a:xfrm>
        </p:grpSpPr>
        <p:grpSp>
          <p:nvGrpSpPr>
            <p:cNvPr id="142" name="Group 5"/>
            <p:cNvGrpSpPr/>
            <p:nvPr/>
          </p:nvGrpSpPr>
          <p:grpSpPr bwMode="auto">
            <a:xfrm>
              <a:off x="1132" y="2262"/>
              <a:ext cx="3626" cy="1804"/>
              <a:chOff x="1132" y="2262"/>
              <a:chExt cx="3626" cy="1804"/>
            </a:xfrm>
          </p:grpSpPr>
          <p:graphicFrame>
            <p:nvGraphicFramePr>
              <p:cNvPr id="144" name="Object 6"/>
              <p:cNvGraphicFramePr>
                <a:graphicFrameLocks noChangeAspect="1"/>
              </p:cNvGraphicFramePr>
              <p:nvPr/>
            </p:nvGraphicFramePr>
            <p:xfrm>
              <a:off x="1132" y="2262"/>
              <a:ext cx="3552" cy="120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42301" name="位图图像" r:id="rId3" imgW="5638800" imgH="1914525" progId="Paint.Picture">
                      <p:embed/>
                    </p:oleObj>
                  </mc:Choice>
                  <mc:Fallback>
                    <p:oleObj name="位图图像" r:id="rId3" imgW="5638800" imgH="1914525" progId="Paint.Picture">
                      <p:embed/>
                      <p:pic>
                        <p:nvPicPr>
                          <p:cNvPr id="0" name="Object 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132" y="2262"/>
                            <a:ext cx="3552" cy="120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45" name="Line 7"/>
              <p:cNvSpPr>
                <a:spLocks noChangeShapeType="1"/>
              </p:cNvSpPr>
              <p:nvPr/>
            </p:nvSpPr>
            <p:spPr bwMode="auto">
              <a:xfrm>
                <a:off x="2295" y="2304"/>
                <a:ext cx="5" cy="16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Line 8"/>
              <p:cNvSpPr>
                <a:spLocks noChangeShapeType="1"/>
              </p:cNvSpPr>
              <p:nvPr/>
            </p:nvSpPr>
            <p:spPr bwMode="auto">
              <a:xfrm>
                <a:off x="2725" y="2798"/>
                <a:ext cx="1" cy="11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grpSp>
            <p:nvGrpSpPr>
              <p:cNvPr id="147" name="Group 9"/>
              <p:cNvGrpSpPr/>
              <p:nvPr/>
            </p:nvGrpSpPr>
            <p:grpSpPr bwMode="auto">
              <a:xfrm>
                <a:off x="2292" y="3508"/>
                <a:ext cx="432" cy="558"/>
                <a:chOff x="2292" y="3508"/>
                <a:chExt cx="432" cy="558"/>
              </a:xfrm>
            </p:grpSpPr>
            <p:grpSp>
              <p:nvGrpSpPr>
                <p:cNvPr id="233" name="Group 10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252" name="Group 11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57" name="Oval 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58" name="Line 1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59" name="Line 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253" name="Line 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54" name="Line 16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55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56" name="Line 1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34" name="Group 19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244" name="Group 20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49" name="Oval 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50" name="Line 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51" name="Line 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245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46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47" name="Line 26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48" name="Line 2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35" name="Group 28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236" name="Group 29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41" name="Oval 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42" name="Line 3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43" name="Line 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237" name="Line 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38" name="Line 34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39" name="Line 35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40" name="Line 3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48" name="Group 37"/>
              <p:cNvGrpSpPr/>
              <p:nvPr/>
            </p:nvGrpSpPr>
            <p:grpSpPr bwMode="auto">
              <a:xfrm>
                <a:off x="2964" y="3496"/>
                <a:ext cx="432" cy="558"/>
                <a:chOff x="2292" y="3508"/>
                <a:chExt cx="432" cy="558"/>
              </a:xfrm>
            </p:grpSpPr>
            <p:grpSp>
              <p:nvGrpSpPr>
                <p:cNvPr id="206" name="Group 38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225" name="Group 39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30" name="Oval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31" name="Line 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32" name="Line 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226" name="Line 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27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28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29" name="Line 4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07" name="Group 47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217" name="Group 48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22" name="Oval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23" name="Line 5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24" name="Line 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218" name="Line 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19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20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21" name="Line 5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08" name="Group 56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209" name="Group 57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14" name="Oval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15" name="Line 5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16" name="Line 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210" name="Line 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11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12" name="Line 63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13" name="Line 6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49" name="Group 65"/>
              <p:cNvGrpSpPr/>
              <p:nvPr/>
            </p:nvGrpSpPr>
            <p:grpSpPr bwMode="auto">
              <a:xfrm>
                <a:off x="3618" y="3490"/>
                <a:ext cx="432" cy="558"/>
                <a:chOff x="2292" y="3508"/>
                <a:chExt cx="432" cy="558"/>
              </a:xfrm>
            </p:grpSpPr>
            <p:grpSp>
              <p:nvGrpSpPr>
                <p:cNvPr id="179" name="Group 66"/>
                <p:cNvGrpSpPr/>
                <p:nvPr/>
              </p:nvGrpSpPr>
              <p:grpSpPr bwMode="auto">
                <a:xfrm>
                  <a:off x="2300" y="392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98" name="Group 67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203" name="Oval 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04" name="Line 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205" name="Line 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99" name="Line 7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00" name="Line 72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01" name="Line 73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202" name="Line 7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80" name="Group 75"/>
                <p:cNvGrpSpPr/>
                <p:nvPr/>
              </p:nvGrpSpPr>
              <p:grpSpPr bwMode="auto">
                <a:xfrm>
                  <a:off x="2300" y="3700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90" name="Group 76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95" name="Oval 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96" name="Line 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97" name="Line 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91" name="Line 8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92" name="Line 81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93" name="Line 82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94" name="Line 8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181" name="Group 84"/>
                <p:cNvGrpSpPr/>
                <p:nvPr/>
              </p:nvGrpSpPr>
              <p:grpSpPr bwMode="auto">
                <a:xfrm>
                  <a:off x="2292" y="3508"/>
                  <a:ext cx="424" cy="146"/>
                  <a:chOff x="1196" y="3712"/>
                  <a:chExt cx="424" cy="146"/>
                </a:xfrm>
              </p:grpSpPr>
              <p:grpSp>
                <p:nvGrpSpPr>
                  <p:cNvPr id="182" name="Group 85"/>
                  <p:cNvGrpSpPr/>
                  <p:nvPr/>
                </p:nvGrpSpPr>
                <p:grpSpPr bwMode="auto">
                  <a:xfrm>
                    <a:off x="1253" y="3712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87" name="Oval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楷体_GB2312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88" name="Line 8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  <p:sp>
                  <p:nvSpPr>
                    <p:cNvPr id="189" name="Line 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zh-CN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黑体" panose="02010609060101010101" pitchFamily="49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183" name="Line 8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96" y="3788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84" name="Line 90"/>
                  <p:cNvSpPr>
                    <a:spLocks noChangeShapeType="1"/>
                  </p:cNvSpPr>
                  <p:nvPr/>
                </p:nvSpPr>
                <p:spPr bwMode="auto">
                  <a:xfrm>
                    <a:off x="1408" y="3788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85" name="Line 91"/>
                  <p:cNvSpPr>
                    <a:spLocks noChangeShapeType="1"/>
                  </p:cNvSpPr>
                  <p:nvPr/>
                </p:nvSpPr>
                <p:spPr bwMode="auto">
                  <a:xfrm>
                    <a:off x="1544" y="3784"/>
                    <a:ext cx="7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  <p:sp>
                <p:nvSpPr>
                  <p:cNvPr id="186" name="Line 9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4" y="3740"/>
                    <a:ext cx="84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黑体" panose="02010609060101010101" pitchFamily="49" charset="-122"/>
                      <a:cs typeface="+mn-cs"/>
                    </a:endParaRPr>
                  </a:p>
                </p:txBody>
              </p:sp>
            </p:grpSp>
          </p:grpSp>
          <p:sp>
            <p:nvSpPr>
              <p:cNvPr id="150" name="Line 93"/>
              <p:cNvSpPr>
                <a:spLocks noChangeShapeType="1"/>
              </p:cNvSpPr>
              <p:nvPr/>
            </p:nvSpPr>
            <p:spPr bwMode="auto">
              <a:xfrm>
                <a:off x="2592" y="337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Line 94"/>
              <p:cNvSpPr>
                <a:spLocks noChangeShapeType="1"/>
              </p:cNvSpPr>
              <p:nvPr/>
            </p:nvSpPr>
            <p:spPr bwMode="auto">
              <a:xfrm>
                <a:off x="2658" y="313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Line 95"/>
              <p:cNvSpPr>
                <a:spLocks noChangeShapeType="1"/>
              </p:cNvSpPr>
              <p:nvPr/>
            </p:nvSpPr>
            <p:spPr bwMode="auto">
              <a:xfrm>
                <a:off x="2616" y="2802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Line 96"/>
              <p:cNvSpPr>
                <a:spLocks noChangeShapeType="1"/>
              </p:cNvSpPr>
              <p:nvPr/>
            </p:nvSpPr>
            <p:spPr bwMode="auto">
              <a:xfrm>
                <a:off x="2652" y="2310"/>
                <a:ext cx="183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Line 97"/>
              <p:cNvSpPr>
                <a:spLocks noChangeShapeType="1"/>
              </p:cNvSpPr>
              <p:nvPr/>
            </p:nvSpPr>
            <p:spPr bwMode="auto">
              <a:xfrm flipV="1">
                <a:off x="2970" y="3132"/>
                <a:ext cx="0" cy="8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Line 98"/>
              <p:cNvSpPr>
                <a:spLocks noChangeShapeType="1"/>
              </p:cNvSpPr>
              <p:nvPr/>
            </p:nvSpPr>
            <p:spPr bwMode="auto">
              <a:xfrm flipV="1">
                <a:off x="3390" y="2796"/>
                <a:ext cx="0" cy="11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Line 99"/>
              <p:cNvSpPr>
                <a:spLocks noChangeShapeType="1"/>
              </p:cNvSpPr>
              <p:nvPr/>
            </p:nvSpPr>
            <p:spPr bwMode="auto">
              <a:xfrm flipV="1">
                <a:off x="4050" y="2784"/>
                <a:ext cx="0" cy="11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Line 100"/>
              <p:cNvSpPr>
                <a:spLocks noChangeShapeType="1"/>
              </p:cNvSpPr>
              <p:nvPr/>
            </p:nvSpPr>
            <p:spPr bwMode="auto">
              <a:xfrm flipH="1" flipV="1">
                <a:off x="3618" y="3378"/>
                <a:ext cx="6" cy="5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黑体" panose="02010609060101010101" pitchFamily="49" charset="-122"/>
                  <a:cs typeface="+mn-cs"/>
                </a:endParaRPr>
              </a:p>
            </p:txBody>
          </p:sp>
          <p:grpSp>
            <p:nvGrpSpPr>
              <p:cNvPr id="158" name="Group 101"/>
              <p:cNvGrpSpPr/>
              <p:nvPr/>
            </p:nvGrpSpPr>
            <p:grpSpPr bwMode="auto">
              <a:xfrm>
                <a:off x="2268" y="2776"/>
                <a:ext cx="482" cy="1022"/>
                <a:chOff x="2268" y="2776"/>
                <a:chExt cx="482" cy="1022"/>
              </a:xfrm>
            </p:grpSpPr>
            <p:sp>
              <p:nvSpPr>
                <p:cNvPr id="174" name="Oval 102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5" name="Oval 103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6" name="Oval 104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7" name="Oval 105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8" name="Oval 106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grpSp>
            <p:nvGrpSpPr>
              <p:cNvPr id="159" name="Group 107"/>
              <p:cNvGrpSpPr/>
              <p:nvPr/>
            </p:nvGrpSpPr>
            <p:grpSpPr bwMode="auto">
              <a:xfrm>
                <a:off x="2940" y="2770"/>
                <a:ext cx="482" cy="1022"/>
                <a:chOff x="2268" y="2776"/>
                <a:chExt cx="482" cy="1022"/>
              </a:xfrm>
            </p:grpSpPr>
            <p:sp>
              <p:nvSpPr>
                <p:cNvPr id="169" name="Oval 108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0" name="Oval 109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1" name="Oval 110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2" name="Oval 111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73" name="Oval 112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grpSp>
            <p:nvGrpSpPr>
              <p:cNvPr id="160" name="Group 113"/>
              <p:cNvGrpSpPr/>
              <p:nvPr/>
            </p:nvGrpSpPr>
            <p:grpSpPr bwMode="auto">
              <a:xfrm>
                <a:off x="3594" y="2758"/>
                <a:ext cx="482" cy="1022"/>
                <a:chOff x="2268" y="2776"/>
                <a:chExt cx="482" cy="1022"/>
              </a:xfrm>
            </p:grpSpPr>
            <p:sp>
              <p:nvSpPr>
                <p:cNvPr id="164" name="Oval 114"/>
                <p:cNvSpPr>
                  <a:spLocks noChangeArrowheads="1"/>
                </p:cNvSpPr>
                <p:nvPr/>
              </p:nvSpPr>
              <p:spPr bwMode="auto">
                <a:xfrm>
                  <a:off x="2688" y="2776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65" name="Oval 115"/>
                <p:cNvSpPr>
                  <a:spLocks noChangeArrowheads="1"/>
                </p:cNvSpPr>
                <p:nvPr/>
              </p:nvSpPr>
              <p:spPr bwMode="auto">
                <a:xfrm>
                  <a:off x="2268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66" name="Oval 116"/>
                <p:cNvSpPr>
                  <a:spLocks noChangeArrowheads="1"/>
                </p:cNvSpPr>
                <p:nvPr/>
              </p:nvSpPr>
              <p:spPr bwMode="auto">
                <a:xfrm>
                  <a:off x="2268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67" name="Oval 117"/>
                <p:cNvSpPr>
                  <a:spLocks noChangeArrowheads="1"/>
                </p:cNvSpPr>
                <p:nvPr/>
              </p:nvSpPr>
              <p:spPr bwMode="auto">
                <a:xfrm>
                  <a:off x="2694" y="3742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  <p:sp>
              <p:nvSpPr>
                <p:cNvPr id="168" name="Oval 118"/>
                <p:cNvSpPr>
                  <a:spLocks noChangeArrowheads="1"/>
                </p:cNvSpPr>
                <p:nvPr/>
              </p:nvSpPr>
              <p:spPr bwMode="auto">
                <a:xfrm>
                  <a:off x="2694" y="3550"/>
                  <a:ext cx="56" cy="56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1pPr>
                  <a:lvl2pPr marL="742950" indent="-28575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2pPr>
                  <a:lvl3pPr marL="11430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3pPr>
                  <a:lvl4pPr marL="16002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4pPr>
                  <a:lvl5pPr marL="2057400" indent="-228600" eaLnBrk="0" hangingPunct="0"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800" b="1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楷体_GB2312" pitchFamily="49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endParaRPr>
                </a:p>
              </p:txBody>
            </p:sp>
          </p:grpSp>
          <p:sp>
            <p:nvSpPr>
              <p:cNvPr id="161" name="Oval 119"/>
              <p:cNvSpPr>
                <a:spLocks noChangeArrowheads="1"/>
              </p:cNvSpPr>
              <p:nvPr/>
            </p:nvSpPr>
            <p:spPr bwMode="auto">
              <a:xfrm>
                <a:off x="3588" y="3346"/>
                <a:ext cx="56" cy="56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  <p:sp>
            <p:nvSpPr>
              <p:cNvPr id="162" name="Oval 120"/>
              <p:cNvSpPr>
                <a:spLocks noChangeArrowheads="1"/>
              </p:cNvSpPr>
              <p:nvPr/>
            </p:nvSpPr>
            <p:spPr bwMode="auto">
              <a:xfrm>
                <a:off x="2934" y="3100"/>
                <a:ext cx="56" cy="56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  <p:sp>
            <p:nvSpPr>
              <p:cNvPr id="163" name="Text Box 121"/>
              <p:cNvSpPr txBox="1">
                <a:spLocks noChangeArrowheads="1"/>
              </p:cNvSpPr>
              <p:nvPr/>
            </p:nvSpPr>
            <p:spPr bwMode="auto">
              <a:xfrm>
                <a:off x="4554" y="2646"/>
                <a:ext cx="204" cy="4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en-US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'</a:t>
                </a:r>
                <a:endPara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43" name="Oval 122"/>
            <p:cNvSpPr>
              <a:spLocks noChangeArrowheads="1"/>
            </p:cNvSpPr>
            <p:nvPr/>
          </p:nvSpPr>
          <p:spPr bwMode="auto">
            <a:xfrm>
              <a:off x="2274" y="2284"/>
              <a:ext cx="56" cy="56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260" name="Text Box 3"/>
          <p:cNvSpPr txBox="1">
            <a:spLocks noChangeArrowheads="1"/>
          </p:cNvSpPr>
          <p:nvPr/>
        </p:nvSpPr>
        <p:spPr bwMode="auto">
          <a:xfrm>
            <a:off x="1149616" y="5809772"/>
            <a:ext cx="9338872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marR="0" lvl="0" indent="-45085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能正常工作，因为中线能保证各相负载的相电压对称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0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" grpId="0"/>
      <p:bldP spid="260" grpId="0" autoUpdateAnimBg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24" name="Rectangle 49"/>
          <p:cNvSpPr>
            <a:spLocks noChangeArrowheads="1"/>
          </p:cNvSpPr>
          <p:nvPr/>
        </p:nvSpPr>
        <p:spPr bwMode="auto">
          <a:xfrm>
            <a:off x="479376" y="3745051"/>
            <a:ext cx="95560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2" name="Object 20"/>
          <p:cNvGraphicFramePr>
            <a:graphicFrameLocks noChangeAspect="1"/>
          </p:cNvGraphicFramePr>
          <p:nvPr/>
        </p:nvGraphicFramePr>
        <p:xfrm>
          <a:off x="6805860" y="3861048"/>
          <a:ext cx="4330700" cy="170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3326" name="位图图像" r:id="rId1" imgW="3895725" imgH="1619250" progId="Paint.Picture">
                  <p:embed/>
                </p:oleObj>
              </mc:Choice>
              <mc:Fallback>
                <p:oleObj name="位图图像" r:id="rId1" imgW="3895725" imgH="1619250" progId="Paint.Picture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05860" y="3861048"/>
                        <a:ext cx="4330700" cy="1703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203523" y="3755706"/>
            <a:ext cx="215061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indent="-45085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无中线时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4" name="Object 4"/>
          <p:cNvGraphicFramePr>
            <a:graphicFrameLocks noChangeAspect="1"/>
          </p:cNvGraphicFramePr>
          <p:nvPr/>
        </p:nvGraphicFramePr>
        <p:xfrm>
          <a:off x="1793684" y="4511072"/>
          <a:ext cx="3120898" cy="186223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3327" name="Equation" r:id="rId3" imgW="34747200" imgH="20726400" progId="Equation.DSMT4">
                  <p:embed/>
                </p:oleObj>
              </mc:Choice>
              <mc:Fallback>
                <p:oleObj name="Equation" r:id="rId3" imgW="34747200" imgH="2072640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93684" y="4511072"/>
                        <a:ext cx="3120898" cy="186223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Line 21"/>
          <p:cNvSpPr>
            <a:spLocks noChangeShapeType="1"/>
          </p:cNvSpPr>
          <p:nvPr/>
        </p:nvSpPr>
        <p:spPr bwMode="auto">
          <a:xfrm flipH="1">
            <a:off x="7634535" y="4451598"/>
            <a:ext cx="2600325" cy="285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  <p:bldP spid="15" grpId="0" animBg="1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24" name="Rectangle 49"/>
          <p:cNvSpPr>
            <a:spLocks noChangeArrowheads="1"/>
          </p:cNvSpPr>
          <p:nvPr/>
        </p:nvSpPr>
        <p:spPr bwMode="auto">
          <a:xfrm>
            <a:off x="479376" y="3745051"/>
            <a:ext cx="95560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2" name="Object 20"/>
          <p:cNvGraphicFramePr>
            <a:graphicFrameLocks noChangeAspect="1"/>
          </p:cNvGraphicFramePr>
          <p:nvPr/>
        </p:nvGraphicFramePr>
        <p:xfrm>
          <a:off x="6805860" y="3861048"/>
          <a:ext cx="4330700" cy="170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4649" name="位图图像" r:id="rId1" imgW="3895725" imgH="1619250" progId="Paint.Picture">
                  <p:embed/>
                </p:oleObj>
              </mc:Choice>
              <mc:Fallback>
                <p:oleObj name="位图图像" r:id="rId1" imgW="3895725" imgH="1619250" progId="Paint.Picture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05860" y="3861048"/>
                        <a:ext cx="4330700" cy="1703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203523" y="3755706"/>
            <a:ext cx="215061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indent="-45085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无中线时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9" name="Group 5"/>
          <p:cNvGrpSpPr/>
          <p:nvPr/>
        </p:nvGrpSpPr>
        <p:grpSpPr bwMode="auto">
          <a:xfrm>
            <a:off x="1649744" y="4329699"/>
            <a:ext cx="1717676" cy="523875"/>
            <a:chOff x="828" y="3040"/>
            <a:chExt cx="1082" cy="330"/>
          </a:xfrm>
        </p:grpSpPr>
        <p:graphicFrame>
          <p:nvGraphicFramePr>
            <p:cNvPr id="10" name="Object 6"/>
            <p:cNvGraphicFramePr>
              <a:graphicFrameLocks noChangeAspect="1"/>
            </p:cNvGraphicFramePr>
            <p:nvPr/>
          </p:nvGraphicFramePr>
          <p:xfrm>
            <a:off x="1197" y="3043"/>
            <a:ext cx="713" cy="32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4650" name="Equation" r:id="rId3" imgW="12192000" imgH="5486400" progId="Equation.DSMT4">
                    <p:embed/>
                  </p:oleObj>
                </mc:Choice>
                <mc:Fallback>
                  <p:oleObj name="Equation" r:id="rId3" imgW="12192000" imgH="5486400" progId="Equation.DSMT4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97" y="3043"/>
                          <a:ext cx="713" cy="3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" name="Text Box 7"/>
            <p:cNvSpPr txBox="1">
              <a:spLocks noChangeArrowheads="1"/>
            </p:cNvSpPr>
            <p:nvPr/>
          </p:nvSpPr>
          <p:spPr bwMode="auto">
            <a:xfrm>
              <a:off x="828" y="3040"/>
              <a:ext cx="41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设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7" name="Group 8"/>
          <p:cNvGrpSpPr/>
          <p:nvPr/>
        </p:nvGrpSpPr>
        <p:grpSpPr bwMode="auto">
          <a:xfrm>
            <a:off x="1649183" y="5188051"/>
            <a:ext cx="7272808" cy="1609185"/>
            <a:chOff x="416" y="2842"/>
            <a:chExt cx="4407" cy="925"/>
          </a:xfrm>
        </p:grpSpPr>
        <p:sp>
          <p:nvSpPr>
            <p:cNvPr id="18" name="Text Box 9"/>
            <p:cNvSpPr txBox="1">
              <a:spLocks noChangeArrowheads="1"/>
            </p:cNvSpPr>
            <p:nvPr/>
          </p:nvSpPr>
          <p:spPr bwMode="auto">
            <a:xfrm>
              <a:off x="416" y="3161"/>
              <a:ext cx="412" cy="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则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9" name="Object 10"/>
            <p:cNvGraphicFramePr>
              <a:graphicFrameLocks noChangeAspect="1"/>
            </p:cNvGraphicFramePr>
            <p:nvPr/>
          </p:nvGraphicFramePr>
          <p:xfrm>
            <a:off x="760" y="2842"/>
            <a:ext cx="4063" cy="9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4651" name="Equation" r:id="rId5" imgW="84734400" imgH="20116800" progId="Equation.DSMT4">
                    <p:embed/>
                  </p:oleObj>
                </mc:Choice>
                <mc:Fallback>
                  <p:oleObj name="Equation" r:id="rId5" imgW="84734400" imgH="20116800" progId="Equation.DSMT4">
                    <p:embed/>
                    <p:pic>
                      <p:nvPicPr>
                        <p:cNvPr id="0" name="Object 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0" y="2842"/>
                          <a:ext cx="4063" cy="9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24" name="Rectangle 49"/>
          <p:cNvSpPr>
            <a:spLocks noChangeArrowheads="1"/>
          </p:cNvSpPr>
          <p:nvPr/>
        </p:nvSpPr>
        <p:spPr bwMode="auto">
          <a:xfrm>
            <a:off x="479376" y="3745051"/>
            <a:ext cx="95560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2" name="Object 20"/>
          <p:cNvGraphicFramePr>
            <a:graphicFrameLocks noChangeAspect="1"/>
          </p:cNvGraphicFramePr>
          <p:nvPr/>
        </p:nvGraphicFramePr>
        <p:xfrm>
          <a:off x="6805860" y="3861048"/>
          <a:ext cx="4330700" cy="170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5673" name="位图图像" r:id="rId1" imgW="3895725" imgH="1619250" progId="Paint.Picture">
                  <p:embed/>
                </p:oleObj>
              </mc:Choice>
              <mc:Fallback>
                <p:oleObj name="位图图像" r:id="rId1" imgW="3895725" imgH="1619250" progId="Paint.Picture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05860" y="3861048"/>
                        <a:ext cx="4330700" cy="1703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203523" y="3755706"/>
            <a:ext cx="215061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indent="-45085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无中线时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4" name="Object 10"/>
          <p:cNvGraphicFramePr>
            <a:graphicFrameLocks noChangeAspect="1"/>
          </p:cNvGraphicFramePr>
          <p:nvPr/>
        </p:nvGraphicFramePr>
        <p:xfrm>
          <a:off x="1762110" y="4320071"/>
          <a:ext cx="3061328" cy="54107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5674" name="Equation" r:id="rId3" imgW="31394400" imgH="5791200" progId="Equation.DSMT4">
                  <p:embed/>
                </p:oleObj>
              </mc:Choice>
              <mc:Fallback>
                <p:oleObj name="Equation" r:id="rId3" imgW="31394400" imgH="57912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2110" y="4320071"/>
                        <a:ext cx="3061328" cy="54107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5" name="Group 27"/>
          <p:cNvGrpSpPr/>
          <p:nvPr/>
        </p:nvGrpSpPr>
        <p:grpSpPr bwMode="auto">
          <a:xfrm>
            <a:off x="1694260" y="4834363"/>
            <a:ext cx="4927601" cy="2005014"/>
            <a:chOff x="1362" y="2964"/>
            <a:chExt cx="3104" cy="1263"/>
          </a:xfrm>
        </p:grpSpPr>
        <p:sp>
          <p:nvSpPr>
            <p:cNvPr id="20" name="Text Box 12"/>
            <p:cNvSpPr txBox="1">
              <a:spLocks noChangeArrowheads="1"/>
            </p:cNvSpPr>
            <p:nvPr/>
          </p:nvSpPr>
          <p:spPr bwMode="auto">
            <a:xfrm>
              <a:off x="1362" y="2964"/>
              <a:ext cx="3104" cy="6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因此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B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三相负载相电压分别为：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1" name="Object 13"/>
            <p:cNvGraphicFramePr>
              <a:graphicFrameLocks noChangeAspect="1"/>
            </p:cNvGraphicFramePr>
            <p:nvPr/>
          </p:nvGraphicFramePr>
          <p:xfrm>
            <a:off x="2408" y="3398"/>
            <a:ext cx="1292" cy="82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5675" name="Equation" r:id="rId5" imgW="28041600" imgH="17983200" progId="Equation.DSMT4">
                    <p:embed/>
                  </p:oleObj>
                </mc:Choice>
                <mc:Fallback>
                  <p:oleObj name="Equation" r:id="rId5" imgW="28041600" imgH="17983200" progId="Equation.DSMT4">
                    <p:embed/>
                    <p:pic>
                      <p:nvPicPr>
                        <p:cNvPr id="0" name="Object 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08" y="3398"/>
                          <a:ext cx="1292" cy="82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2" name="Group 14"/>
          <p:cNvGrpSpPr/>
          <p:nvPr/>
        </p:nvGrpSpPr>
        <p:grpSpPr bwMode="auto">
          <a:xfrm>
            <a:off x="5475619" y="5428089"/>
            <a:ext cx="1039813" cy="1411288"/>
            <a:chOff x="5119" y="3465"/>
            <a:chExt cx="655" cy="889"/>
          </a:xfrm>
        </p:grpSpPr>
        <p:sp>
          <p:nvSpPr>
            <p:cNvPr id="23" name="Text Box 15"/>
            <p:cNvSpPr txBox="1">
              <a:spLocks noChangeArrowheads="1"/>
            </p:cNvSpPr>
            <p:nvPr/>
          </p:nvSpPr>
          <p:spPr bwMode="auto">
            <a:xfrm>
              <a:off x="5119" y="4024"/>
              <a:ext cx="655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烧毁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24" name="Text Box 16"/>
            <p:cNvSpPr txBox="1">
              <a:spLocks noChangeArrowheads="1"/>
            </p:cNvSpPr>
            <p:nvPr/>
          </p:nvSpPr>
          <p:spPr bwMode="auto">
            <a:xfrm>
              <a:off x="5199" y="3465"/>
              <a:ext cx="384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暗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25" name="Text Box 17"/>
            <p:cNvSpPr txBox="1">
              <a:spLocks noChangeArrowheads="1"/>
            </p:cNvSpPr>
            <p:nvPr/>
          </p:nvSpPr>
          <p:spPr bwMode="auto">
            <a:xfrm>
              <a:off x="5196" y="3735"/>
              <a:ext cx="33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</a:rPr>
                <a:t>亮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24" name="Rectangle 49"/>
          <p:cNvSpPr>
            <a:spLocks noChangeArrowheads="1"/>
          </p:cNvSpPr>
          <p:nvPr/>
        </p:nvSpPr>
        <p:spPr bwMode="auto">
          <a:xfrm>
            <a:off x="479376" y="3745051"/>
            <a:ext cx="95560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203523" y="3755706"/>
            <a:ext cx="215061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indent="-45085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无中线时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6" name="Object 20"/>
          <p:cNvGraphicFramePr>
            <a:graphicFrameLocks noChangeAspect="1"/>
          </p:cNvGraphicFramePr>
          <p:nvPr/>
        </p:nvGraphicFramePr>
        <p:xfrm>
          <a:off x="6805860" y="3861048"/>
          <a:ext cx="4330700" cy="170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6874" name="位图图像" r:id="rId1" imgW="3895725" imgH="1619250" progId="Paint.Picture">
                  <p:embed/>
                </p:oleObj>
              </mc:Choice>
              <mc:Fallback>
                <p:oleObj name="位图图像" r:id="rId1" imgW="3895725" imgH="1619250" progId="Paint.Picture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05860" y="3861048"/>
                        <a:ext cx="4330700" cy="1703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Text Box 3"/>
          <p:cNvSpPr txBox="1">
            <a:spLocks noChangeArrowheads="1"/>
          </p:cNvSpPr>
          <p:nvPr/>
        </p:nvSpPr>
        <p:spPr bwMode="auto">
          <a:xfrm>
            <a:off x="5547413" y="5640295"/>
            <a:ext cx="5949187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相灯泡烧毁后，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两相负载串联接于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两相电源串联电路中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8" name="Group 93"/>
          <p:cNvGrpSpPr/>
          <p:nvPr/>
        </p:nvGrpSpPr>
        <p:grpSpPr bwMode="auto">
          <a:xfrm>
            <a:off x="1134958" y="4462711"/>
            <a:ext cx="2913062" cy="2203450"/>
            <a:chOff x="631" y="938"/>
            <a:chExt cx="1835" cy="1388"/>
          </a:xfrm>
        </p:grpSpPr>
        <p:sp>
          <p:nvSpPr>
            <p:cNvPr id="19" name="Rectangle 7"/>
            <p:cNvSpPr>
              <a:spLocks noChangeArrowheads="1"/>
            </p:cNvSpPr>
            <p:nvPr/>
          </p:nvSpPr>
          <p:spPr bwMode="auto">
            <a:xfrm>
              <a:off x="932" y="1222"/>
              <a:ext cx="1534" cy="894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26" name="Group 8"/>
            <p:cNvGrpSpPr/>
            <p:nvPr/>
          </p:nvGrpSpPr>
          <p:grpSpPr bwMode="auto">
            <a:xfrm>
              <a:off x="833" y="1195"/>
              <a:ext cx="145" cy="484"/>
              <a:chOff x="1725" y="1617"/>
              <a:chExt cx="145" cy="484"/>
            </a:xfrm>
          </p:grpSpPr>
          <p:sp>
            <p:nvSpPr>
              <p:cNvPr id="87" name="Oval 9"/>
              <p:cNvSpPr>
                <a:spLocks noChangeArrowheads="1"/>
              </p:cNvSpPr>
              <p:nvPr/>
            </p:nvSpPr>
            <p:spPr bwMode="auto">
              <a:xfrm rot="5400000">
                <a:off x="1779" y="1709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88" name="Oval 10"/>
              <p:cNvSpPr>
                <a:spLocks noChangeArrowheads="1"/>
              </p:cNvSpPr>
              <p:nvPr/>
            </p:nvSpPr>
            <p:spPr bwMode="auto">
              <a:xfrm rot="5400000">
                <a:off x="1779" y="1805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89" name="Oval 11"/>
              <p:cNvSpPr>
                <a:spLocks noChangeArrowheads="1"/>
              </p:cNvSpPr>
              <p:nvPr/>
            </p:nvSpPr>
            <p:spPr bwMode="auto">
              <a:xfrm rot="5400000">
                <a:off x="1779" y="1901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90" name="Rectangle 12"/>
              <p:cNvSpPr>
                <a:spLocks noChangeArrowheads="1"/>
              </p:cNvSpPr>
              <p:nvPr/>
            </p:nvSpPr>
            <p:spPr bwMode="auto">
              <a:xfrm rot="5400000">
                <a:off x="1529" y="1813"/>
                <a:ext cx="484" cy="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aphicFrame>
          <p:nvGraphicFramePr>
            <p:cNvPr id="27" name="Object 14"/>
            <p:cNvGraphicFramePr>
              <a:graphicFrameLocks noChangeAspect="1"/>
            </p:cNvGraphicFramePr>
            <p:nvPr/>
          </p:nvGraphicFramePr>
          <p:xfrm>
            <a:off x="1064" y="1304"/>
            <a:ext cx="265" cy="2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6875" name="Equation" r:id="rId3" imgW="5486400" imgH="5791200" progId="Equation.DSMT4">
                    <p:embed/>
                  </p:oleObj>
                </mc:Choice>
                <mc:Fallback>
                  <p:oleObj name="Equation" r:id="rId3" imgW="5486400" imgH="5791200" progId="Equation.DSMT4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4" y="1304"/>
                          <a:ext cx="265" cy="2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2857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8" name="Object 15"/>
            <p:cNvGraphicFramePr>
              <a:graphicFrameLocks noChangeAspect="1"/>
            </p:cNvGraphicFramePr>
            <p:nvPr/>
          </p:nvGraphicFramePr>
          <p:xfrm>
            <a:off x="1241" y="938"/>
            <a:ext cx="157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6876" name="Equation" r:id="rId5" imgW="3048000" imgH="4572000" progId="Equation.DSMT4">
                    <p:embed/>
                  </p:oleObj>
                </mc:Choice>
                <mc:Fallback>
                  <p:oleObj name="Equation" r:id="rId5" imgW="3048000" imgH="45720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41" y="938"/>
                          <a:ext cx="157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2857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9" name="Line 16"/>
            <p:cNvSpPr>
              <a:spLocks noChangeShapeType="1"/>
            </p:cNvSpPr>
            <p:nvPr/>
          </p:nvSpPr>
          <p:spPr bwMode="auto">
            <a:xfrm>
              <a:off x="1248" y="1222"/>
              <a:ext cx="25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0" name="Group 17"/>
            <p:cNvGrpSpPr/>
            <p:nvPr/>
          </p:nvGrpSpPr>
          <p:grpSpPr bwMode="auto">
            <a:xfrm>
              <a:off x="829" y="1629"/>
              <a:ext cx="145" cy="484"/>
              <a:chOff x="1725" y="1617"/>
              <a:chExt cx="145" cy="484"/>
            </a:xfrm>
          </p:grpSpPr>
          <p:sp>
            <p:nvSpPr>
              <p:cNvPr id="83" name="Oval 18"/>
              <p:cNvSpPr>
                <a:spLocks noChangeArrowheads="1"/>
              </p:cNvSpPr>
              <p:nvPr/>
            </p:nvSpPr>
            <p:spPr bwMode="auto">
              <a:xfrm rot="5400000">
                <a:off x="1779" y="1709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84" name="Oval 19"/>
              <p:cNvSpPr>
                <a:spLocks noChangeArrowheads="1"/>
              </p:cNvSpPr>
              <p:nvPr/>
            </p:nvSpPr>
            <p:spPr bwMode="auto">
              <a:xfrm rot="5400000">
                <a:off x="1779" y="1805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85" name="Oval 20"/>
              <p:cNvSpPr>
                <a:spLocks noChangeArrowheads="1"/>
              </p:cNvSpPr>
              <p:nvPr/>
            </p:nvSpPr>
            <p:spPr bwMode="auto">
              <a:xfrm rot="5400000">
                <a:off x="1779" y="1901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86" name="Rectangle 21"/>
              <p:cNvSpPr>
                <a:spLocks noChangeArrowheads="1"/>
              </p:cNvSpPr>
              <p:nvPr/>
            </p:nvSpPr>
            <p:spPr bwMode="auto">
              <a:xfrm rot="5400000">
                <a:off x="1529" y="1813"/>
                <a:ext cx="484" cy="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aphicFrame>
          <p:nvGraphicFramePr>
            <p:cNvPr id="31" name="Object 22"/>
            <p:cNvGraphicFramePr>
              <a:graphicFrameLocks noChangeAspect="1"/>
            </p:cNvGraphicFramePr>
            <p:nvPr/>
          </p:nvGraphicFramePr>
          <p:xfrm>
            <a:off x="1044" y="1725"/>
            <a:ext cx="266" cy="2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6877" name="Equation" r:id="rId7" imgW="5486400" imgH="5791200" progId="Equation.DSMT4">
                    <p:embed/>
                  </p:oleObj>
                </mc:Choice>
                <mc:Fallback>
                  <p:oleObj name="Equation" r:id="rId7" imgW="54864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44" y="1725"/>
                          <a:ext cx="266" cy="2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2857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32" name="Group 24"/>
            <p:cNvGrpSpPr/>
            <p:nvPr/>
          </p:nvGrpSpPr>
          <p:grpSpPr bwMode="auto">
            <a:xfrm rot="-5400000">
              <a:off x="1880" y="1881"/>
              <a:ext cx="427" cy="464"/>
              <a:chOff x="3278" y="1715"/>
              <a:chExt cx="427" cy="464"/>
            </a:xfrm>
          </p:grpSpPr>
          <p:sp>
            <p:nvSpPr>
              <p:cNvPr id="65" name="Rectangle 25"/>
              <p:cNvSpPr>
                <a:spLocks noChangeArrowheads="1"/>
              </p:cNvSpPr>
              <p:nvPr/>
            </p:nvSpPr>
            <p:spPr bwMode="auto">
              <a:xfrm>
                <a:off x="3419" y="1719"/>
                <a:ext cx="138" cy="43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pSp>
            <p:nvGrpSpPr>
              <p:cNvPr id="66" name="Group 26"/>
              <p:cNvGrpSpPr/>
              <p:nvPr/>
            </p:nvGrpSpPr>
            <p:grpSpPr bwMode="auto">
              <a:xfrm>
                <a:off x="3278" y="1715"/>
                <a:ext cx="427" cy="464"/>
                <a:chOff x="3278" y="1715"/>
                <a:chExt cx="427" cy="464"/>
              </a:xfrm>
            </p:grpSpPr>
            <p:grpSp>
              <p:nvGrpSpPr>
                <p:cNvPr id="67" name="Group 27"/>
                <p:cNvGrpSpPr/>
                <p:nvPr/>
              </p:nvGrpSpPr>
              <p:grpSpPr bwMode="auto">
                <a:xfrm rot="5400000">
                  <a:off x="3400" y="1874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77" name="Group 28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80" name="Oval 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81" name="Line 3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82" name="Line 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78" name="Line 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Line 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8" name="Group 34"/>
                <p:cNvGrpSpPr/>
                <p:nvPr/>
              </p:nvGrpSpPr>
              <p:grpSpPr bwMode="auto">
                <a:xfrm rot="5400000">
                  <a:off x="3119" y="1874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71" name="Group 35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74" name="Oval 3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75" name="Line 3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76" name="Line 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72" name="Line 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" name="Line 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69" name="Line 41"/>
                <p:cNvSpPr>
                  <a:spLocks noChangeShapeType="1"/>
                </p:cNvSpPr>
                <p:nvPr/>
              </p:nvSpPr>
              <p:spPr bwMode="auto">
                <a:xfrm>
                  <a:off x="3337" y="1719"/>
                  <a:ext cx="28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70" name="Line 42"/>
                <p:cNvSpPr>
                  <a:spLocks noChangeShapeType="1"/>
                </p:cNvSpPr>
                <p:nvPr/>
              </p:nvSpPr>
              <p:spPr bwMode="auto">
                <a:xfrm>
                  <a:off x="3342" y="2163"/>
                  <a:ext cx="28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3" name="Group 43"/>
            <p:cNvGrpSpPr/>
            <p:nvPr/>
          </p:nvGrpSpPr>
          <p:grpSpPr bwMode="auto">
            <a:xfrm rot="-5400000">
              <a:off x="1820" y="990"/>
              <a:ext cx="507" cy="464"/>
              <a:chOff x="3227" y="2864"/>
              <a:chExt cx="507" cy="464"/>
            </a:xfrm>
          </p:grpSpPr>
          <p:sp>
            <p:nvSpPr>
              <p:cNvPr id="40" name="Rectangle 44"/>
              <p:cNvSpPr>
                <a:spLocks noChangeArrowheads="1"/>
              </p:cNvSpPr>
              <p:nvPr/>
            </p:nvSpPr>
            <p:spPr bwMode="auto">
              <a:xfrm>
                <a:off x="3392" y="2880"/>
                <a:ext cx="174" cy="43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pSp>
            <p:nvGrpSpPr>
              <p:cNvPr id="41" name="Group 45"/>
              <p:cNvGrpSpPr/>
              <p:nvPr/>
            </p:nvGrpSpPr>
            <p:grpSpPr bwMode="auto">
              <a:xfrm rot="5400000">
                <a:off x="3249" y="2842"/>
                <a:ext cx="464" cy="507"/>
                <a:chOff x="3002" y="1707"/>
                <a:chExt cx="464" cy="507"/>
              </a:xfrm>
            </p:grpSpPr>
            <p:grpSp>
              <p:nvGrpSpPr>
                <p:cNvPr id="44" name="Group 46"/>
                <p:cNvGrpSpPr/>
                <p:nvPr/>
              </p:nvGrpSpPr>
              <p:grpSpPr bwMode="auto">
                <a:xfrm>
                  <a:off x="3002" y="1707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59" name="Group 47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62" name="Oval 4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63" name="Line 4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64" name="Line 5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60" name="Line 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" name="Line 5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" name="Group 53"/>
                <p:cNvGrpSpPr/>
                <p:nvPr/>
              </p:nvGrpSpPr>
              <p:grpSpPr bwMode="auto">
                <a:xfrm>
                  <a:off x="3002" y="1887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53" name="Group 54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56" name="Oval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57" name="Line 5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58" name="Line 5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54" name="Line 5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" name="Line 5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" name="Group 60"/>
                <p:cNvGrpSpPr/>
                <p:nvPr/>
              </p:nvGrpSpPr>
              <p:grpSpPr bwMode="auto">
                <a:xfrm>
                  <a:off x="3002" y="2068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47" name="Group 61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50" name="Oval 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51" name="Line 6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52" name="Line 6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8" name="Line 6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Line 6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2" name="Line 67"/>
              <p:cNvSpPr>
                <a:spLocks noChangeShapeType="1"/>
              </p:cNvSpPr>
              <p:nvPr/>
            </p:nvSpPr>
            <p:spPr bwMode="auto">
              <a:xfrm>
                <a:off x="3291" y="2871"/>
                <a:ext cx="375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43" name="Line 68"/>
              <p:cNvSpPr>
                <a:spLocks noChangeShapeType="1"/>
              </p:cNvSpPr>
              <p:nvPr/>
            </p:nvSpPr>
            <p:spPr bwMode="auto">
              <a:xfrm>
                <a:off x="3296" y="3315"/>
                <a:ext cx="375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aphicFrame>
          <p:nvGraphicFramePr>
            <p:cNvPr id="34" name="Object 69"/>
            <p:cNvGraphicFramePr>
              <a:graphicFrameLocks noChangeAspect="1"/>
            </p:cNvGraphicFramePr>
            <p:nvPr/>
          </p:nvGraphicFramePr>
          <p:xfrm>
            <a:off x="1548" y="1248"/>
            <a:ext cx="262" cy="27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6878" name="Equation" r:id="rId9" imgW="5181600" imgH="5486400" progId="Equation.DSMT4">
                    <p:embed/>
                  </p:oleObj>
                </mc:Choice>
                <mc:Fallback>
                  <p:oleObj name="Equation" r:id="rId9" imgW="5181600" imgH="5486400" progId="Equation.DSMT4">
                    <p:embed/>
                    <p:pic>
                      <p:nvPicPr>
                        <p:cNvPr id="0" name="Object 6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48" y="1248"/>
                          <a:ext cx="262" cy="27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" name="Object 70"/>
            <p:cNvGraphicFramePr>
              <a:graphicFrameLocks noChangeAspect="1"/>
            </p:cNvGraphicFramePr>
            <p:nvPr/>
          </p:nvGraphicFramePr>
          <p:xfrm>
            <a:off x="1615" y="1673"/>
            <a:ext cx="293" cy="3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6879" name="Equation" r:id="rId11" imgW="5181600" imgH="5486400" progId="Equation.DSMT4">
                    <p:embed/>
                  </p:oleObj>
                </mc:Choice>
                <mc:Fallback>
                  <p:oleObj name="Equation" r:id="rId11" imgW="5181600" imgH="5486400" progId="Equation.DSMT4">
                    <p:embed/>
                    <p:pic>
                      <p:nvPicPr>
                        <p:cNvPr id="0" name="Object 7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15" y="1673"/>
                          <a:ext cx="293" cy="3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6" name="Text Box 89"/>
            <p:cNvSpPr txBox="1">
              <a:spLocks noChangeArrowheads="1"/>
            </p:cNvSpPr>
            <p:nvPr/>
          </p:nvSpPr>
          <p:spPr bwMode="auto">
            <a:xfrm>
              <a:off x="639" y="1125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+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37" name="Text Box 90"/>
            <p:cNvSpPr txBox="1">
              <a:spLocks noChangeArrowheads="1"/>
            </p:cNvSpPr>
            <p:nvPr/>
          </p:nvSpPr>
          <p:spPr bwMode="auto">
            <a:xfrm>
              <a:off x="635" y="1337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_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38" name="Text Box 91"/>
            <p:cNvSpPr txBox="1">
              <a:spLocks noChangeArrowheads="1"/>
            </p:cNvSpPr>
            <p:nvPr/>
          </p:nvSpPr>
          <p:spPr bwMode="auto">
            <a:xfrm>
              <a:off x="635" y="1868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+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39" name="Text Box 92"/>
            <p:cNvSpPr txBox="1">
              <a:spLocks noChangeArrowheads="1"/>
            </p:cNvSpPr>
            <p:nvPr/>
          </p:nvSpPr>
          <p:spPr bwMode="auto">
            <a:xfrm>
              <a:off x="631" y="1477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_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91" name="矩形 90"/>
          <p:cNvSpPr/>
          <p:nvPr/>
        </p:nvSpPr>
        <p:spPr bwMode="auto">
          <a:xfrm>
            <a:off x="9725226" y="4532722"/>
            <a:ext cx="360040" cy="360040"/>
          </a:xfrm>
          <a:prstGeom prst="rect">
            <a:avLst/>
          </a:prstGeom>
          <a:solidFill>
            <a:schemeClr val="bg1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ctr" anchorCtr="0" compatLnSpc="1"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utoUpdateAnimBg="0"/>
      <p:bldP spid="91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24" name="Rectangle 49"/>
          <p:cNvSpPr>
            <a:spLocks noChangeArrowheads="1"/>
          </p:cNvSpPr>
          <p:nvPr/>
        </p:nvSpPr>
        <p:spPr bwMode="auto">
          <a:xfrm>
            <a:off x="479376" y="3745051"/>
            <a:ext cx="955609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479376" y="924860"/>
            <a:ext cx="11089232" cy="2936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2.4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的三相四线制电源给某三相照明电路供电，已知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相各接有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盏电灯（并联），所有电灯规格相同，额定电压为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2066925" marR="0" lvl="0" indent="-5384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相所开电灯数为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，各相负载能否正常工作？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R="0" lvl="0" indent="1529080" algn="l" defTabSz="914400" rtl="0" eaLnBrk="1" fontAlgn="base" latinLnBrk="0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无中线时，上述不对称三相负载能否正常工作？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203523" y="3755706"/>
            <a:ext cx="2150610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indent="-45085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无中线时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92" name="Group 71"/>
          <p:cNvGrpSpPr/>
          <p:nvPr/>
        </p:nvGrpSpPr>
        <p:grpSpPr bwMode="auto">
          <a:xfrm>
            <a:off x="5873579" y="5376532"/>
            <a:ext cx="1524000" cy="565150"/>
            <a:chOff x="3703" y="1929"/>
            <a:chExt cx="960" cy="356"/>
          </a:xfrm>
        </p:grpSpPr>
        <p:sp>
          <p:nvSpPr>
            <p:cNvPr id="93" name="Line 72"/>
            <p:cNvSpPr>
              <a:spLocks noChangeShapeType="1"/>
            </p:cNvSpPr>
            <p:nvPr/>
          </p:nvSpPr>
          <p:spPr bwMode="auto">
            <a:xfrm>
              <a:off x="3703" y="1929"/>
              <a:ext cx="91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aphicFrame>
          <p:nvGraphicFramePr>
            <p:cNvPr id="94" name="Object 73"/>
            <p:cNvGraphicFramePr>
              <a:graphicFrameLocks noChangeAspect="1"/>
            </p:cNvGraphicFramePr>
            <p:nvPr/>
          </p:nvGraphicFramePr>
          <p:xfrm>
            <a:off x="4370" y="1975"/>
            <a:ext cx="293" cy="3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198" name="Equation" r:id="rId1" imgW="5486400" imgH="5791200" progId="Equation.DSMT4">
                    <p:embed/>
                  </p:oleObj>
                </mc:Choice>
                <mc:Fallback>
                  <p:oleObj name="Equation" r:id="rId1" imgW="5486400" imgH="5791200" progId="Equation.DSMT4">
                    <p:embed/>
                    <p:pic>
                      <p:nvPicPr>
                        <p:cNvPr id="0" name="Object 7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370" y="1975"/>
                          <a:ext cx="293" cy="3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5" name="Group 74"/>
          <p:cNvGrpSpPr/>
          <p:nvPr/>
        </p:nvGrpSpPr>
        <p:grpSpPr bwMode="auto">
          <a:xfrm>
            <a:off x="4871864" y="5284456"/>
            <a:ext cx="646113" cy="1450975"/>
            <a:chOff x="3072" y="1871"/>
            <a:chExt cx="407" cy="914"/>
          </a:xfrm>
        </p:grpSpPr>
        <p:sp>
          <p:nvSpPr>
            <p:cNvPr id="96" name="Line 75"/>
            <p:cNvSpPr>
              <a:spLocks noChangeShapeType="1"/>
            </p:cNvSpPr>
            <p:nvPr/>
          </p:nvSpPr>
          <p:spPr bwMode="auto">
            <a:xfrm rot="7163106">
              <a:off x="3022" y="2327"/>
              <a:ext cx="914" cy="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aphicFrame>
          <p:nvGraphicFramePr>
            <p:cNvPr id="97" name="Object 76"/>
            <p:cNvGraphicFramePr>
              <a:graphicFrameLocks noChangeAspect="1"/>
            </p:cNvGraphicFramePr>
            <p:nvPr/>
          </p:nvGraphicFramePr>
          <p:xfrm>
            <a:off x="3072" y="2243"/>
            <a:ext cx="293" cy="3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199" name="Equation" r:id="rId3" imgW="5486400" imgH="5791200" progId="Equation.DSMT4">
                    <p:embed/>
                  </p:oleObj>
                </mc:Choice>
                <mc:Fallback>
                  <p:oleObj name="Equation" r:id="rId3" imgW="5486400" imgH="5791200" progId="Equation.DSMT4">
                    <p:embed/>
                    <p:pic>
                      <p:nvPicPr>
                        <p:cNvPr id="0" name="Object 7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72" y="2243"/>
                          <a:ext cx="293" cy="3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8" name="Line 77"/>
          <p:cNvSpPr>
            <a:spLocks noChangeShapeType="1"/>
          </p:cNvSpPr>
          <p:nvPr/>
        </p:nvSpPr>
        <p:spPr bwMode="auto">
          <a:xfrm rot="18123446" flipV="1">
            <a:off x="6990385" y="4751851"/>
            <a:ext cx="1450975" cy="1587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graphicFrame>
        <p:nvGraphicFramePr>
          <p:cNvPr id="99" name="Object 78"/>
          <p:cNvGraphicFramePr>
            <a:graphicFrameLocks noChangeAspect="1"/>
          </p:cNvGraphicFramePr>
          <p:nvPr/>
        </p:nvGraphicFramePr>
        <p:xfrm>
          <a:off x="5889454" y="6093768"/>
          <a:ext cx="2027237" cy="46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8200" name="Equation" r:id="rId5" imgW="888365" imgH="203200" progId="Equation.DSMT4">
                  <p:embed/>
                </p:oleObj>
              </mc:Choice>
              <mc:Fallback>
                <p:oleObj name="Equation" r:id="rId5" imgW="888365" imgH="203200" progId="Equation.DSMT4">
                  <p:embed/>
                  <p:pic>
                    <p:nvPicPr>
                      <p:cNvPr id="0" name="Object 7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89454" y="6093768"/>
                        <a:ext cx="2027237" cy="46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0" name="Group 79"/>
          <p:cNvGrpSpPr/>
          <p:nvPr/>
        </p:nvGrpSpPr>
        <p:grpSpPr bwMode="auto">
          <a:xfrm>
            <a:off x="5889454" y="4084307"/>
            <a:ext cx="2205037" cy="1277938"/>
            <a:chOff x="3886" y="1380"/>
            <a:chExt cx="1389" cy="805"/>
          </a:xfrm>
        </p:grpSpPr>
        <p:graphicFrame>
          <p:nvGraphicFramePr>
            <p:cNvPr id="101" name="Object 80"/>
            <p:cNvGraphicFramePr>
              <a:graphicFrameLocks noChangeAspect="1"/>
            </p:cNvGraphicFramePr>
            <p:nvPr/>
          </p:nvGraphicFramePr>
          <p:xfrm>
            <a:off x="4652" y="1380"/>
            <a:ext cx="213" cy="2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201" name="Equation" r:id="rId7" imgW="3962400" imgH="4876800" progId="Equation.DSMT4">
                    <p:embed/>
                  </p:oleObj>
                </mc:Choice>
                <mc:Fallback>
                  <p:oleObj name="Equation" r:id="rId7" imgW="3962400" imgH="4876800" progId="Equation.DSMT4">
                    <p:embed/>
                    <p:pic>
                      <p:nvPicPr>
                        <p:cNvPr id="0" name="Object 8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652" y="1380"/>
                          <a:ext cx="213" cy="2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2" name="Line 81"/>
            <p:cNvSpPr>
              <a:spLocks noChangeShapeType="1"/>
            </p:cNvSpPr>
            <p:nvPr/>
          </p:nvSpPr>
          <p:spPr bwMode="auto">
            <a:xfrm flipV="1">
              <a:off x="3886" y="1445"/>
              <a:ext cx="1389" cy="74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3" name="Group 82"/>
          <p:cNvGrpSpPr/>
          <p:nvPr/>
        </p:nvGrpSpPr>
        <p:grpSpPr bwMode="auto">
          <a:xfrm>
            <a:off x="5773569" y="5376538"/>
            <a:ext cx="957263" cy="565151"/>
            <a:chOff x="3813" y="2194"/>
            <a:chExt cx="603" cy="356"/>
          </a:xfrm>
        </p:grpSpPr>
        <p:sp>
          <p:nvSpPr>
            <p:cNvPr id="104" name="Freeform 83"/>
            <p:cNvSpPr/>
            <p:nvPr/>
          </p:nvSpPr>
          <p:spPr bwMode="auto">
            <a:xfrm>
              <a:off x="3813" y="2194"/>
              <a:ext cx="256" cy="121"/>
            </a:xfrm>
            <a:custGeom>
              <a:avLst/>
              <a:gdLst>
                <a:gd name="T0" fmla="*/ 256 w 256"/>
                <a:gd name="T1" fmla="*/ 0 h 121"/>
                <a:gd name="T2" fmla="*/ 155 w 256"/>
                <a:gd name="T3" fmla="*/ 101 h 121"/>
                <a:gd name="T4" fmla="*/ 0 w 256"/>
                <a:gd name="T5" fmla="*/ 119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121">
                  <a:moveTo>
                    <a:pt x="256" y="0"/>
                  </a:moveTo>
                  <a:cubicBezTo>
                    <a:pt x="227" y="40"/>
                    <a:pt x="198" y="81"/>
                    <a:pt x="155" y="101"/>
                  </a:cubicBezTo>
                  <a:cubicBezTo>
                    <a:pt x="112" y="121"/>
                    <a:pt x="56" y="120"/>
                    <a:pt x="0" y="11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5" name="Text Box 84"/>
            <p:cNvSpPr txBox="1">
              <a:spLocks noChangeArrowheads="1"/>
            </p:cNvSpPr>
            <p:nvPr/>
          </p:nvSpPr>
          <p:spPr bwMode="auto">
            <a:xfrm>
              <a:off x="3840" y="2259"/>
              <a:ext cx="57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sz="2400" dirty="0">
                  <a:ea typeface="宋体" panose="02010600030101010101" pitchFamily="2" charset="-122"/>
                </a:rPr>
                <a:t>120</a:t>
              </a:r>
              <a:r>
                <a:rPr kumimoji="1" lang="en-US" altLang="zh-CN" sz="2400" dirty="0">
                  <a:ea typeface="宋体" panose="02010600030101010101" pitchFamily="2" charset="-122"/>
                  <a:cs typeface="Times New Roman" panose="02020603050405020304" pitchFamily="18" charset="0"/>
                </a:rPr>
                <a:t>º</a:t>
              </a:r>
              <a:endParaRPr kumimoji="1" lang="en-US" altLang="zh-CN" sz="2400" dirty="0">
                <a:ea typeface="宋体" panose="02010600030101010101" pitchFamily="2" charset="-122"/>
              </a:endParaRPr>
            </a:p>
          </p:txBody>
        </p:sp>
      </p:grpSp>
      <p:grpSp>
        <p:nvGrpSpPr>
          <p:cNvPr id="106" name="Group 85"/>
          <p:cNvGrpSpPr/>
          <p:nvPr/>
        </p:nvGrpSpPr>
        <p:grpSpPr bwMode="auto">
          <a:xfrm>
            <a:off x="6251404" y="4992360"/>
            <a:ext cx="1008062" cy="461963"/>
            <a:chOff x="4114" y="1952"/>
            <a:chExt cx="635" cy="291"/>
          </a:xfrm>
        </p:grpSpPr>
        <p:sp>
          <p:nvSpPr>
            <p:cNvPr id="107" name="Freeform 86"/>
            <p:cNvSpPr/>
            <p:nvPr/>
          </p:nvSpPr>
          <p:spPr bwMode="auto">
            <a:xfrm>
              <a:off x="4114" y="2057"/>
              <a:ext cx="49" cy="128"/>
            </a:xfrm>
            <a:custGeom>
              <a:avLst/>
              <a:gdLst>
                <a:gd name="T0" fmla="*/ 19 w 49"/>
                <a:gd name="T1" fmla="*/ 128 h 128"/>
                <a:gd name="T2" fmla="*/ 46 w 49"/>
                <a:gd name="T3" fmla="*/ 64 h 128"/>
                <a:gd name="T4" fmla="*/ 0 w 49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8">
                  <a:moveTo>
                    <a:pt x="19" y="128"/>
                  </a:moveTo>
                  <a:cubicBezTo>
                    <a:pt x="34" y="106"/>
                    <a:pt x="49" y="85"/>
                    <a:pt x="46" y="64"/>
                  </a:cubicBezTo>
                  <a:cubicBezTo>
                    <a:pt x="43" y="43"/>
                    <a:pt x="21" y="2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8" name="Text Box 87"/>
            <p:cNvSpPr txBox="1">
              <a:spLocks noChangeArrowheads="1"/>
            </p:cNvSpPr>
            <p:nvPr/>
          </p:nvSpPr>
          <p:spPr bwMode="auto">
            <a:xfrm>
              <a:off x="4173" y="1952"/>
              <a:ext cx="576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en-US" altLang="zh-CN" sz="2400" dirty="0">
                  <a:ea typeface="宋体" panose="02010600030101010101" pitchFamily="2" charset="-122"/>
                </a:rPr>
                <a:t>30</a:t>
              </a:r>
              <a:r>
                <a:rPr kumimoji="1" lang="en-US" altLang="zh-CN" sz="2400" dirty="0">
                  <a:ea typeface="宋体" panose="02010600030101010101" pitchFamily="2" charset="-122"/>
                  <a:cs typeface="Times New Roman" panose="02020603050405020304" pitchFamily="18" charset="0"/>
                </a:rPr>
                <a:t>º</a:t>
              </a:r>
              <a:endParaRPr kumimoji="1" lang="en-US" altLang="zh-CN" sz="2400" dirty="0"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109" name="Object 4"/>
          <p:cNvGraphicFramePr>
            <a:graphicFrameLocks noChangeAspect="1"/>
          </p:cNvGraphicFramePr>
          <p:nvPr/>
        </p:nvGraphicFramePr>
        <p:xfrm>
          <a:off x="507950" y="4467324"/>
          <a:ext cx="3948113" cy="1204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8202" name="Equation" r:id="rId9" imgW="46939200" imgH="14325600" progId="Equation.DSMT4">
                  <p:embed/>
                </p:oleObj>
              </mc:Choice>
              <mc:Fallback>
                <p:oleObj name="Equation" r:id="rId9" imgW="46939200" imgH="1432560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7950" y="4467324"/>
                        <a:ext cx="3948113" cy="12049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0" name="Group 93"/>
          <p:cNvGrpSpPr/>
          <p:nvPr/>
        </p:nvGrpSpPr>
        <p:grpSpPr bwMode="auto">
          <a:xfrm>
            <a:off x="8439522" y="3806924"/>
            <a:ext cx="2913062" cy="2203450"/>
            <a:chOff x="631" y="938"/>
            <a:chExt cx="1835" cy="1388"/>
          </a:xfrm>
        </p:grpSpPr>
        <p:sp>
          <p:nvSpPr>
            <p:cNvPr id="111" name="Rectangle 7"/>
            <p:cNvSpPr>
              <a:spLocks noChangeArrowheads="1"/>
            </p:cNvSpPr>
            <p:nvPr/>
          </p:nvSpPr>
          <p:spPr bwMode="auto">
            <a:xfrm>
              <a:off x="932" y="1222"/>
              <a:ext cx="1534" cy="894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12" name="Group 8"/>
            <p:cNvGrpSpPr/>
            <p:nvPr/>
          </p:nvGrpSpPr>
          <p:grpSpPr bwMode="auto">
            <a:xfrm>
              <a:off x="833" y="1195"/>
              <a:ext cx="145" cy="484"/>
              <a:chOff x="1725" y="1617"/>
              <a:chExt cx="145" cy="484"/>
            </a:xfrm>
          </p:grpSpPr>
          <p:sp>
            <p:nvSpPr>
              <p:cNvPr id="175" name="Oval 9"/>
              <p:cNvSpPr>
                <a:spLocks noChangeArrowheads="1"/>
              </p:cNvSpPr>
              <p:nvPr/>
            </p:nvSpPr>
            <p:spPr bwMode="auto">
              <a:xfrm rot="5400000">
                <a:off x="1779" y="1709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6" name="Oval 10"/>
              <p:cNvSpPr>
                <a:spLocks noChangeArrowheads="1"/>
              </p:cNvSpPr>
              <p:nvPr/>
            </p:nvSpPr>
            <p:spPr bwMode="auto">
              <a:xfrm rot="5400000">
                <a:off x="1779" y="1805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7" name="Oval 11"/>
              <p:cNvSpPr>
                <a:spLocks noChangeArrowheads="1"/>
              </p:cNvSpPr>
              <p:nvPr/>
            </p:nvSpPr>
            <p:spPr bwMode="auto">
              <a:xfrm rot="5400000">
                <a:off x="1779" y="1901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8" name="Rectangle 12"/>
              <p:cNvSpPr>
                <a:spLocks noChangeArrowheads="1"/>
              </p:cNvSpPr>
              <p:nvPr/>
            </p:nvSpPr>
            <p:spPr bwMode="auto">
              <a:xfrm rot="5400000">
                <a:off x="1529" y="1813"/>
                <a:ext cx="484" cy="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aphicFrame>
          <p:nvGraphicFramePr>
            <p:cNvPr id="113" name="Object 14"/>
            <p:cNvGraphicFramePr>
              <a:graphicFrameLocks noChangeAspect="1"/>
            </p:cNvGraphicFramePr>
            <p:nvPr/>
          </p:nvGraphicFramePr>
          <p:xfrm>
            <a:off x="1064" y="1304"/>
            <a:ext cx="265" cy="2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203" name="Equation" r:id="rId11" imgW="5486400" imgH="5791200" progId="Equation.DSMT4">
                    <p:embed/>
                  </p:oleObj>
                </mc:Choice>
                <mc:Fallback>
                  <p:oleObj name="Equation" r:id="rId11" imgW="5486400" imgH="5791200" progId="Equation.DSMT4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4" y="1304"/>
                          <a:ext cx="265" cy="2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2857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4" name="Object 15"/>
            <p:cNvGraphicFramePr>
              <a:graphicFrameLocks noChangeAspect="1"/>
            </p:cNvGraphicFramePr>
            <p:nvPr/>
          </p:nvGraphicFramePr>
          <p:xfrm>
            <a:off x="1241" y="938"/>
            <a:ext cx="157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204" name="Equation" r:id="rId13" imgW="3048000" imgH="4572000" progId="Equation.DSMT4">
                    <p:embed/>
                  </p:oleObj>
                </mc:Choice>
                <mc:Fallback>
                  <p:oleObj name="Equation" r:id="rId13" imgW="3048000" imgH="45720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41" y="938"/>
                          <a:ext cx="157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2857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5" name="Line 16"/>
            <p:cNvSpPr>
              <a:spLocks noChangeShapeType="1"/>
            </p:cNvSpPr>
            <p:nvPr/>
          </p:nvSpPr>
          <p:spPr bwMode="auto">
            <a:xfrm>
              <a:off x="1248" y="1222"/>
              <a:ext cx="25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116" name="Group 17"/>
            <p:cNvGrpSpPr/>
            <p:nvPr/>
          </p:nvGrpSpPr>
          <p:grpSpPr bwMode="auto">
            <a:xfrm>
              <a:off x="829" y="1629"/>
              <a:ext cx="145" cy="484"/>
              <a:chOff x="1725" y="1617"/>
              <a:chExt cx="145" cy="484"/>
            </a:xfrm>
          </p:grpSpPr>
          <p:sp>
            <p:nvSpPr>
              <p:cNvPr id="171" name="Oval 18"/>
              <p:cNvSpPr>
                <a:spLocks noChangeArrowheads="1"/>
              </p:cNvSpPr>
              <p:nvPr/>
            </p:nvSpPr>
            <p:spPr bwMode="auto">
              <a:xfrm rot="5400000">
                <a:off x="1779" y="1709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2" name="Oval 19"/>
              <p:cNvSpPr>
                <a:spLocks noChangeArrowheads="1"/>
              </p:cNvSpPr>
              <p:nvPr/>
            </p:nvSpPr>
            <p:spPr bwMode="auto">
              <a:xfrm rot="5400000">
                <a:off x="1779" y="1805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3" name="Oval 20"/>
              <p:cNvSpPr>
                <a:spLocks noChangeArrowheads="1"/>
              </p:cNvSpPr>
              <p:nvPr/>
            </p:nvSpPr>
            <p:spPr bwMode="auto">
              <a:xfrm rot="5400000">
                <a:off x="1779" y="1901"/>
                <a:ext cx="91" cy="91"/>
              </a:xfrm>
              <a:prstGeom prst="ellipse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4" name="Rectangle 21"/>
              <p:cNvSpPr>
                <a:spLocks noChangeArrowheads="1"/>
              </p:cNvSpPr>
              <p:nvPr/>
            </p:nvSpPr>
            <p:spPr bwMode="auto">
              <a:xfrm rot="5400000">
                <a:off x="1529" y="1813"/>
                <a:ext cx="484" cy="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aphicFrame>
          <p:nvGraphicFramePr>
            <p:cNvPr id="117" name="Object 22"/>
            <p:cNvGraphicFramePr>
              <a:graphicFrameLocks noChangeAspect="1"/>
            </p:cNvGraphicFramePr>
            <p:nvPr/>
          </p:nvGraphicFramePr>
          <p:xfrm>
            <a:off x="1044" y="1725"/>
            <a:ext cx="266" cy="2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205" name="Equation" r:id="rId15" imgW="5486400" imgH="5791200" progId="Equation.DSMT4">
                    <p:embed/>
                  </p:oleObj>
                </mc:Choice>
                <mc:Fallback>
                  <p:oleObj name="Equation" r:id="rId15" imgW="5486400" imgH="5791200" progId="Equation.DSMT4">
                    <p:embed/>
                    <p:pic>
                      <p:nvPicPr>
                        <p:cNvPr id="0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44" y="1725"/>
                          <a:ext cx="266" cy="2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2857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18" name="Group 24"/>
            <p:cNvGrpSpPr/>
            <p:nvPr/>
          </p:nvGrpSpPr>
          <p:grpSpPr bwMode="auto">
            <a:xfrm rot="-5400000">
              <a:off x="1880" y="1881"/>
              <a:ext cx="427" cy="464"/>
              <a:chOff x="3278" y="1715"/>
              <a:chExt cx="427" cy="464"/>
            </a:xfrm>
          </p:grpSpPr>
          <p:sp>
            <p:nvSpPr>
              <p:cNvPr id="153" name="Rectangle 25"/>
              <p:cNvSpPr>
                <a:spLocks noChangeArrowheads="1"/>
              </p:cNvSpPr>
              <p:nvPr/>
            </p:nvSpPr>
            <p:spPr bwMode="auto">
              <a:xfrm>
                <a:off x="3419" y="1719"/>
                <a:ext cx="138" cy="43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pSp>
            <p:nvGrpSpPr>
              <p:cNvPr id="154" name="Group 26"/>
              <p:cNvGrpSpPr/>
              <p:nvPr/>
            </p:nvGrpSpPr>
            <p:grpSpPr bwMode="auto">
              <a:xfrm>
                <a:off x="3278" y="1715"/>
                <a:ext cx="427" cy="464"/>
                <a:chOff x="3278" y="1715"/>
                <a:chExt cx="427" cy="464"/>
              </a:xfrm>
            </p:grpSpPr>
            <p:grpSp>
              <p:nvGrpSpPr>
                <p:cNvPr id="155" name="Group 27"/>
                <p:cNvGrpSpPr/>
                <p:nvPr/>
              </p:nvGrpSpPr>
              <p:grpSpPr bwMode="auto">
                <a:xfrm rot="5400000">
                  <a:off x="3400" y="1874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165" name="Group 28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68" name="Oval 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69" name="Line 3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0" name="Line 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66" name="Line 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7" name="Line 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6" name="Group 34"/>
                <p:cNvGrpSpPr/>
                <p:nvPr/>
              </p:nvGrpSpPr>
              <p:grpSpPr bwMode="auto">
                <a:xfrm rot="5400000">
                  <a:off x="3119" y="1874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159" name="Group 35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62" name="Oval 3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63" name="Line 3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64" name="Line 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60" name="Line 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1" name="Line 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57" name="Line 41"/>
                <p:cNvSpPr>
                  <a:spLocks noChangeShapeType="1"/>
                </p:cNvSpPr>
                <p:nvPr/>
              </p:nvSpPr>
              <p:spPr bwMode="auto">
                <a:xfrm>
                  <a:off x="3337" y="1719"/>
                  <a:ext cx="28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" name="Line 42"/>
                <p:cNvSpPr>
                  <a:spLocks noChangeShapeType="1"/>
                </p:cNvSpPr>
                <p:nvPr/>
              </p:nvSpPr>
              <p:spPr bwMode="auto">
                <a:xfrm>
                  <a:off x="3342" y="2163"/>
                  <a:ext cx="28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19" name="Group 43"/>
            <p:cNvGrpSpPr/>
            <p:nvPr/>
          </p:nvGrpSpPr>
          <p:grpSpPr bwMode="auto">
            <a:xfrm rot="-5400000">
              <a:off x="1820" y="990"/>
              <a:ext cx="507" cy="464"/>
              <a:chOff x="3227" y="2864"/>
              <a:chExt cx="507" cy="464"/>
            </a:xfrm>
          </p:grpSpPr>
          <p:sp>
            <p:nvSpPr>
              <p:cNvPr id="128" name="Rectangle 44"/>
              <p:cNvSpPr>
                <a:spLocks noChangeArrowheads="1"/>
              </p:cNvSpPr>
              <p:nvPr/>
            </p:nvSpPr>
            <p:spPr bwMode="auto">
              <a:xfrm>
                <a:off x="3392" y="2880"/>
                <a:ext cx="174" cy="43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1pPr>
                <a:lvl2pPr marL="742950" indent="-28575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2pPr>
                <a:lvl3pPr marL="11430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3pPr>
                <a:lvl4pPr marL="16002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4pPr>
                <a:lvl5pPr marL="2057400" indent="-228600" eaLnBrk="0" hangingPunct="0"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8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楷体_GB2312" pitchFamily="49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pSp>
            <p:nvGrpSpPr>
              <p:cNvPr id="129" name="Group 45"/>
              <p:cNvGrpSpPr/>
              <p:nvPr/>
            </p:nvGrpSpPr>
            <p:grpSpPr bwMode="auto">
              <a:xfrm rot="5400000">
                <a:off x="3249" y="2842"/>
                <a:ext cx="464" cy="507"/>
                <a:chOff x="3002" y="1707"/>
                <a:chExt cx="464" cy="507"/>
              </a:xfrm>
            </p:grpSpPr>
            <p:grpSp>
              <p:nvGrpSpPr>
                <p:cNvPr id="132" name="Group 46"/>
                <p:cNvGrpSpPr/>
                <p:nvPr/>
              </p:nvGrpSpPr>
              <p:grpSpPr bwMode="auto">
                <a:xfrm>
                  <a:off x="3002" y="1707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147" name="Group 47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50" name="Oval 4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51" name="Line 4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52" name="Line 5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8" name="Line 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9" name="Line 5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3" name="Group 53"/>
                <p:cNvGrpSpPr/>
                <p:nvPr/>
              </p:nvGrpSpPr>
              <p:grpSpPr bwMode="auto">
                <a:xfrm>
                  <a:off x="3002" y="1887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141" name="Group 54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44" name="Oval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45" name="Line 5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6" name="Line 5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2" name="Line 5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Line 5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4" name="Group 60"/>
                <p:cNvGrpSpPr/>
                <p:nvPr/>
              </p:nvGrpSpPr>
              <p:grpSpPr bwMode="auto">
                <a:xfrm>
                  <a:off x="3002" y="2068"/>
                  <a:ext cx="464" cy="146"/>
                  <a:chOff x="3007" y="1707"/>
                  <a:chExt cx="464" cy="146"/>
                </a:xfrm>
              </p:grpSpPr>
              <p:grpSp>
                <p:nvGrpSpPr>
                  <p:cNvPr id="135" name="Group 61"/>
                  <p:cNvGrpSpPr/>
                  <p:nvPr/>
                </p:nvGrpSpPr>
                <p:grpSpPr bwMode="auto">
                  <a:xfrm>
                    <a:off x="3145" y="1707"/>
                    <a:ext cx="155" cy="146"/>
                    <a:chOff x="1253" y="3712"/>
                    <a:chExt cx="155" cy="146"/>
                  </a:xfrm>
                </p:grpSpPr>
                <p:sp>
                  <p:nvSpPr>
                    <p:cNvPr id="138" name="Oval 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53" y="3712"/>
                      <a:ext cx="155" cy="146"/>
                    </a:xfrm>
                    <a:prstGeom prst="ellips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1pPr>
                      <a:lvl2pPr marL="742950" indent="-28575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2pPr>
                      <a:lvl3pPr marL="11430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3pPr>
                      <a:lvl4pPr marL="16002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4pPr>
                      <a:lvl5pPr marL="2057400" indent="-228600" eaLnBrk="0" hangingPunct="0"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5pPr>
                      <a:lvl6pPr marL="25146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6pPr>
                      <a:lvl7pPr marL="29718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7pPr>
                      <a:lvl8pPr marL="34290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8pPr>
                      <a:lvl9pPr marL="3886200" indent="-228600"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  <a:defRPr sz="2800" b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楷体_GB2312" pitchFamily="49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39" name="Line 6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78" y="3726"/>
                      <a:ext cx="108" cy="10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" name="Line 6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3738"/>
                      <a:ext cx="126" cy="9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6" name="Line 6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007" y="1783"/>
                    <a:ext cx="137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Line 6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0" y="1783"/>
                    <a:ext cx="171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0" name="Line 67"/>
              <p:cNvSpPr>
                <a:spLocks noChangeShapeType="1"/>
              </p:cNvSpPr>
              <p:nvPr/>
            </p:nvSpPr>
            <p:spPr bwMode="auto">
              <a:xfrm>
                <a:off x="3291" y="2871"/>
                <a:ext cx="375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" name="Line 68"/>
              <p:cNvSpPr>
                <a:spLocks noChangeShapeType="1"/>
              </p:cNvSpPr>
              <p:nvPr/>
            </p:nvSpPr>
            <p:spPr bwMode="auto">
              <a:xfrm>
                <a:off x="3296" y="3315"/>
                <a:ext cx="375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aphicFrame>
          <p:nvGraphicFramePr>
            <p:cNvPr id="120" name="Object 69"/>
            <p:cNvGraphicFramePr>
              <a:graphicFrameLocks noChangeAspect="1"/>
            </p:cNvGraphicFramePr>
            <p:nvPr/>
          </p:nvGraphicFramePr>
          <p:xfrm>
            <a:off x="1548" y="1248"/>
            <a:ext cx="262" cy="27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206" name="Equation" r:id="rId17" imgW="5181600" imgH="5486400" progId="Equation.DSMT4">
                    <p:embed/>
                  </p:oleObj>
                </mc:Choice>
                <mc:Fallback>
                  <p:oleObj name="Equation" r:id="rId17" imgW="5181600" imgH="5486400" progId="Equation.DSMT4">
                    <p:embed/>
                    <p:pic>
                      <p:nvPicPr>
                        <p:cNvPr id="0" name="Object 6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48" y="1248"/>
                          <a:ext cx="262" cy="27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1" name="Object 70"/>
            <p:cNvGraphicFramePr>
              <a:graphicFrameLocks noChangeAspect="1"/>
            </p:cNvGraphicFramePr>
            <p:nvPr/>
          </p:nvGraphicFramePr>
          <p:xfrm>
            <a:off x="1615" y="1673"/>
            <a:ext cx="293" cy="3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58207" name="Equation" r:id="rId19" imgW="5181600" imgH="5486400" progId="Equation.DSMT4">
                    <p:embed/>
                  </p:oleObj>
                </mc:Choice>
                <mc:Fallback>
                  <p:oleObj name="Equation" r:id="rId19" imgW="5181600" imgH="5486400" progId="Equation.DSMT4">
                    <p:embed/>
                    <p:pic>
                      <p:nvPicPr>
                        <p:cNvPr id="0" name="Object 7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15" y="1673"/>
                          <a:ext cx="293" cy="3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2" name="Text Box 89"/>
            <p:cNvSpPr txBox="1">
              <a:spLocks noChangeArrowheads="1"/>
            </p:cNvSpPr>
            <p:nvPr/>
          </p:nvSpPr>
          <p:spPr bwMode="auto">
            <a:xfrm>
              <a:off x="639" y="1125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+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25" name="Text Box 90"/>
            <p:cNvSpPr txBox="1">
              <a:spLocks noChangeArrowheads="1"/>
            </p:cNvSpPr>
            <p:nvPr/>
          </p:nvSpPr>
          <p:spPr bwMode="auto">
            <a:xfrm>
              <a:off x="635" y="1337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_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26" name="Text Box 91"/>
            <p:cNvSpPr txBox="1">
              <a:spLocks noChangeArrowheads="1"/>
            </p:cNvSpPr>
            <p:nvPr/>
          </p:nvSpPr>
          <p:spPr bwMode="auto">
            <a:xfrm>
              <a:off x="635" y="1868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+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27" name="Text Box 92"/>
            <p:cNvSpPr txBox="1">
              <a:spLocks noChangeArrowheads="1"/>
            </p:cNvSpPr>
            <p:nvPr/>
          </p:nvSpPr>
          <p:spPr bwMode="auto">
            <a:xfrm>
              <a:off x="631" y="1477"/>
              <a:ext cx="2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b="0">
                  <a:latin typeface="Arial" panose="020B0604020202020204" pitchFamily="34" charset="0"/>
                  <a:ea typeface="宋体" panose="02010600030101010101" pitchFamily="2" charset="-122"/>
                </a:rPr>
                <a:t>_</a:t>
              </a:r>
              <a:endParaRPr lang="en-US" altLang="zh-CN" sz="2400" b="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graphicFrame>
        <p:nvGraphicFramePr>
          <p:cNvPr id="179" name="Object 4"/>
          <p:cNvGraphicFramePr>
            <a:graphicFrameLocks noChangeAspect="1"/>
          </p:cNvGraphicFramePr>
          <p:nvPr/>
        </p:nvGraphicFramePr>
        <p:xfrm>
          <a:off x="479376" y="5652001"/>
          <a:ext cx="3975100" cy="1203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8208" name="Equation" r:id="rId21" imgW="47244000" imgH="14325600" progId="Equation.DSMT4">
                  <p:embed/>
                </p:oleObj>
              </mc:Choice>
              <mc:Fallback>
                <p:oleObj name="Equation" r:id="rId21" imgW="47244000" imgH="1432560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9376" y="5652001"/>
                        <a:ext cx="3975100" cy="1203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7" name="Rectangle 25"/>
          <p:cNvSpPr>
            <a:spLocks noChangeArrowheads="1"/>
          </p:cNvSpPr>
          <p:nvPr/>
        </p:nvSpPr>
        <p:spPr bwMode="auto">
          <a:xfrm>
            <a:off x="479376" y="836713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879600" marR="0" lvl="0" indent="-18796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选做题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图示星形联结的不对称三相负载由一个电容元件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和两个等效电阻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相等的白炽灯泡所组成，称为相序测定器。当它的三个端点接至对称三相电源时，试说明如何根据两白炽灯的明暗确定电源的相序。设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=1/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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35842" name="Object 28"/>
          <p:cNvGraphicFramePr>
            <a:graphicFrameLocks noGrp="1" noChangeAspect="1"/>
          </p:cNvGraphicFramePr>
          <p:nvPr>
            <p:ph sz="half" idx="1"/>
          </p:nvPr>
        </p:nvGraphicFramePr>
        <p:xfrm>
          <a:off x="2477967" y="2712428"/>
          <a:ext cx="3049465" cy="15137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8632" name="Visio" r:id="rId1" imgW="4679315" imgH="2998470" progId="Visio.Drawing.11">
                  <p:embed/>
                </p:oleObj>
              </mc:Choice>
              <mc:Fallback>
                <p:oleObj name="Visio" r:id="rId1" imgW="4679315" imgH="2998470" progId="Visio.Drawing.11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77967" y="2712428"/>
                        <a:ext cx="3049465" cy="15137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3" name="Object 30"/>
          <p:cNvGraphicFramePr>
            <a:graphicFrameLocks noGrp="1" noChangeAspect="1"/>
          </p:cNvGraphicFramePr>
          <p:nvPr>
            <p:ph sz="quarter" idx="2"/>
          </p:nvPr>
        </p:nvGraphicFramePr>
        <p:xfrm>
          <a:off x="2279576" y="2823795"/>
          <a:ext cx="2126273" cy="15928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8633" name="Visio" r:id="rId3" imgW="1950085" imgH="1465580" progId="Visio.Drawing.11">
                  <p:embed/>
                </p:oleObj>
              </mc:Choice>
              <mc:Fallback>
                <p:oleObj name="Visio" r:id="rId3" imgW="1950085" imgH="146558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79576" y="2823795"/>
                        <a:ext cx="2126273" cy="15928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4" name="Object 33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7267128" y="2788951"/>
          <a:ext cx="3581400" cy="17174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8634" name="Visio" r:id="rId5" imgW="2957830" imgH="1422400" progId="Visio.Drawing.11">
                  <p:embed/>
                </p:oleObj>
              </mc:Choice>
              <mc:Fallback>
                <p:oleObj name="Visio" r:id="rId5" imgW="2957830" imgH="1422400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67128" y="2788951"/>
                        <a:ext cx="3581400" cy="171743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48" name="AutoShape 36"/>
          <p:cNvSpPr>
            <a:spLocks noChangeArrowheads="1"/>
          </p:cNvSpPr>
          <p:nvPr/>
        </p:nvSpPr>
        <p:spPr bwMode="auto">
          <a:xfrm>
            <a:off x="5642141" y="3462363"/>
            <a:ext cx="663819" cy="465992"/>
          </a:xfrm>
          <a:prstGeom prst="rightArrow">
            <a:avLst>
              <a:gd name="adj1" fmla="val 50000"/>
              <a:gd name="adj2" fmla="val 3561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215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2" name="Group 46"/>
          <p:cNvGrpSpPr/>
          <p:nvPr/>
        </p:nvGrpSpPr>
        <p:grpSpPr bwMode="auto">
          <a:xfrm>
            <a:off x="1178577" y="4462827"/>
            <a:ext cx="5851281" cy="545123"/>
            <a:chOff x="651" y="2643"/>
            <a:chExt cx="3993" cy="372"/>
          </a:xfrm>
        </p:grpSpPr>
        <p:graphicFrame>
          <p:nvGraphicFramePr>
            <p:cNvPr id="35846" name="Object 39"/>
            <p:cNvGraphicFramePr>
              <a:graphicFrameLocks noChangeAspect="1"/>
            </p:cNvGraphicFramePr>
            <p:nvPr/>
          </p:nvGraphicFramePr>
          <p:xfrm>
            <a:off x="3494" y="2703"/>
            <a:ext cx="1150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48635" name="Equation" r:id="rId7" imgW="21031200" imgH="5791200" progId="Equation.DSMT4">
                    <p:embed/>
                  </p:oleObj>
                </mc:Choice>
                <mc:Fallback>
                  <p:oleObj name="Equation" r:id="rId7" imgW="21031200" imgH="5791200" progId="Equation.DSMT4">
                    <p:embed/>
                    <p:pic>
                      <p:nvPicPr>
                        <p:cNvPr id="0" name="Object 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94" y="2703"/>
                          <a:ext cx="1150" cy="312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5852" name="Rectangle 40"/>
            <p:cNvSpPr>
              <a:spLocks noChangeArrowheads="1"/>
            </p:cNvSpPr>
            <p:nvPr/>
          </p:nvSpPr>
          <p:spPr bwMode="auto">
            <a:xfrm>
              <a:off x="651" y="2643"/>
              <a:ext cx="2957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在图所示三相电路中，设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56715" name="Rectangle 43"/>
          <p:cNvSpPr>
            <a:spLocks noChangeArrowheads="1"/>
          </p:cNvSpPr>
          <p:nvPr/>
        </p:nvSpPr>
        <p:spPr bwMode="auto">
          <a:xfrm>
            <a:off x="1178577" y="4975570"/>
            <a:ext cx="40298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则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 '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与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之间的电压为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56716" name="Object 44"/>
          <p:cNvGraphicFramePr>
            <a:graphicFrameLocks noChangeAspect="1"/>
          </p:cNvGraphicFramePr>
          <p:nvPr/>
        </p:nvGraphicFramePr>
        <p:xfrm>
          <a:off x="1559496" y="5395588"/>
          <a:ext cx="6873875" cy="1425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8636" name="Equation" r:id="rId9" imgW="90830400" imgH="18897600" progId="Equation.DSMT4">
                  <p:embed/>
                </p:oleObj>
              </mc:Choice>
              <mc:Fallback>
                <p:oleObj name="Equation" r:id="rId9" imgW="90830400" imgH="18897600" progId="Equation.DSMT4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59496" y="5395588"/>
                        <a:ext cx="6873875" cy="14255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79376" y="4488837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6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56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715" grpId="0"/>
      <p:bldP spid="15" grpId="0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2" name="Object 28"/>
          <p:cNvGraphicFramePr>
            <a:graphicFrameLocks noGrp="1" noChangeAspect="1"/>
          </p:cNvGraphicFramePr>
          <p:nvPr>
            <p:ph sz="half" idx="1"/>
          </p:nvPr>
        </p:nvGraphicFramePr>
        <p:xfrm>
          <a:off x="2477967" y="2712428"/>
          <a:ext cx="3049465" cy="15137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054" name="Visio" r:id="rId1" imgW="4679315" imgH="2998470" progId="Visio.Drawing.11">
                  <p:embed/>
                </p:oleObj>
              </mc:Choice>
              <mc:Fallback>
                <p:oleObj name="Visio" r:id="rId1" imgW="4679315" imgH="2998470" progId="Visio.Drawing.11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77967" y="2712428"/>
                        <a:ext cx="3049465" cy="15137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3" name="Object 30"/>
          <p:cNvGraphicFramePr>
            <a:graphicFrameLocks noGrp="1" noChangeAspect="1"/>
          </p:cNvGraphicFramePr>
          <p:nvPr>
            <p:ph sz="quarter" idx="2"/>
          </p:nvPr>
        </p:nvGraphicFramePr>
        <p:xfrm>
          <a:off x="2279576" y="2823795"/>
          <a:ext cx="2126273" cy="15928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055" name="Visio" r:id="rId3" imgW="1950085" imgH="1465580" progId="Visio.Drawing.11">
                  <p:embed/>
                </p:oleObj>
              </mc:Choice>
              <mc:Fallback>
                <p:oleObj name="Visio" r:id="rId3" imgW="1950085" imgH="146558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79576" y="2823795"/>
                        <a:ext cx="2126273" cy="15928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4" name="Object 33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7267128" y="2788951"/>
          <a:ext cx="3581400" cy="17174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056" name="Visio" r:id="rId5" imgW="2957830" imgH="1422400" progId="Visio.Drawing.11">
                  <p:embed/>
                </p:oleObj>
              </mc:Choice>
              <mc:Fallback>
                <p:oleObj name="Visio" r:id="rId5" imgW="2957830" imgH="1422400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67128" y="2788951"/>
                        <a:ext cx="3581400" cy="171743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48" name="AutoShape 36"/>
          <p:cNvSpPr>
            <a:spLocks noChangeArrowheads="1"/>
          </p:cNvSpPr>
          <p:nvPr/>
        </p:nvSpPr>
        <p:spPr bwMode="auto">
          <a:xfrm>
            <a:off x="5642141" y="3462363"/>
            <a:ext cx="663819" cy="465992"/>
          </a:xfrm>
          <a:prstGeom prst="rightArrow">
            <a:avLst>
              <a:gd name="adj1" fmla="val 50000"/>
              <a:gd name="adj2" fmla="val 3561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215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79376" y="4488837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aphicFrame>
        <p:nvGraphicFramePr>
          <p:cNvPr id="14" name="Object 49"/>
          <p:cNvGraphicFramePr>
            <a:graphicFrameLocks noChangeAspect="1"/>
          </p:cNvGraphicFramePr>
          <p:nvPr/>
        </p:nvGraphicFramePr>
        <p:xfrm>
          <a:off x="1664542" y="5058092"/>
          <a:ext cx="7688262" cy="476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057" name="Equation" r:id="rId7" imgW="92354400" imgH="5791200" progId="Equation.DSMT4">
                  <p:embed/>
                </p:oleObj>
              </mc:Choice>
              <mc:Fallback>
                <p:oleObj name="Equation" r:id="rId7" imgW="92354400" imgH="579120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64542" y="5058092"/>
                        <a:ext cx="7688262" cy="4762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" name="Object 48"/>
          <p:cNvGraphicFramePr>
            <a:graphicFrameLocks noChangeAspect="1"/>
          </p:cNvGraphicFramePr>
          <p:nvPr/>
        </p:nvGraphicFramePr>
        <p:xfrm>
          <a:off x="1631504" y="5640705"/>
          <a:ext cx="7688263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058" name="Equation" r:id="rId9" imgW="86563200" imgH="5791200" progId="Equation.DSMT4">
                  <p:embed/>
                </p:oleObj>
              </mc:Choice>
              <mc:Fallback>
                <p:oleObj name="Equation" r:id="rId9" imgW="86563200" imgH="579120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31504" y="5640705"/>
                        <a:ext cx="7688263" cy="5080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Rectangle 50"/>
          <p:cNvSpPr>
            <a:spLocks noChangeArrowheads="1"/>
          </p:cNvSpPr>
          <p:nvPr/>
        </p:nvSpPr>
        <p:spPr bwMode="auto">
          <a:xfrm>
            <a:off x="1199456" y="4484730"/>
            <a:ext cx="585288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相白炽灯泡上的电压分别为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8" name="Group 57"/>
          <p:cNvGrpSpPr/>
          <p:nvPr/>
        </p:nvGrpSpPr>
        <p:grpSpPr bwMode="auto">
          <a:xfrm>
            <a:off x="1148236" y="6229526"/>
            <a:ext cx="5150828" cy="545124"/>
            <a:chOff x="398" y="1650"/>
            <a:chExt cx="3515" cy="372"/>
          </a:xfrm>
        </p:grpSpPr>
        <p:graphicFrame>
          <p:nvGraphicFramePr>
            <p:cNvPr id="19" name="Object 53"/>
            <p:cNvGraphicFramePr>
              <a:graphicFrameLocks noChangeAspect="1"/>
            </p:cNvGraphicFramePr>
            <p:nvPr/>
          </p:nvGraphicFramePr>
          <p:xfrm>
            <a:off x="1502" y="1719"/>
            <a:ext cx="1081" cy="2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2059" name="Equation" r:id="rId11" imgW="20421600" imgH="5486400" progId="Equation.DSMT4">
                    <p:embed/>
                  </p:oleObj>
                </mc:Choice>
                <mc:Fallback>
                  <p:oleObj name="Equation" r:id="rId11" imgW="20421600" imgH="5486400" progId="Equation.DSMT4">
                    <p:embed/>
                    <p:pic>
                      <p:nvPicPr>
                        <p:cNvPr id="0" name="Object 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02" y="1719"/>
                          <a:ext cx="1081" cy="2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" name="Object 52"/>
            <p:cNvGraphicFramePr>
              <a:graphicFrameLocks noChangeAspect="1"/>
            </p:cNvGraphicFramePr>
            <p:nvPr/>
          </p:nvGraphicFramePr>
          <p:xfrm>
            <a:off x="2668" y="1704"/>
            <a:ext cx="1245" cy="3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2060" name="Equation" r:id="rId13" imgW="21336000" imgH="5486400" progId="Equation.DSMT4">
                    <p:embed/>
                  </p:oleObj>
                </mc:Choice>
                <mc:Fallback>
                  <p:oleObj name="Equation" r:id="rId13" imgW="21336000" imgH="5486400" progId="Equation.DSMT4">
                    <p:embed/>
                    <p:pic>
                      <p:nvPicPr>
                        <p:cNvPr id="0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68" y="1704"/>
                          <a:ext cx="1245" cy="31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1" name="Rectangle 54"/>
            <p:cNvSpPr>
              <a:spLocks noChangeArrowheads="1"/>
            </p:cNvSpPr>
            <p:nvPr/>
          </p:nvSpPr>
          <p:spPr bwMode="auto">
            <a:xfrm>
              <a:off x="398" y="1650"/>
              <a:ext cx="1111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因此，有</a:t>
              </a: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" name="Rectangle 25"/>
          <p:cNvSpPr>
            <a:spLocks noChangeArrowheads="1"/>
          </p:cNvSpPr>
          <p:nvPr/>
        </p:nvSpPr>
        <p:spPr bwMode="auto">
          <a:xfrm>
            <a:off x="479376" y="836713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879600" marR="0" lvl="0" indent="-18796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选做题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图示星形联结的不对称三相负载由一个电容元件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和两个等效电阻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相等的白炽灯泡所组成，称为相序测定器。当它的三个端点接至对称三相电源时，试说明如何根据两白炽灯的明暗确定电源的相序。设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=1/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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842" name="Object 28"/>
          <p:cNvGraphicFramePr>
            <a:graphicFrameLocks noGrp="1" noChangeAspect="1"/>
          </p:cNvGraphicFramePr>
          <p:nvPr>
            <p:ph sz="half" idx="1"/>
          </p:nvPr>
        </p:nvGraphicFramePr>
        <p:xfrm>
          <a:off x="2477967" y="2712428"/>
          <a:ext cx="3049465" cy="15137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958" name="Visio" r:id="rId1" imgW="4679315" imgH="2998470" progId="Visio.Drawing.11">
                  <p:embed/>
                </p:oleObj>
              </mc:Choice>
              <mc:Fallback>
                <p:oleObj name="Visio" r:id="rId1" imgW="4679315" imgH="2998470" progId="Visio.Drawing.11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77967" y="2712428"/>
                        <a:ext cx="3049465" cy="15137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3" name="Object 30"/>
          <p:cNvGraphicFramePr>
            <a:graphicFrameLocks noGrp="1" noChangeAspect="1"/>
          </p:cNvGraphicFramePr>
          <p:nvPr>
            <p:ph sz="quarter" idx="2"/>
          </p:nvPr>
        </p:nvGraphicFramePr>
        <p:xfrm>
          <a:off x="2279576" y="2823795"/>
          <a:ext cx="2126273" cy="15928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959" name="Visio" r:id="rId3" imgW="1950085" imgH="1465580" progId="Visio.Drawing.11">
                  <p:embed/>
                </p:oleObj>
              </mc:Choice>
              <mc:Fallback>
                <p:oleObj name="Visio" r:id="rId3" imgW="1950085" imgH="1465580" progId="Visio.Drawing.11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79576" y="2823795"/>
                        <a:ext cx="2126273" cy="15928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4" name="Object 33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7267128" y="2788951"/>
          <a:ext cx="3581400" cy="17174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2960" name="Visio" r:id="rId5" imgW="2957830" imgH="1422400" progId="Visio.Drawing.11">
                  <p:embed/>
                </p:oleObj>
              </mc:Choice>
              <mc:Fallback>
                <p:oleObj name="Visio" r:id="rId5" imgW="2957830" imgH="1422400" progId="Visio.Drawing.11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67128" y="2788951"/>
                        <a:ext cx="3581400" cy="171743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48" name="AutoShape 36"/>
          <p:cNvSpPr>
            <a:spLocks noChangeArrowheads="1"/>
          </p:cNvSpPr>
          <p:nvPr/>
        </p:nvSpPr>
        <p:spPr bwMode="auto">
          <a:xfrm>
            <a:off x="5642141" y="3462363"/>
            <a:ext cx="663819" cy="465992"/>
          </a:xfrm>
          <a:prstGeom prst="rightArrow">
            <a:avLst>
              <a:gd name="adj1" fmla="val 50000"/>
              <a:gd name="adj2" fmla="val 3561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215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9.2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三相电路的计算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79376" y="4488837"/>
            <a:ext cx="9001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66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2" name="Group 57"/>
          <p:cNvGrpSpPr/>
          <p:nvPr/>
        </p:nvGrpSpPr>
        <p:grpSpPr bwMode="auto">
          <a:xfrm>
            <a:off x="1127448" y="4528036"/>
            <a:ext cx="4935416" cy="542193"/>
            <a:chOff x="398" y="1650"/>
            <a:chExt cx="3368" cy="370"/>
          </a:xfrm>
        </p:grpSpPr>
        <p:graphicFrame>
          <p:nvGraphicFramePr>
            <p:cNvPr id="23" name="Object 53"/>
            <p:cNvGraphicFramePr>
              <a:graphicFrameLocks noChangeAspect="1"/>
            </p:cNvGraphicFramePr>
            <p:nvPr/>
          </p:nvGraphicFramePr>
          <p:xfrm>
            <a:off x="1439" y="1710"/>
            <a:ext cx="1081" cy="28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2961" name="Equation" r:id="rId7" imgW="20421600" imgH="5486400" progId="Equation.DSMT4">
                    <p:embed/>
                  </p:oleObj>
                </mc:Choice>
                <mc:Fallback>
                  <p:oleObj name="Equation" r:id="rId7" imgW="20421600" imgH="5486400" progId="Equation.DSMT4">
                    <p:embed/>
                    <p:pic>
                      <p:nvPicPr>
                        <p:cNvPr id="0" name="Object 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39" y="1710"/>
                          <a:ext cx="1081" cy="289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" name="Object 52"/>
            <p:cNvGraphicFramePr>
              <a:graphicFrameLocks noChangeAspect="1"/>
            </p:cNvGraphicFramePr>
            <p:nvPr/>
          </p:nvGraphicFramePr>
          <p:xfrm>
            <a:off x="2520" y="1700"/>
            <a:ext cx="1246" cy="3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2962" name="Equation" r:id="rId9" imgW="21336000" imgH="5486400" progId="Equation.DSMT4">
                    <p:embed/>
                  </p:oleObj>
                </mc:Choice>
                <mc:Fallback>
                  <p:oleObj name="Equation" r:id="rId9" imgW="21336000" imgH="5486400" progId="Equation.DSMT4">
                    <p:embed/>
                    <p:pic>
                      <p:nvPicPr>
                        <p:cNvPr id="0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20" y="1700"/>
                          <a:ext cx="1246" cy="32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" name="Rectangle 54"/>
            <p:cNvSpPr>
              <a:spLocks noChangeArrowheads="1"/>
            </p:cNvSpPr>
            <p:nvPr/>
          </p:nvSpPr>
          <p:spPr bwMode="auto">
            <a:xfrm>
              <a:off x="398" y="1650"/>
              <a:ext cx="1111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因此，有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6" name="Rectangle 56"/>
          <p:cNvSpPr>
            <a:spLocks noChangeArrowheads="1"/>
          </p:cNvSpPr>
          <p:nvPr/>
        </p:nvSpPr>
        <p:spPr bwMode="auto">
          <a:xfrm>
            <a:off x="1127448" y="5084753"/>
            <a:ext cx="1036915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所以，如果把电容元件作为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相，则白炽灯泡较亮的一相为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相，较暗的一相为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Rectangle 25"/>
          <p:cNvSpPr>
            <a:spLocks noChangeArrowheads="1"/>
          </p:cNvSpPr>
          <p:nvPr/>
        </p:nvSpPr>
        <p:spPr bwMode="auto">
          <a:xfrm>
            <a:off x="479376" y="836713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879600" marR="0" lvl="0" indent="-18796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选做题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图示星形联结的不对称三相负载由一个电容元件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和两个等效电阻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相等的白炽灯泡所组成，称为相序测定器。当它的三个端点接至对称三相电源时，试说明如何根据两白炽灯的明暗确定电源的相序。设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=1/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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931" name="Text Box 3"/>
          <p:cNvSpPr txBox="1">
            <a:spLocks noChangeArrowheads="1"/>
          </p:cNvSpPr>
          <p:nvPr/>
        </p:nvSpPr>
        <p:spPr bwMode="auto">
          <a:xfrm>
            <a:off x="551384" y="836712"/>
            <a:ext cx="11017224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indent="-1529080" algn="l" eaLnBrk="1" hangingPunct="1">
              <a:lnSpc>
                <a:spcPct val="120000"/>
              </a:lnSpc>
            </a:pPr>
            <a:r>
              <a:rPr kumimoji="1"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3.1</a:t>
            </a:r>
            <a:r>
              <a:rPr kumimoji="1"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某三相异步电动机的额定功率为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4kW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，额定相电压为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，额定功率因数</a:t>
            </a:r>
            <a:r>
              <a:rPr kumimoji="1" lang="en-US" altLang="zh-CN" dirty="0" err="1">
                <a:ea typeface="宋体" panose="02010600030101010101" pitchFamily="2" charset="-122"/>
                <a:cs typeface="Times New Roman" panose="02020603050405020304" pitchFamily="18" charset="0"/>
              </a:rPr>
              <a:t>cos</a:t>
            </a:r>
            <a:r>
              <a:rPr kumimoji="1" lang="en-US" altLang="zh-CN" i="1" dirty="0" err="1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</a:t>
            </a:r>
            <a:r>
              <a:rPr kumimoji="1" lang="en-US" altLang="zh-CN" baseline="-25000" dirty="0" err="1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N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0.85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，效率</a:t>
            </a:r>
            <a:r>
              <a:rPr kumimoji="1" lang="zh-CN" altLang="en-US" i="1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</a:t>
            </a:r>
            <a:r>
              <a:rPr kumimoji="1" lang="en-US" altLang="zh-CN" baseline="-25000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N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0.85</a:t>
            </a:r>
            <a:endParaRPr kumimoji="1" lang="en-US" altLang="zh-CN" dirty="0">
              <a:ea typeface="宋体" panose="02010600030101010101" pitchFamily="2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2066925" indent="-53848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(1)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当电源线电压分别为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380V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和</a:t>
            </a: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220V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时，电动机的三相定子绕组如何联结？</a:t>
            </a:r>
            <a:endParaRPr kumimoji="1" lang="en-US" altLang="zh-CN" dirty="0">
              <a:ea typeface="宋体" panose="02010600030101010101" pitchFamily="2" charset="-122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1440180" indent="88900" algn="l" eaLnBrk="1" hangingPunct="1">
              <a:lnSpc>
                <a:spcPct val="120000"/>
              </a:lnSpc>
            </a:pPr>
            <a:r>
              <a:rPr kumimoji="1"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(2) </a:t>
            </a: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求两种情况下的相电流和线电流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3805" name="Object 7"/>
          <p:cNvGraphicFramePr>
            <a:graphicFrameLocks noChangeAspect="1"/>
          </p:cNvGraphicFramePr>
          <p:nvPr/>
        </p:nvGraphicFramePr>
        <p:xfrm>
          <a:off x="1891580" y="4552792"/>
          <a:ext cx="5395913" cy="876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5001" name="Equation" r:id="rId1" imgW="65532000" imgH="10668000" progId="Equation.DSMT4">
                  <p:embed/>
                </p:oleObj>
              </mc:Choice>
              <mc:Fallback>
                <p:oleObj name="Equation" r:id="rId1" imgW="65532000" imgH="1066800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91580" y="4552792"/>
                        <a:ext cx="5395913" cy="876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36948" name="Group 20"/>
          <p:cNvGrpSpPr/>
          <p:nvPr/>
        </p:nvGrpSpPr>
        <p:grpSpPr bwMode="auto">
          <a:xfrm>
            <a:off x="1891580" y="5475920"/>
            <a:ext cx="4729163" cy="531813"/>
            <a:chOff x="367" y="2955"/>
            <a:chExt cx="2979" cy="335"/>
          </a:xfrm>
        </p:grpSpPr>
        <p:sp>
          <p:nvSpPr>
            <p:cNvPr id="33803" name="Text Box 10"/>
            <p:cNvSpPr txBox="1">
              <a:spLocks noChangeArrowheads="1"/>
            </p:cNvSpPr>
            <p:nvPr/>
          </p:nvSpPr>
          <p:spPr bwMode="auto">
            <a:xfrm>
              <a:off x="367" y="2955"/>
              <a:ext cx="68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由于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3804" name="Object 11"/>
            <p:cNvGraphicFramePr>
              <a:graphicFrameLocks noChangeAspect="1"/>
            </p:cNvGraphicFramePr>
            <p:nvPr/>
          </p:nvGraphicFramePr>
          <p:xfrm>
            <a:off x="861" y="2959"/>
            <a:ext cx="2485" cy="33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5002" name="Equation" r:id="rId3" imgW="48158400" imgH="6400800" progId="Equation.DSMT4">
                    <p:embed/>
                  </p:oleObj>
                </mc:Choice>
                <mc:Fallback>
                  <p:oleObj name="Equation" r:id="rId3" imgW="48158400" imgH="6400800" progId="Equation.DSMT4">
                    <p:embed/>
                    <p:pic>
                      <p:nvPicPr>
                        <p:cNvPr id="0" name="Object 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61" y="2959"/>
                          <a:ext cx="2485" cy="33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36949" name="Group 21"/>
          <p:cNvGrpSpPr/>
          <p:nvPr/>
        </p:nvGrpSpPr>
        <p:grpSpPr bwMode="auto">
          <a:xfrm>
            <a:off x="1853208" y="5914864"/>
            <a:ext cx="3070225" cy="947737"/>
            <a:chOff x="492" y="3309"/>
            <a:chExt cx="1934" cy="597"/>
          </a:xfrm>
        </p:grpSpPr>
        <p:sp>
          <p:nvSpPr>
            <p:cNvPr id="33801" name="Text Box 12"/>
            <p:cNvSpPr txBox="1">
              <a:spLocks noChangeArrowheads="1"/>
            </p:cNvSpPr>
            <p:nvPr/>
          </p:nvSpPr>
          <p:spPr bwMode="auto">
            <a:xfrm>
              <a:off x="492" y="3409"/>
              <a:ext cx="68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所以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3802" name="Object 13"/>
            <p:cNvGraphicFramePr>
              <a:graphicFrameLocks noChangeAspect="1"/>
            </p:cNvGraphicFramePr>
            <p:nvPr/>
          </p:nvGraphicFramePr>
          <p:xfrm>
            <a:off x="1152" y="3309"/>
            <a:ext cx="1274" cy="59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5003" name="Equation" r:id="rId5" imgW="23469600" imgH="10972800" progId="Equation.DSMT4">
                    <p:embed/>
                  </p:oleObj>
                </mc:Choice>
                <mc:Fallback>
                  <p:oleObj name="Equation" r:id="rId5" imgW="23469600" imgH="10972800" progId="Equation.DSMT4">
                    <p:embed/>
                    <p:pic>
                      <p:nvPicPr>
                        <p:cNvPr id="0" name="Object 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3309"/>
                          <a:ext cx="1274" cy="59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36942" name="Text Box 14"/>
          <p:cNvSpPr txBox="1">
            <a:spLocks noChangeArrowheads="1"/>
          </p:cNvSpPr>
          <p:nvPr/>
        </p:nvSpPr>
        <p:spPr bwMode="auto">
          <a:xfrm>
            <a:off x="1246376" y="3491402"/>
            <a:ext cx="888207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538480" indent="-538480" eaLnBrk="1" hangingPunct="1">
              <a:lnSpc>
                <a:spcPct val="120000"/>
              </a:lnSpc>
            </a:pP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电源线电压为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时，电动机定子绕组星形联结；电源线电压为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220V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时，定子绕组三角形联结。</a:t>
            </a:r>
            <a:endParaRPr lang="en-US" altLang="zh-CN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36944" name="Object 16"/>
          <p:cNvGraphicFramePr>
            <a:graphicFrameLocks noChangeAspect="1"/>
          </p:cNvGraphicFramePr>
          <p:nvPr/>
        </p:nvGraphicFramePr>
        <p:xfrm>
          <a:off x="9552384" y="5021712"/>
          <a:ext cx="11033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5004" name="Equation" r:id="rId7" imgW="12801600" imgH="5486400" progId="Equation.DSMT4">
                  <p:embed/>
                </p:oleObj>
              </mc:Choice>
              <mc:Fallback>
                <p:oleObj name="Equation" r:id="rId7" imgW="12801600" imgH="548640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52384" y="5021712"/>
                        <a:ext cx="1103313" cy="4746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36946" name="Object 18"/>
          <p:cNvGraphicFramePr>
            <a:graphicFrameLocks noChangeAspect="1"/>
          </p:cNvGraphicFramePr>
          <p:nvPr/>
        </p:nvGraphicFramePr>
        <p:xfrm>
          <a:off x="9552384" y="5806992"/>
          <a:ext cx="1471612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5005" name="Equation" r:id="rId9" imgW="17068800" imgH="6096000" progId="Equation.DSMT4">
                  <p:embed/>
                </p:oleObj>
              </mc:Choice>
              <mc:Fallback>
                <p:oleObj name="Equation" r:id="rId9" imgW="17068800" imgH="609600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52384" y="5806992"/>
                        <a:ext cx="1471612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6" name="Text Box 8"/>
          <p:cNvSpPr txBox="1">
            <a:spLocks noChangeArrowheads="1"/>
          </p:cNvSpPr>
          <p:nvPr/>
        </p:nvSpPr>
        <p:spPr bwMode="auto">
          <a:xfrm>
            <a:off x="551384" y="3579747"/>
            <a:ext cx="71437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7" name="Text Box 14"/>
          <p:cNvSpPr txBox="1">
            <a:spLocks noChangeArrowheads="1"/>
          </p:cNvSpPr>
          <p:nvPr/>
        </p:nvSpPr>
        <p:spPr bwMode="auto">
          <a:xfrm>
            <a:off x="1266553" y="4457439"/>
            <a:ext cx="586655" cy="609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450850" indent="-450850" eaLnBrk="1" hangingPunct="1">
              <a:lnSpc>
                <a:spcPct val="120000"/>
              </a:lnSpc>
            </a:pPr>
            <a:r>
              <a:rPr lang="en-US" altLang="zh-CN" dirty="0"/>
              <a:t>(2)</a:t>
            </a:r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36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36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636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36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36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6942" grpId="0"/>
      <p:bldP spid="16" grpId="0"/>
      <p:bldP spid="17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8" name="Rectangle 20"/>
          <p:cNvSpPr>
            <a:spLocks noChangeArrowheads="1"/>
          </p:cNvSpPr>
          <p:nvPr/>
        </p:nvSpPr>
        <p:spPr bwMode="auto">
          <a:xfrm>
            <a:off x="479376" y="836712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616075" indent="-1616075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3.2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图示对称三相电路，已知电源频率为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50Hz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，星形联结的每相负载阻抗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=(6+j8)Ω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。在负载端口处接入三角形联结的电容元件组后，在保持电路功率不变的情况下，为使功率因数提高到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0.9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，试求接入的每相电容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4034" name="Object 21"/>
          <p:cNvGraphicFramePr>
            <a:graphicFrameLocks noChangeAspect="1"/>
          </p:cNvGraphicFramePr>
          <p:nvPr/>
        </p:nvGraphicFramePr>
        <p:xfrm>
          <a:off x="9014011" y="2470259"/>
          <a:ext cx="3190143" cy="229332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5907" name="Visio" r:id="rId1" imgW="2653030" imgH="1896745" progId="Visio.Drawing.11">
                  <p:embed/>
                </p:oleObj>
              </mc:Choice>
              <mc:Fallback>
                <p:oleObj name="Visio" r:id="rId1" imgW="2653030" imgH="1896745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14011" y="2470259"/>
                        <a:ext cx="3190143" cy="229332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5127" name="Object 23"/>
          <p:cNvGraphicFramePr>
            <a:graphicFrameLocks noChangeAspect="1"/>
          </p:cNvGraphicFramePr>
          <p:nvPr/>
        </p:nvGraphicFramePr>
        <p:xfrm>
          <a:off x="2032332" y="5207907"/>
          <a:ext cx="2670175" cy="823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5908" name="Equation" r:id="rId3" imgW="31394400" imgH="9753600" progId="Equation.DSMT4">
                  <p:embed/>
                </p:oleObj>
              </mc:Choice>
              <mc:Fallback>
                <p:oleObj name="Equation" r:id="rId3" imgW="31394400" imgH="9753600" progId="Equation.DSMT4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32332" y="5207907"/>
                        <a:ext cx="2670175" cy="8239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30"/>
          <p:cNvGrpSpPr/>
          <p:nvPr/>
        </p:nvGrpSpPr>
        <p:grpSpPr bwMode="auto">
          <a:xfrm>
            <a:off x="1302560" y="2954701"/>
            <a:ext cx="6316422" cy="1077057"/>
            <a:chOff x="649" y="1529"/>
            <a:chExt cx="4197" cy="735"/>
          </a:xfrm>
        </p:grpSpPr>
        <p:sp>
          <p:nvSpPr>
            <p:cNvPr id="44042" name="Rectangle 26"/>
            <p:cNvSpPr>
              <a:spLocks noChangeArrowheads="1"/>
            </p:cNvSpPr>
            <p:nvPr/>
          </p:nvSpPr>
          <p:spPr bwMode="auto">
            <a:xfrm>
              <a:off x="649" y="1529"/>
              <a:ext cx="4197" cy="7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20000"/>
                </a:lnSpc>
              </a:pPr>
              <a:r>
                <a:rPr lang="en-US" altLang="zh-CN" sz="2800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=(6+j8)Ω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时，有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cos</a:t>
              </a:r>
              <a:r>
                <a:rPr lang="en-US" altLang="zh-CN" sz="2800" i="1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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=0.6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即</a:t>
              </a:r>
              <a:r>
                <a:rPr lang="zh-CN" altLang="en-US" sz="2800" i="1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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=53.13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  <a:sym typeface="Symbol" panose="05050102010706020507" pitchFamily="18" charset="2"/>
                </a:rPr>
                <a:t>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，并且</a:t>
              </a:r>
              <a:endParaRPr lang="zh-CN" altLang="en-US" sz="28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endParaRPr>
            </a:p>
          </p:txBody>
        </p:sp>
        <p:graphicFrame>
          <p:nvGraphicFramePr>
            <p:cNvPr id="44036" name="Object 24"/>
            <p:cNvGraphicFramePr>
              <a:graphicFrameLocks noChangeAspect="1"/>
            </p:cNvGraphicFramePr>
            <p:nvPr/>
          </p:nvGraphicFramePr>
          <p:xfrm>
            <a:off x="1250" y="1944"/>
            <a:ext cx="1328" cy="3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5909" name="Equation" r:id="rId5" imgW="20726400" imgH="4876800" progId="Equation.DSMT4">
                    <p:embed/>
                  </p:oleObj>
                </mc:Choice>
                <mc:Fallback>
                  <p:oleObj name="Equation" r:id="rId5" imgW="20726400" imgH="4876800" progId="Equation.DSMT4">
                    <p:embed/>
                    <p:pic>
                      <p:nvPicPr>
                        <p:cNvPr id="0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50" y="1944"/>
                          <a:ext cx="1328" cy="30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75132" name="Rectangle 28"/>
          <p:cNvSpPr>
            <a:spLocks noChangeArrowheads="1"/>
          </p:cNvSpPr>
          <p:nvPr/>
        </p:nvSpPr>
        <p:spPr bwMode="auto">
          <a:xfrm>
            <a:off x="1302560" y="4106196"/>
            <a:ext cx="631642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把电容的三角形联结等效变换为星形联结，则等效电容的阻抗为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133" name="Rectangle 29"/>
          <p:cNvSpPr>
            <a:spLocks noChangeArrowheads="1"/>
          </p:cNvSpPr>
          <p:nvPr/>
        </p:nvSpPr>
        <p:spPr bwMode="auto">
          <a:xfrm>
            <a:off x="1302560" y="6170916"/>
            <a:ext cx="3488455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因此等效电容为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2" name="Rectangle 26"/>
          <p:cNvSpPr>
            <a:spLocks noChangeArrowheads="1"/>
          </p:cNvSpPr>
          <p:nvPr/>
        </p:nvSpPr>
        <p:spPr bwMode="auto">
          <a:xfrm>
            <a:off x="479376" y="2964999"/>
            <a:ext cx="96696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i="1" dirty="0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5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5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5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32" grpId="0"/>
      <p:bldP spid="175133" grpId="0"/>
      <p:bldP spid="12" grpId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034" name="Object 21"/>
          <p:cNvGraphicFramePr>
            <a:graphicFrameLocks noChangeAspect="1"/>
          </p:cNvGraphicFramePr>
          <p:nvPr/>
        </p:nvGraphicFramePr>
        <p:xfrm>
          <a:off x="9014011" y="2470259"/>
          <a:ext cx="3190143" cy="229332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7049" name="Visio" r:id="rId1" imgW="2653030" imgH="1896745" progId="Visio.Drawing.11">
                  <p:embed/>
                </p:oleObj>
              </mc:Choice>
              <mc:Fallback>
                <p:oleObj name="Visio" r:id="rId1" imgW="2653030" imgH="1896745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14011" y="2470259"/>
                        <a:ext cx="3190143" cy="229332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2" name="Rectangle 26"/>
          <p:cNvSpPr>
            <a:spLocks noChangeArrowheads="1"/>
          </p:cNvSpPr>
          <p:nvPr/>
        </p:nvSpPr>
        <p:spPr bwMode="auto">
          <a:xfrm>
            <a:off x="479376" y="2964999"/>
            <a:ext cx="96696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i="1" dirty="0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13" name="Object 16"/>
          <p:cNvGraphicFramePr>
            <a:graphicFrameLocks noChangeAspect="1"/>
          </p:cNvGraphicFramePr>
          <p:nvPr/>
        </p:nvGraphicFramePr>
        <p:xfrm>
          <a:off x="9246274" y="4922202"/>
          <a:ext cx="2725615" cy="154744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7050" name="Visio" r:id="rId3" imgW="2303145" imgH="1309370" progId="Visio.Drawing.11">
                  <p:embed/>
                </p:oleObj>
              </mc:Choice>
              <mc:Fallback>
                <p:oleObj name="Visio" r:id="rId3" imgW="2303145" imgH="1309370" progId="Visio.Drawing.11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246274" y="4922202"/>
                        <a:ext cx="2725615" cy="154744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angle 18"/>
          <p:cNvSpPr>
            <a:spLocks noChangeArrowheads="1"/>
          </p:cNvSpPr>
          <p:nvPr/>
        </p:nvSpPr>
        <p:spPr bwMode="auto">
          <a:xfrm>
            <a:off x="1261951" y="2997303"/>
            <a:ext cx="397256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一相计算电路如图所示 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5" name="Object 19"/>
          <p:cNvGraphicFramePr>
            <a:graphicFrameLocks noChangeAspect="1"/>
          </p:cNvGraphicFramePr>
          <p:nvPr/>
        </p:nvGraphicFramePr>
        <p:xfrm>
          <a:off x="1746867" y="3549647"/>
          <a:ext cx="3422650" cy="9128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7051" name="Equation" r:id="rId5" imgW="41452800" imgH="10972800" progId="Equation.DSMT4">
                  <p:embed/>
                </p:oleObj>
              </mc:Choice>
              <mc:Fallback>
                <p:oleObj name="Equation" r:id="rId5" imgW="41452800" imgH="10972800" progId="Equation.DSMT4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46867" y="3549647"/>
                        <a:ext cx="3422650" cy="9128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" name="Object 22"/>
          <p:cNvGraphicFramePr>
            <a:graphicFrameLocks noChangeAspect="1"/>
          </p:cNvGraphicFramePr>
          <p:nvPr/>
        </p:nvGraphicFramePr>
        <p:xfrm>
          <a:off x="1800135" y="5206975"/>
          <a:ext cx="4371975" cy="977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7052" name="Equation" r:id="rId7" imgW="49072800" imgH="10972800" progId="Equation.DSMT4">
                  <p:embed/>
                </p:oleObj>
              </mc:Choice>
              <mc:Fallback>
                <p:oleObj name="Equation" r:id="rId7" imgW="49072800" imgH="109728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0135" y="5206975"/>
                        <a:ext cx="4371975" cy="977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Rectangle 26"/>
          <p:cNvSpPr>
            <a:spLocks noChangeArrowheads="1"/>
          </p:cNvSpPr>
          <p:nvPr/>
        </p:nvSpPr>
        <p:spPr bwMode="auto">
          <a:xfrm>
            <a:off x="1261951" y="4410981"/>
            <a:ext cx="272417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由相量图可知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8" name="Object 24"/>
          <p:cNvGraphicFramePr>
            <a:graphicFrameLocks noChangeAspect="1"/>
          </p:cNvGraphicFramePr>
          <p:nvPr/>
        </p:nvGraphicFramePr>
        <p:xfrm>
          <a:off x="6525855" y="3603869"/>
          <a:ext cx="2791557" cy="25556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7053" name="Visio" r:id="rId9" imgW="1545590" imgH="1403985" progId="Visio.Drawing.11">
                  <p:embed/>
                </p:oleObj>
              </mc:Choice>
              <mc:Fallback>
                <p:oleObj name="Visio" r:id="rId9" imgW="1545590" imgH="1403985" progId="Visio.Drawing.11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5855" y="3603869"/>
                        <a:ext cx="2791557" cy="2555631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Rectangle 20"/>
          <p:cNvSpPr>
            <a:spLocks noChangeArrowheads="1"/>
          </p:cNvSpPr>
          <p:nvPr/>
        </p:nvSpPr>
        <p:spPr bwMode="auto">
          <a:xfrm>
            <a:off x="479376" y="836712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616075" indent="-1616075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3.2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图示对称三相电路，已知电源频率为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50Hz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，星形联结的每相负载阻抗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=(6+j8)Ω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。在负载端口处接入三角形联结的电容元件组后，在保持电路功率不变的情况下，为使功率因数提高到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0.9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，试求接入的每相电容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034" name="Object 21"/>
          <p:cNvGraphicFramePr>
            <a:graphicFrameLocks noChangeAspect="1"/>
          </p:cNvGraphicFramePr>
          <p:nvPr/>
        </p:nvGraphicFramePr>
        <p:xfrm>
          <a:off x="9014011" y="2470259"/>
          <a:ext cx="3190143" cy="229332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8073" name="Visio" r:id="rId1" imgW="2653030" imgH="1896745" progId="Visio.Drawing.11">
                  <p:embed/>
                </p:oleObj>
              </mc:Choice>
              <mc:Fallback>
                <p:oleObj name="Visio" r:id="rId1" imgW="2653030" imgH="1896745" progId="Visio.Drawing.11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14011" y="2470259"/>
                        <a:ext cx="3190143" cy="229332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sp>
        <p:nvSpPr>
          <p:cNvPr id="12" name="Rectangle 26"/>
          <p:cNvSpPr>
            <a:spLocks noChangeArrowheads="1"/>
          </p:cNvSpPr>
          <p:nvPr/>
        </p:nvSpPr>
        <p:spPr bwMode="auto">
          <a:xfrm>
            <a:off x="479376" y="2964999"/>
            <a:ext cx="966964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lang="zh-CN" altLang="en-US" sz="2800" i="1" dirty="0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aphicFrame>
        <p:nvGraphicFramePr>
          <p:cNvPr id="18" name="Object 24"/>
          <p:cNvGraphicFramePr>
            <a:graphicFrameLocks noChangeAspect="1"/>
          </p:cNvGraphicFramePr>
          <p:nvPr/>
        </p:nvGraphicFramePr>
        <p:xfrm>
          <a:off x="8241661" y="4302369"/>
          <a:ext cx="2791557" cy="255563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8074" name="Visio" r:id="rId3" imgW="1545590" imgH="1403985" progId="Visio.Drawing.11">
                  <p:embed/>
                </p:oleObj>
              </mc:Choice>
              <mc:Fallback>
                <p:oleObj name="Visio" r:id="rId3" imgW="1545590" imgH="1403985" progId="Visio.Drawing.11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41661" y="4302369"/>
                        <a:ext cx="2791557" cy="2555631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" name="Object 22"/>
          <p:cNvGraphicFramePr>
            <a:graphicFrameLocks noChangeAspect="1"/>
          </p:cNvGraphicFramePr>
          <p:nvPr/>
        </p:nvGraphicFramePr>
        <p:xfrm>
          <a:off x="1300134" y="3058866"/>
          <a:ext cx="4289425" cy="977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8075" name="Equation" r:id="rId5" imgW="48158400" imgH="10972800" progId="Equation.DSMT4">
                  <p:embed/>
                </p:oleObj>
              </mc:Choice>
              <mc:Fallback>
                <p:oleObj name="Equation" r:id="rId5" imgW="48158400" imgH="109728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00134" y="3058866"/>
                        <a:ext cx="4289425" cy="9779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Object 27"/>
          <p:cNvGraphicFramePr>
            <a:graphicFrameLocks noChangeAspect="1"/>
          </p:cNvGraphicFramePr>
          <p:nvPr/>
        </p:nvGraphicFramePr>
        <p:xfrm>
          <a:off x="1300134" y="4068406"/>
          <a:ext cx="6648450" cy="1647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8076" name="Equation" r:id="rId7" imgW="83820000" imgH="20726400" progId="Equation.DSMT4">
                  <p:embed/>
                </p:oleObj>
              </mc:Choice>
              <mc:Fallback>
                <p:oleObj name="Equation" r:id="rId7" imgW="83820000" imgH="207264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00134" y="4068406"/>
                        <a:ext cx="6648450" cy="1647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2" name="Group 32"/>
          <p:cNvGrpSpPr/>
          <p:nvPr/>
        </p:nvGrpSpPr>
        <p:grpSpPr bwMode="auto">
          <a:xfrm>
            <a:off x="1300134" y="6177351"/>
            <a:ext cx="6998677" cy="561243"/>
            <a:chOff x="398" y="3278"/>
            <a:chExt cx="4776" cy="383"/>
          </a:xfrm>
        </p:grpSpPr>
        <p:sp>
          <p:nvSpPr>
            <p:cNvPr id="23" name="Rectangle 30"/>
            <p:cNvSpPr>
              <a:spLocks noChangeArrowheads="1"/>
            </p:cNvSpPr>
            <p:nvPr/>
          </p:nvSpPr>
          <p:spPr bwMode="auto">
            <a:xfrm>
              <a:off x="398" y="3278"/>
              <a:ext cx="618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因此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4" name="Object 29"/>
            <p:cNvGraphicFramePr>
              <a:graphicFrameLocks noChangeAspect="1"/>
            </p:cNvGraphicFramePr>
            <p:nvPr/>
          </p:nvGraphicFramePr>
          <p:xfrm>
            <a:off x="1006" y="3339"/>
            <a:ext cx="1097" cy="2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8077" name="Equation" r:id="rId9" imgW="18288000" imgH="4876800" progId="Equation.DSMT4">
                    <p:embed/>
                  </p:oleObj>
                </mc:Choice>
                <mc:Fallback>
                  <p:oleObj name="Equation" r:id="rId9" imgW="18288000" imgH="4876800" progId="Equation.DSMT4">
                    <p:embed/>
                    <p:pic>
                      <p:nvPicPr>
                        <p:cNvPr id="0" name="Object 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06" y="3339"/>
                          <a:ext cx="1097" cy="2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" name="Rectangle 31"/>
            <p:cNvSpPr>
              <a:spLocks noChangeArrowheads="1"/>
            </p:cNvSpPr>
            <p:nvPr/>
          </p:nvSpPr>
          <p:spPr bwMode="auto">
            <a:xfrm>
              <a:off x="2076" y="3304"/>
              <a:ext cx="3098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，即每相电容值为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54.1</a:t>
              </a:r>
              <a:r>
                <a:rPr lang="el-GR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μ</a:t>
              </a:r>
              <a:r>
                <a:rPr lang="en-US" altLang="zh-CN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F</a:t>
              </a:r>
              <a:r>
                <a:rPr lang="zh-CN" alt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3" name="Rectangle 20"/>
          <p:cNvSpPr>
            <a:spLocks noChangeArrowheads="1"/>
          </p:cNvSpPr>
          <p:nvPr/>
        </p:nvSpPr>
        <p:spPr bwMode="auto">
          <a:xfrm>
            <a:off x="479376" y="836712"/>
            <a:ext cx="11161240" cy="21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616075" indent="-1616075">
              <a:lnSpc>
                <a:spcPct val="120000"/>
              </a:lnSpc>
            </a:pP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lang="en-US" altLang="zh-CN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3.2</a:t>
            </a:r>
            <a:r>
              <a:rPr lang="zh-CN" alt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：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图示对称三相电路，已知电源频率为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50Hz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，星形联结的每相负载阻抗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=(6+j8)Ω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。在负载端口处接入三角形联结的电容元件组后，在保持电路功率不变的情况下，为使功率因数提高到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0.9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，试求接入的每相电容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的值。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Text Box 2"/>
          <p:cNvSpPr txBox="1">
            <a:spLocks noChangeArrowheads="1"/>
          </p:cNvSpPr>
          <p:nvPr/>
        </p:nvSpPr>
        <p:spPr bwMode="auto">
          <a:xfrm>
            <a:off x="479376" y="839738"/>
            <a:ext cx="11089231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indent="-1529080" algn="l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lang="en-US" altLang="zh-CN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3.3</a:t>
            </a:r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对称三相电路中，已知线电压</a:t>
            </a:r>
            <a:r>
              <a:rPr lang="en-US" altLang="zh-CN" i="1" dirty="0" err="1"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lang="en-US" altLang="zh-CN" i="1" baseline="-25000" dirty="0" err="1"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lang="en-US" altLang="zh-CN" i="1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=380V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，线电流 </a:t>
            </a:r>
            <a:r>
              <a:rPr lang="en-US" altLang="zh-CN" i="1" dirty="0">
                <a:ea typeface="宋体" panose="02010600030101010101" pitchFamily="2" charset="-122"/>
                <a:cs typeface="Times New Roman" panose="02020603050405020304" pitchFamily="18" charset="0"/>
              </a:rPr>
              <a:t>I</a:t>
            </a:r>
            <a:r>
              <a:rPr lang="en-US" altLang="zh-CN" i="1" baseline="-25000" dirty="0">
                <a:ea typeface="宋体" panose="02010600030101010101" pitchFamily="2" charset="-122"/>
                <a:cs typeface="Times New Roman" panose="02020603050405020304" pitchFamily="18" charset="0"/>
              </a:rPr>
              <a:t>l 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</a:rPr>
              <a:t>=2A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，图中功率表的读数为零。试求三相负载的功率。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20000"/>
              </a:spcBef>
              <a:buSzPct val="120000"/>
            </a:pPr>
            <a:r>
              <a:rPr lang="en-US" altLang="zh-CN" sz="3200" b="1" dirty="0">
                <a:solidFill>
                  <a:srgbClr val="0000FF"/>
                </a:solidFill>
                <a:latin typeface="+mj-lt"/>
              </a:rPr>
              <a:t>9.3  </a:t>
            </a:r>
            <a:r>
              <a:rPr lang="zh-CN" altLang="en-US" sz="3200" b="1" dirty="0">
                <a:solidFill>
                  <a:srgbClr val="0000FF"/>
                </a:solidFill>
                <a:latin typeface="+mj-lt"/>
              </a:rPr>
              <a:t>三相电路的功率</a:t>
            </a:r>
            <a:endParaRPr lang="zh-CN" altLang="en-US" sz="3200" dirty="0">
              <a:solidFill>
                <a:srgbClr val="0000FF"/>
              </a:solidFill>
              <a:latin typeface="黑体" panose="02010609060101010101" pitchFamily="49" charset="-122"/>
            </a:endParaRPr>
          </a:p>
        </p:txBody>
      </p:sp>
      <p:grpSp>
        <p:nvGrpSpPr>
          <p:cNvPr id="49" name="Group 64"/>
          <p:cNvGrpSpPr/>
          <p:nvPr/>
        </p:nvGrpSpPr>
        <p:grpSpPr bwMode="auto">
          <a:xfrm>
            <a:off x="1868116" y="1888634"/>
            <a:ext cx="3406775" cy="1658937"/>
            <a:chOff x="326" y="1382"/>
            <a:chExt cx="2146" cy="1045"/>
          </a:xfrm>
        </p:grpSpPr>
        <p:sp>
          <p:nvSpPr>
            <p:cNvPr id="52" name="Line 4"/>
            <p:cNvSpPr>
              <a:spLocks noChangeShapeType="1"/>
            </p:cNvSpPr>
            <p:nvPr/>
          </p:nvSpPr>
          <p:spPr bwMode="auto">
            <a:xfrm>
              <a:off x="1340" y="1551"/>
              <a:ext cx="0" cy="7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Rectangle 5"/>
            <p:cNvSpPr>
              <a:spLocks noChangeArrowheads="1"/>
            </p:cNvSpPr>
            <p:nvPr/>
          </p:nvSpPr>
          <p:spPr bwMode="auto">
            <a:xfrm>
              <a:off x="1754" y="1435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4" name="Text Box 6"/>
            <p:cNvSpPr txBox="1">
              <a:spLocks noChangeArrowheads="1"/>
            </p:cNvSpPr>
            <p:nvPr/>
          </p:nvSpPr>
          <p:spPr bwMode="auto">
            <a:xfrm>
              <a:off x="1839" y="1500"/>
              <a:ext cx="593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55" name="Line 7"/>
            <p:cNvSpPr>
              <a:spLocks noChangeShapeType="1"/>
            </p:cNvSpPr>
            <p:nvPr/>
          </p:nvSpPr>
          <p:spPr bwMode="auto">
            <a:xfrm>
              <a:off x="668" y="1531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6" name="Line 8"/>
            <p:cNvSpPr>
              <a:spLocks noChangeShapeType="1"/>
            </p:cNvSpPr>
            <p:nvPr/>
          </p:nvSpPr>
          <p:spPr bwMode="auto">
            <a:xfrm>
              <a:off x="668" y="1910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7" name="Line 9"/>
            <p:cNvSpPr>
              <a:spLocks noChangeShapeType="1"/>
            </p:cNvSpPr>
            <p:nvPr/>
          </p:nvSpPr>
          <p:spPr bwMode="auto">
            <a:xfrm>
              <a:off x="668" y="2290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8" name="Oval 10"/>
            <p:cNvSpPr>
              <a:spLocks noChangeArrowheads="1"/>
            </p:cNvSpPr>
            <p:nvPr/>
          </p:nvSpPr>
          <p:spPr bwMode="auto">
            <a:xfrm>
              <a:off x="1180" y="1760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9" name="Text Box 12"/>
            <p:cNvSpPr txBox="1">
              <a:spLocks noChangeArrowheads="1"/>
            </p:cNvSpPr>
            <p:nvPr/>
          </p:nvSpPr>
          <p:spPr bwMode="auto">
            <a:xfrm>
              <a:off x="1162" y="1797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endParaRPr lang="en-US" altLang="zh-CN" sz="2000" baseline="-25000"/>
            </a:p>
          </p:txBody>
        </p:sp>
        <p:sp>
          <p:nvSpPr>
            <p:cNvPr id="60" name="Text Box 16"/>
            <p:cNvSpPr txBox="1">
              <a:spLocks noChangeArrowheads="1"/>
            </p:cNvSpPr>
            <p:nvPr/>
          </p:nvSpPr>
          <p:spPr bwMode="auto">
            <a:xfrm>
              <a:off x="975" y="165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1" name="Text Box 17"/>
            <p:cNvSpPr txBox="1">
              <a:spLocks noChangeArrowheads="1"/>
            </p:cNvSpPr>
            <p:nvPr/>
          </p:nvSpPr>
          <p:spPr bwMode="auto">
            <a:xfrm>
              <a:off x="1295" y="147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2" name="Oval 18"/>
            <p:cNvSpPr>
              <a:spLocks noChangeArrowheads="1"/>
            </p:cNvSpPr>
            <p:nvPr/>
          </p:nvSpPr>
          <p:spPr bwMode="auto">
            <a:xfrm>
              <a:off x="1311" y="2262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3" name="Oval 19"/>
            <p:cNvSpPr>
              <a:spLocks noChangeArrowheads="1"/>
            </p:cNvSpPr>
            <p:nvPr/>
          </p:nvSpPr>
          <p:spPr bwMode="auto">
            <a:xfrm>
              <a:off x="1306" y="1502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4" name="Oval 20"/>
            <p:cNvSpPr>
              <a:spLocks noChangeArrowheads="1"/>
            </p:cNvSpPr>
            <p:nvPr/>
          </p:nvSpPr>
          <p:spPr bwMode="auto">
            <a:xfrm>
              <a:off x="615" y="2265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5" name="Oval 21"/>
            <p:cNvSpPr>
              <a:spLocks noChangeArrowheads="1"/>
            </p:cNvSpPr>
            <p:nvPr/>
          </p:nvSpPr>
          <p:spPr bwMode="auto">
            <a:xfrm>
              <a:off x="615" y="188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6" name="Oval 22"/>
            <p:cNvSpPr>
              <a:spLocks noChangeArrowheads="1"/>
            </p:cNvSpPr>
            <p:nvPr/>
          </p:nvSpPr>
          <p:spPr bwMode="auto">
            <a:xfrm>
              <a:off x="615" y="1500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7" name="Text Box 23"/>
            <p:cNvSpPr txBox="1">
              <a:spLocks noChangeArrowheads="1"/>
            </p:cNvSpPr>
            <p:nvPr/>
          </p:nvSpPr>
          <p:spPr bwMode="auto">
            <a:xfrm>
              <a:off x="326" y="138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68" name="Text Box 24"/>
            <p:cNvSpPr txBox="1">
              <a:spLocks noChangeArrowheads="1"/>
            </p:cNvSpPr>
            <p:nvPr/>
          </p:nvSpPr>
          <p:spPr bwMode="auto">
            <a:xfrm>
              <a:off x="326" y="1760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69" name="Text Box 25"/>
            <p:cNvSpPr txBox="1">
              <a:spLocks noChangeArrowheads="1"/>
            </p:cNvSpPr>
            <p:nvPr/>
          </p:nvSpPr>
          <p:spPr bwMode="auto">
            <a:xfrm>
              <a:off x="326" y="2139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  <p:graphicFrame>
        <p:nvGraphicFramePr>
          <p:cNvPr id="70" name="Object 26"/>
          <p:cNvGraphicFramePr>
            <a:graphicFrameLocks noChangeAspect="1"/>
          </p:cNvGraphicFramePr>
          <p:nvPr/>
        </p:nvGraphicFramePr>
        <p:xfrm>
          <a:off x="1277240" y="3612692"/>
          <a:ext cx="4411662" cy="1052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51" name="Equation" r:id="rId1" imgW="50901600" imgH="12192000" progId="Equation.DSMT4">
                  <p:embed/>
                </p:oleObj>
              </mc:Choice>
              <mc:Fallback>
                <p:oleObj name="Equation" r:id="rId1" imgW="50901600" imgH="121920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77240" y="3612692"/>
                        <a:ext cx="4411662" cy="1052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" name="Object 27"/>
          <p:cNvGraphicFramePr>
            <a:graphicFrameLocks noChangeAspect="1"/>
          </p:cNvGraphicFramePr>
          <p:nvPr/>
        </p:nvGraphicFramePr>
        <p:xfrm>
          <a:off x="1216043" y="5711993"/>
          <a:ext cx="2298700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52" name="Equation" r:id="rId3" imgW="26517600" imgH="6096000" progId="Equation.DSMT4">
                  <p:embed/>
                </p:oleObj>
              </mc:Choice>
              <mc:Fallback>
                <p:oleObj name="Equation" r:id="rId3" imgW="26517600" imgH="60960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6043" y="5711993"/>
                        <a:ext cx="2298700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2" name="AutoShape 29"/>
          <p:cNvSpPr>
            <a:spLocks noChangeArrowheads="1"/>
          </p:cNvSpPr>
          <p:nvPr/>
        </p:nvSpPr>
        <p:spPr bwMode="auto">
          <a:xfrm>
            <a:off x="2669273" y="4712686"/>
            <a:ext cx="379412" cy="266700"/>
          </a:xfrm>
          <a:prstGeom prst="rightArrow">
            <a:avLst>
              <a:gd name="adj1" fmla="val 50000"/>
              <a:gd name="adj2" fmla="val 35565"/>
            </a:avLst>
          </a:prstGeom>
          <a:noFill/>
          <a:ln w="38100" algn="ctr">
            <a:solidFill>
              <a:srgbClr val="FF0000"/>
            </a:solidFill>
            <a:miter lim="800000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73" name="Object 30"/>
          <p:cNvGraphicFramePr>
            <a:graphicFrameLocks noChangeAspect="1"/>
          </p:cNvGraphicFramePr>
          <p:nvPr/>
        </p:nvGraphicFramePr>
        <p:xfrm>
          <a:off x="1268431" y="4637087"/>
          <a:ext cx="1268412" cy="420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53" name="Equation" r:id="rId5" imgW="14630400" imgH="4876800" progId="Equation.DSMT4">
                  <p:embed/>
                </p:oleObj>
              </mc:Choice>
              <mc:Fallback>
                <p:oleObj name="Equation" r:id="rId5" imgW="14630400" imgH="487680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68431" y="4637087"/>
                        <a:ext cx="1268412" cy="420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Text Box 31"/>
          <p:cNvSpPr txBox="1">
            <a:spLocks noChangeArrowheads="1"/>
          </p:cNvSpPr>
          <p:nvPr/>
        </p:nvSpPr>
        <p:spPr bwMode="auto">
          <a:xfrm>
            <a:off x="479376" y="3556716"/>
            <a:ext cx="75138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75" name="Object 32"/>
          <p:cNvGraphicFramePr>
            <a:graphicFrameLocks noChangeAspect="1"/>
          </p:cNvGraphicFramePr>
          <p:nvPr/>
        </p:nvGraphicFramePr>
        <p:xfrm>
          <a:off x="3224231" y="4635500"/>
          <a:ext cx="1295400" cy="42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54" name="Equation" r:id="rId7" imgW="14935200" imgH="4876800" progId="Equation.DSMT4">
                  <p:embed/>
                </p:oleObj>
              </mc:Choice>
              <mc:Fallback>
                <p:oleObj name="Equation" r:id="rId7" imgW="14935200" imgH="4876800" progId="Equation.DSMT4">
                  <p:embed/>
                  <p:pic>
                    <p:nvPicPr>
                      <p:cNvPr id="0" name="Object 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24231" y="4635500"/>
                        <a:ext cx="1295400" cy="42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6" name="Group 33"/>
          <p:cNvGrpSpPr/>
          <p:nvPr/>
        </p:nvGrpSpPr>
        <p:grpSpPr bwMode="auto">
          <a:xfrm>
            <a:off x="9014767" y="2133961"/>
            <a:ext cx="534987" cy="2093912"/>
            <a:chOff x="2075" y="2804"/>
            <a:chExt cx="391" cy="1237"/>
          </a:xfrm>
        </p:grpSpPr>
        <p:sp>
          <p:nvSpPr>
            <p:cNvPr id="77" name="Line 34"/>
            <p:cNvSpPr>
              <a:spLocks noChangeShapeType="1"/>
            </p:cNvSpPr>
            <p:nvPr/>
          </p:nvSpPr>
          <p:spPr bwMode="auto">
            <a:xfrm flipH="1">
              <a:off x="2079" y="3420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8" name="Line 35"/>
            <p:cNvSpPr>
              <a:spLocks noChangeShapeType="1"/>
            </p:cNvSpPr>
            <p:nvPr/>
          </p:nvSpPr>
          <p:spPr bwMode="auto">
            <a:xfrm flipH="1" flipV="1">
              <a:off x="2075" y="2804"/>
              <a:ext cx="387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79" name="Group 36"/>
          <p:cNvGrpSpPr/>
          <p:nvPr/>
        </p:nvGrpSpPr>
        <p:grpSpPr bwMode="auto">
          <a:xfrm>
            <a:off x="9564042" y="2935648"/>
            <a:ext cx="1812925" cy="519113"/>
            <a:chOff x="2457" y="3273"/>
            <a:chExt cx="1142" cy="327"/>
          </a:xfrm>
        </p:grpSpPr>
        <p:sp>
          <p:nvSpPr>
            <p:cNvPr id="80" name="Line 37"/>
            <p:cNvSpPr>
              <a:spLocks noChangeShapeType="1"/>
            </p:cNvSpPr>
            <p:nvPr/>
          </p:nvSpPr>
          <p:spPr bwMode="auto">
            <a:xfrm>
              <a:off x="2457" y="3429"/>
              <a:ext cx="8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81" name="Object 38"/>
            <p:cNvGraphicFramePr>
              <a:graphicFrameLocks noChangeAspect="1"/>
            </p:cNvGraphicFramePr>
            <p:nvPr/>
          </p:nvGraphicFramePr>
          <p:xfrm>
            <a:off x="3300" y="3273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9455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00" y="3273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82" name="Group 39"/>
          <p:cNvGrpSpPr/>
          <p:nvPr/>
        </p:nvGrpSpPr>
        <p:grpSpPr bwMode="auto">
          <a:xfrm>
            <a:off x="8548044" y="1837098"/>
            <a:ext cx="530226" cy="2586038"/>
            <a:chOff x="1911" y="2357"/>
            <a:chExt cx="334" cy="1629"/>
          </a:xfrm>
        </p:grpSpPr>
        <p:graphicFrame>
          <p:nvGraphicFramePr>
            <p:cNvPr id="83" name="Object 40"/>
            <p:cNvGraphicFramePr>
              <a:graphicFrameLocks noChangeAspect="1"/>
            </p:cNvGraphicFramePr>
            <p:nvPr/>
          </p:nvGraphicFramePr>
          <p:xfrm>
            <a:off x="1946" y="3659"/>
            <a:ext cx="29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9456" name="Equation" r:id="rId11" imgW="5181600" imgH="5791200" progId="Equation.DSMT4">
                    <p:embed/>
                  </p:oleObj>
                </mc:Choice>
                <mc:Fallback>
                  <p:oleObj name="Equation" r:id="rId11" imgW="5181600" imgH="5791200" progId="Equation.DSMT4">
                    <p:embed/>
                    <p:pic>
                      <p:nvPicPr>
                        <p:cNvPr id="0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6" y="3659"/>
                          <a:ext cx="29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4" name="Object 41"/>
            <p:cNvGraphicFramePr>
              <a:graphicFrameLocks noChangeAspect="1"/>
            </p:cNvGraphicFramePr>
            <p:nvPr/>
          </p:nvGraphicFramePr>
          <p:xfrm>
            <a:off x="1911" y="2357"/>
            <a:ext cx="334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69457" name="Equation" r:id="rId13" imgW="5791200" imgH="5791200" progId="Equation.DSMT4">
                    <p:embed/>
                  </p:oleObj>
                </mc:Choice>
                <mc:Fallback>
                  <p:oleObj name="Equation" r:id="rId13" imgW="57912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11" y="2357"/>
                          <a:ext cx="334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85" name="Object 43"/>
          <p:cNvGraphicFramePr>
            <a:graphicFrameLocks noChangeAspect="1"/>
          </p:cNvGraphicFramePr>
          <p:nvPr/>
        </p:nvGraphicFramePr>
        <p:xfrm>
          <a:off x="10713393" y="4116388"/>
          <a:ext cx="642937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58" name="Equation" r:id="rId15" imgW="7010400" imgH="5791200" progId="Equation.DSMT4">
                  <p:embed/>
                </p:oleObj>
              </mc:Choice>
              <mc:Fallback>
                <p:oleObj name="Equation" r:id="rId15" imgW="7010400" imgH="5791200" progId="Equation.DSMT4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713393" y="4116388"/>
                        <a:ext cx="642937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6" name="Line 47"/>
          <p:cNvSpPr>
            <a:spLocks noChangeShapeType="1"/>
          </p:cNvSpPr>
          <p:nvPr/>
        </p:nvSpPr>
        <p:spPr bwMode="auto">
          <a:xfrm rot="7059756" flipV="1">
            <a:off x="10477648" y="2660217"/>
            <a:ext cx="0" cy="2055812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87" name="Line 52"/>
          <p:cNvSpPr>
            <a:spLocks noChangeShapeType="1"/>
          </p:cNvSpPr>
          <p:nvPr/>
        </p:nvSpPr>
        <p:spPr bwMode="auto">
          <a:xfrm>
            <a:off x="10810229" y="3186473"/>
            <a:ext cx="614363" cy="985838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88" name="Line 53"/>
          <p:cNvSpPr>
            <a:spLocks noChangeShapeType="1"/>
          </p:cNvSpPr>
          <p:nvPr/>
        </p:nvSpPr>
        <p:spPr bwMode="auto">
          <a:xfrm flipH="1">
            <a:off x="9202092" y="3202348"/>
            <a:ext cx="341312" cy="6826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aphicFrame>
        <p:nvGraphicFramePr>
          <p:cNvPr id="89" name="Object 54"/>
          <p:cNvGraphicFramePr>
            <a:graphicFrameLocks noChangeAspect="1"/>
          </p:cNvGraphicFramePr>
          <p:nvPr/>
        </p:nvGraphicFramePr>
        <p:xfrm>
          <a:off x="8711555" y="3344863"/>
          <a:ext cx="419100" cy="51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59" name="Equation" r:id="rId17" imgW="4572000" imgH="5791200" progId="Equation.DSMT4">
                  <p:embed/>
                </p:oleObj>
              </mc:Choice>
              <mc:Fallback>
                <p:oleObj name="Equation" r:id="rId17" imgW="4572000" imgH="5791200" progId="Equation.DSMT4">
                  <p:embed/>
                  <p:pic>
                    <p:nvPicPr>
                      <p:cNvPr id="0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711555" y="3344863"/>
                        <a:ext cx="419100" cy="51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0" name="Group 56"/>
          <p:cNvGrpSpPr/>
          <p:nvPr/>
        </p:nvGrpSpPr>
        <p:grpSpPr bwMode="auto">
          <a:xfrm>
            <a:off x="9873604" y="3088051"/>
            <a:ext cx="676275" cy="461963"/>
            <a:chOff x="4360" y="1959"/>
            <a:chExt cx="426" cy="291"/>
          </a:xfrm>
        </p:grpSpPr>
        <p:sp>
          <p:nvSpPr>
            <p:cNvPr id="91" name="Freeform 57"/>
            <p:cNvSpPr/>
            <p:nvPr/>
          </p:nvSpPr>
          <p:spPr bwMode="auto">
            <a:xfrm>
              <a:off x="4360" y="2029"/>
              <a:ext cx="18" cy="89"/>
            </a:xfrm>
            <a:custGeom>
              <a:avLst/>
              <a:gdLst>
                <a:gd name="T0" fmla="*/ 0 w 18"/>
                <a:gd name="T1" fmla="*/ 89 h 89"/>
                <a:gd name="T2" fmla="*/ 18 w 18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0" y="89"/>
                    <a:pt x="9" y="44"/>
                    <a:pt x="18" y="0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2" name="Rectangle 58"/>
            <p:cNvSpPr>
              <a:spLocks noChangeArrowheads="1"/>
            </p:cNvSpPr>
            <p:nvPr/>
          </p:nvSpPr>
          <p:spPr bwMode="auto">
            <a:xfrm>
              <a:off x="4398" y="1959"/>
              <a:ext cx="38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30</a:t>
              </a:r>
              <a:r>
                <a:rPr lang="en-US" altLang="zh-CN" sz="2400" dirty="0">
                  <a:sym typeface="Symbol" panose="05050102010706020507" pitchFamily="18" charset="2"/>
                </a:rPr>
                <a:t></a:t>
              </a:r>
              <a:endParaRPr lang="en-US" altLang="zh-CN" sz="2400" dirty="0"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93" name="Object 59"/>
          <p:cNvGraphicFramePr>
            <a:graphicFrameLocks noChangeAspect="1"/>
          </p:cNvGraphicFramePr>
          <p:nvPr/>
        </p:nvGraphicFramePr>
        <p:xfrm>
          <a:off x="3486168" y="5764212"/>
          <a:ext cx="3405188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60" name="Equation" r:id="rId19" imgW="39319200" imgH="5486400" progId="Equation.DSMT4">
                  <p:embed/>
                </p:oleObj>
              </mc:Choice>
              <mc:Fallback>
                <p:oleObj name="Equation" r:id="rId19" imgW="39319200" imgH="548640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86168" y="5764212"/>
                        <a:ext cx="3405188" cy="4746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4" name="Object 60"/>
          <p:cNvGraphicFramePr>
            <a:graphicFrameLocks noChangeAspect="1"/>
          </p:cNvGraphicFramePr>
          <p:nvPr/>
        </p:nvGraphicFramePr>
        <p:xfrm>
          <a:off x="1230331" y="5217419"/>
          <a:ext cx="2270125" cy="42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9461" name="Equation" r:id="rId21" imgW="26212800" imgH="4876800" progId="Equation.DSMT4">
                  <p:embed/>
                </p:oleObj>
              </mc:Choice>
              <mc:Fallback>
                <p:oleObj name="Equation" r:id="rId21" imgW="26212800" imgH="4876800" progId="Equation.DSMT4">
                  <p:embed/>
                  <p:pic>
                    <p:nvPicPr>
                      <p:cNvPr id="0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30331" y="5217419"/>
                        <a:ext cx="2270125" cy="42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74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ChangeArrowheads="1"/>
          </p:cNvSpPr>
          <p:nvPr/>
        </p:nvSpPr>
        <p:spPr bwMode="auto">
          <a:xfrm>
            <a:off x="551384" y="851545"/>
            <a:ext cx="11017224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用二功率表法测量对称三相电路的功率，功率表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800W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在把电流线圈反接后读数为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400W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三相总功率？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功率因数？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76869" name="Object 5"/>
          <p:cNvGraphicFramePr>
            <a:graphicFrameLocks noChangeAspect="1"/>
          </p:cNvGraphicFramePr>
          <p:nvPr/>
        </p:nvGraphicFramePr>
        <p:xfrm>
          <a:off x="2618818" y="3533130"/>
          <a:ext cx="3773488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0126" name="Equation" r:id="rId1" imgW="35356800" imgH="5791200" progId="Equation.DSMT4">
                  <p:embed/>
                </p:oleObj>
              </mc:Choice>
              <mc:Fallback>
                <p:oleObj name="Equation" r:id="rId1" imgW="35356800" imgH="57912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18818" y="3533130"/>
                        <a:ext cx="3773488" cy="615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76871" name="Text Box 7"/>
          <p:cNvSpPr txBox="1">
            <a:spLocks noChangeArrowheads="1"/>
          </p:cNvSpPr>
          <p:nvPr/>
        </p:nvSpPr>
        <p:spPr bwMode="auto">
          <a:xfrm>
            <a:off x="1271464" y="4055051"/>
            <a:ext cx="446048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由题意知，功率表读数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76872" name="Object 8"/>
          <p:cNvGraphicFramePr>
            <a:graphicFrameLocks noGrp="1" noChangeAspect="1"/>
          </p:cNvGraphicFramePr>
          <p:nvPr>
            <p:ph/>
          </p:nvPr>
        </p:nvGraphicFramePr>
        <p:xfrm>
          <a:off x="1879178" y="4653137"/>
          <a:ext cx="3897312" cy="544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0127" name="Equation" r:id="rId3" imgW="41452800" imgH="5791200" progId="Equation.DSMT4">
                  <p:embed/>
                </p:oleObj>
              </mc:Choice>
              <mc:Fallback>
                <p:oleObj name="Equation" r:id="rId3" imgW="41452800" imgH="57912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79178" y="4653137"/>
                        <a:ext cx="3897312" cy="544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1" name="Text Box 40"/>
          <p:cNvSpPr txBox="1">
            <a:spLocks noChangeArrowheads="1"/>
          </p:cNvSpPr>
          <p:nvPr/>
        </p:nvSpPr>
        <p:spPr bwMode="auto">
          <a:xfrm>
            <a:off x="551384" y="2410421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Text Box 78"/>
          <p:cNvSpPr txBox="1">
            <a:spLocks noChangeArrowheads="1"/>
          </p:cNvSpPr>
          <p:nvPr/>
        </p:nvSpPr>
        <p:spPr bwMode="auto">
          <a:xfrm>
            <a:off x="1199456" y="2410421"/>
            <a:ext cx="110769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3" name="Text Box 18"/>
          <p:cNvSpPr txBox="1">
            <a:spLocks noChangeArrowheads="1"/>
          </p:cNvSpPr>
          <p:nvPr/>
        </p:nvSpPr>
        <p:spPr bwMode="auto">
          <a:xfrm>
            <a:off x="2630687" y="2410421"/>
            <a:ext cx="3792339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功率表的电流线圈接反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4" name="Object 20"/>
          <p:cNvGraphicFramePr>
            <a:graphicFrameLocks noChangeAspect="1"/>
          </p:cNvGraphicFramePr>
          <p:nvPr/>
        </p:nvGraphicFramePr>
        <p:xfrm>
          <a:off x="2662243" y="2948558"/>
          <a:ext cx="2878137" cy="55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0128" name="Equation" r:id="rId5" imgW="33223200" imgH="6400800" progId="Equation.DSMT4">
                  <p:embed/>
                </p:oleObj>
              </mc:Choice>
              <mc:Fallback>
                <p:oleObj name="Equation" r:id="rId5" imgW="33223200" imgH="6400800" progId="Equation.DSMT4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62243" y="2948558"/>
                        <a:ext cx="2878137" cy="552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" name="Object 5"/>
          <p:cNvGraphicFramePr>
            <a:graphicFrameLocks noChangeAspect="1"/>
          </p:cNvGraphicFramePr>
          <p:nvPr/>
        </p:nvGraphicFramePr>
        <p:xfrm>
          <a:off x="1826692" y="6269038"/>
          <a:ext cx="5205412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0129" name="Equation" r:id="rId7" imgW="48768000" imgH="5791200" progId="Equation.DSMT4">
                  <p:embed/>
                </p:oleObj>
              </mc:Choice>
              <mc:Fallback>
                <p:oleObj name="Equation" r:id="rId7" imgW="48768000" imgH="57912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26692" y="6269038"/>
                        <a:ext cx="5205412" cy="615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811741" y="5157192"/>
            <a:ext cx="443157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功率表正确连接时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7" name="Object 8"/>
          <p:cNvGraphicFramePr>
            <a:graphicFrameLocks noChangeAspect="1"/>
          </p:cNvGraphicFramePr>
          <p:nvPr/>
        </p:nvGraphicFramePr>
        <p:xfrm>
          <a:off x="1879179" y="5721376"/>
          <a:ext cx="3724275" cy="515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0130" name="Equation" r:id="rId9" imgW="39624000" imgH="5486400" progId="Equation.DSMT4">
                  <p:embed/>
                </p:oleObj>
              </mc:Choice>
              <mc:Fallback>
                <p:oleObj name="Equation" r:id="rId9" imgW="39624000" imgH="54864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79179" y="5721376"/>
                        <a:ext cx="3724275" cy="5159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76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76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76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6871" grpId="0"/>
      <p:bldP spid="21" grpId="0"/>
      <p:bldP spid="22" grpId="0"/>
      <p:bldP spid="23" grpId="0"/>
      <p:bldP spid="25" grpId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871" name="Text Box 7"/>
          <p:cNvSpPr txBox="1">
            <a:spLocks noChangeArrowheads="1"/>
          </p:cNvSpPr>
          <p:nvPr/>
        </p:nvSpPr>
        <p:spPr bwMode="auto">
          <a:xfrm>
            <a:off x="1194907" y="2430442"/>
            <a:ext cx="222824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0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6" name="Text Box 9"/>
          <p:cNvSpPr txBox="1">
            <a:spLocks noChangeArrowheads="1"/>
          </p:cNvSpPr>
          <p:nvPr/>
        </p:nvSpPr>
        <p:spPr bwMode="auto">
          <a:xfrm>
            <a:off x="1689248" y="2924944"/>
            <a:ext cx="1219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由于</a:t>
            </a:r>
            <a:endParaRPr kumimoji="0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7" name="Object 10"/>
          <p:cNvGraphicFramePr>
            <a:graphicFrameLocks noChangeAspect="1"/>
          </p:cNvGraphicFramePr>
          <p:nvPr/>
        </p:nvGraphicFramePr>
        <p:xfrm>
          <a:off x="2706737" y="2980631"/>
          <a:ext cx="4894262" cy="544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1145" name="Equation" r:id="rId1" imgW="49377600" imgH="5486400" progId="Equation.DSMT4">
                  <p:embed/>
                </p:oleObj>
              </mc:Choice>
              <mc:Fallback>
                <p:oleObj name="Equation" r:id="rId1" imgW="49377600" imgH="54864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6737" y="2980631"/>
                        <a:ext cx="4894262" cy="544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" name="Text Box 11"/>
          <p:cNvSpPr txBox="1">
            <a:spLocks noChangeArrowheads="1"/>
          </p:cNvSpPr>
          <p:nvPr/>
        </p:nvSpPr>
        <p:spPr bwMode="auto">
          <a:xfrm>
            <a:off x="1724173" y="3772669"/>
            <a:ext cx="1219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且</a:t>
            </a:r>
            <a:endParaRPr kumimoji="0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9" name="Text Box 12"/>
          <p:cNvSpPr txBox="1">
            <a:spLocks noChangeArrowheads="1"/>
          </p:cNvSpPr>
          <p:nvPr/>
        </p:nvSpPr>
        <p:spPr bwMode="auto">
          <a:xfrm>
            <a:off x="1679723" y="4899794"/>
            <a:ext cx="1219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所以</a:t>
            </a:r>
            <a:endParaRPr kumimoji="0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8" name="Object 13"/>
          <p:cNvGraphicFramePr>
            <a:graphicFrameLocks noChangeAspect="1"/>
          </p:cNvGraphicFramePr>
          <p:nvPr/>
        </p:nvGraphicFramePr>
        <p:xfrm>
          <a:off x="2608412" y="4755332"/>
          <a:ext cx="4416425" cy="928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1146" name="Equation" r:id="rId3" imgW="49377600" imgH="10363200" progId="Equation.DSMT4">
                  <p:embed/>
                </p:oleObj>
              </mc:Choice>
              <mc:Fallback>
                <p:oleObj name="Equation" r:id="rId3" imgW="49377600" imgH="10363200" progId="Equation.DSMT4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08412" y="4755332"/>
                        <a:ext cx="4416425" cy="928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" name="Text Box 14"/>
          <p:cNvSpPr txBox="1">
            <a:spLocks noChangeArrowheads="1"/>
          </p:cNvSpPr>
          <p:nvPr/>
        </p:nvSpPr>
        <p:spPr bwMode="auto">
          <a:xfrm>
            <a:off x="1725761" y="5814194"/>
            <a:ext cx="2032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可解得</a:t>
            </a:r>
            <a:endParaRPr kumimoji="0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0" name="Object 15"/>
          <p:cNvGraphicFramePr>
            <a:graphicFrameLocks noChangeAspect="1"/>
          </p:cNvGraphicFramePr>
          <p:nvPr/>
        </p:nvGraphicFramePr>
        <p:xfrm>
          <a:off x="3371998" y="5841182"/>
          <a:ext cx="1722438" cy="484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1147" name="Equation" r:id="rId5" imgW="17373600" imgH="4876800" progId="Equation.DSMT4">
                  <p:embed/>
                </p:oleObj>
              </mc:Choice>
              <mc:Fallback>
                <p:oleObj name="Equation" r:id="rId5" imgW="17373600" imgH="4876800" progId="Equation.DSMT4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71998" y="5841182"/>
                        <a:ext cx="1722438" cy="4841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696046" y="6366271"/>
            <a:ext cx="2032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32" name="Object 17"/>
          <p:cNvGraphicFramePr>
            <a:graphicFrameLocks noChangeAspect="1"/>
          </p:cNvGraphicFramePr>
          <p:nvPr/>
        </p:nvGraphicFramePr>
        <p:xfrm>
          <a:off x="3421658" y="6383734"/>
          <a:ext cx="1843088" cy="484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1148" name="Equation" r:id="rId7" imgW="18592800" imgH="4876800" progId="Equation.DSMT4">
                  <p:embed/>
                </p:oleObj>
              </mc:Choice>
              <mc:Fallback>
                <p:oleObj name="Equation" r:id="rId7" imgW="18592800" imgH="4876800" progId="Equation.DSMT4">
                  <p:embed/>
                  <p:pic>
                    <p:nvPicPr>
                      <p:cNvPr id="0" name="Object 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21658" y="6383734"/>
                        <a:ext cx="1843088" cy="4841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2244774" y="3564830"/>
            <a:ext cx="5113338" cy="1035050"/>
            <a:chOff x="1473200" y="3797300"/>
            <a:chExt cx="5113338" cy="1035050"/>
          </a:xfrm>
        </p:grpSpPr>
        <p:graphicFrame>
          <p:nvGraphicFramePr>
            <p:cNvPr id="15" name="Object 6"/>
            <p:cNvGraphicFramePr>
              <a:graphicFrameLocks noChangeAspect="1"/>
            </p:cNvGraphicFramePr>
            <p:nvPr/>
          </p:nvGraphicFramePr>
          <p:xfrm>
            <a:off x="1473200" y="3797300"/>
            <a:ext cx="5113338" cy="10350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1149" name="Equation" r:id="rId9" imgW="55778400" imgH="11582400" progId="Equation.DSMT4">
                    <p:embed/>
                  </p:oleObj>
                </mc:Choice>
                <mc:Fallback>
                  <p:oleObj name="Equation" r:id="rId9" imgW="55778400" imgH="11582400" progId="Equation.DSMT4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73200" y="3797300"/>
                          <a:ext cx="5113338" cy="103505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3" name="Text Box 19"/>
            <p:cNvSpPr txBox="1">
              <a:spLocks noChangeArrowheads="1"/>
            </p:cNvSpPr>
            <p:nvPr/>
          </p:nvSpPr>
          <p:spPr bwMode="auto">
            <a:xfrm>
              <a:off x="3966803" y="4001031"/>
              <a:ext cx="605197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或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3" name="Text Box 40"/>
          <p:cNvSpPr txBox="1">
            <a:spLocks noChangeArrowheads="1"/>
          </p:cNvSpPr>
          <p:nvPr/>
        </p:nvSpPr>
        <p:spPr bwMode="auto">
          <a:xfrm>
            <a:off x="551384" y="2410421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1" name="Rectangle 2"/>
          <p:cNvSpPr>
            <a:spLocks noChangeArrowheads="1"/>
          </p:cNvSpPr>
          <p:nvPr/>
        </p:nvSpPr>
        <p:spPr bwMode="auto">
          <a:xfrm>
            <a:off x="551384" y="851545"/>
            <a:ext cx="11017224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用二功率表法测量对称三相电路的功率，功率表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800W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在把电流线圈反接后读数为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400W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三相总功率？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功率因数？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6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6871" grpId="0"/>
      <p:bldP spid="16" grpId="0"/>
      <p:bldP spid="18" grpId="0"/>
      <p:bldP spid="19" grpId="0"/>
      <p:bldP spid="29" grpId="0"/>
      <p:bldP spid="31" grpId="0"/>
      <p:bldP spid="23" grpId="0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60" name="Rectangle 4"/>
          <p:cNvSpPr>
            <a:spLocks noChangeArrowheads="1"/>
          </p:cNvSpPr>
          <p:nvPr/>
        </p:nvSpPr>
        <p:spPr bwMode="auto">
          <a:xfrm>
            <a:off x="479376" y="836713"/>
            <a:ext cx="11089232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用二功率表法测量对称三相电路的功率，功率表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的读数和功率表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读数相同，则三相负载为</a:t>
            </a:r>
            <a:r>
              <a:rPr kumimoji="0" lang="zh-CN" alt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 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。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75848" name="Object 8"/>
          <p:cNvGraphicFramePr>
            <a:graphicFrameLocks noChangeAspect="1"/>
          </p:cNvGraphicFramePr>
          <p:nvPr/>
        </p:nvGraphicFramePr>
        <p:xfrm>
          <a:off x="2314079" y="5110806"/>
          <a:ext cx="3911600" cy="490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2228" name="Equation" r:id="rId1" imgW="42672000" imgH="5486400" progId="Equation.DSMT4">
                  <p:embed/>
                </p:oleObj>
              </mc:Choice>
              <mc:Fallback>
                <p:oleObj name="Equation" r:id="rId1" imgW="42672000" imgH="548640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14079" y="5110806"/>
                        <a:ext cx="3911600" cy="490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75851" name="Text Box 11"/>
          <p:cNvSpPr txBox="1">
            <a:spLocks noChangeArrowheads="1"/>
          </p:cNvSpPr>
          <p:nvPr/>
        </p:nvSpPr>
        <p:spPr bwMode="auto">
          <a:xfrm>
            <a:off x="1189980" y="3355449"/>
            <a:ext cx="1219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由于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75852" name="Object 12"/>
          <p:cNvGraphicFramePr>
            <a:graphicFrameLocks noChangeAspect="1"/>
          </p:cNvGraphicFramePr>
          <p:nvPr/>
        </p:nvGraphicFramePr>
        <p:xfrm>
          <a:off x="2207568" y="3410912"/>
          <a:ext cx="4894263" cy="544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2229" name="Equation" r:id="rId3" imgW="49377600" imgH="5486400" progId="Equation.DSMT4">
                  <p:embed/>
                </p:oleObj>
              </mc:Choice>
              <mc:Fallback>
                <p:oleObj name="Equation" r:id="rId3" imgW="49377600" imgH="54864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07568" y="3410912"/>
                        <a:ext cx="4894263" cy="544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75853" name="Text Box 13"/>
          <p:cNvSpPr txBox="1">
            <a:spLocks noChangeArrowheads="1"/>
          </p:cNvSpPr>
          <p:nvPr/>
        </p:nvSpPr>
        <p:spPr bwMode="auto">
          <a:xfrm>
            <a:off x="1108009" y="3972262"/>
            <a:ext cx="219508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且读数相等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75854" name="Text Box 14"/>
          <p:cNvSpPr txBox="1">
            <a:spLocks noChangeArrowheads="1"/>
          </p:cNvSpPr>
          <p:nvPr/>
        </p:nvSpPr>
        <p:spPr bwMode="auto">
          <a:xfrm>
            <a:off x="1156642" y="5822171"/>
            <a:ext cx="12192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所以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75855" name="Object 15"/>
          <p:cNvGraphicFramePr>
            <a:graphicFrameLocks noChangeAspect="1"/>
          </p:cNvGraphicFramePr>
          <p:nvPr/>
        </p:nvGraphicFramePr>
        <p:xfrm>
          <a:off x="7459612" y="5888847"/>
          <a:ext cx="1057275" cy="484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2230" name="Equation" r:id="rId5" imgW="10668000" imgH="4876800" progId="Equation.DSMT4">
                  <p:embed/>
                </p:oleObj>
              </mc:Choice>
              <mc:Fallback>
                <p:oleObj name="Equation" r:id="rId5" imgW="10668000" imgH="4876800" progId="Equation.DSMT4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59612" y="5888847"/>
                        <a:ext cx="1057275" cy="484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067" name="Rectangle 24"/>
          <p:cNvSpPr>
            <a:spLocks noChangeArrowheads="1"/>
          </p:cNvSpPr>
          <p:nvPr/>
        </p:nvSpPr>
        <p:spPr bwMode="auto">
          <a:xfrm>
            <a:off x="1770882" y="2085626"/>
            <a:ext cx="6989414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indent="269875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26987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对称感性负载             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B.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对称容性负载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26987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对称电阻性负载         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D.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无法确定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75866" name="Text Box 26"/>
          <p:cNvSpPr txBox="1">
            <a:spLocks noChangeArrowheads="1"/>
          </p:cNvSpPr>
          <p:nvPr/>
        </p:nvSpPr>
        <p:spPr bwMode="auto">
          <a:xfrm>
            <a:off x="8031112" y="1331196"/>
            <a:ext cx="9715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C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4" name="Text Box 40"/>
          <p:cNvSpPr txBox="1">
            <a:spLocks noChangeArrowheads="1"/>
          </p:cNvSpPr>
          <p:nvPr/>
        </p:nvSpPr>
        <p:spPr bwMode="auto">
          <a:xfrm>
            <a:off x="479376" y="3356868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5" name="Object 12"/>
          <p:cNvGraphicFramePr>
            <a:graphicFrameLocks noChangeAspect="1"/>
          </p:cNvGraphicFramePr>
          <p:nvPr/>
        </p:nvGraphicFramePr>
        <p:xfrm>
          <a:off x="1201585" y="4512320"/>
          <a:ext cx="2265363" cy="544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2231" name="Equation" r:id="rId7" imgW="22860000" imgH="5486400" progId="Equation.DSMT4">
                  <p:embed/>
                </p:oleObj>
              </mc:Choice>
              <mc:Fallback>
                <p:oleObj name="Equation" r:id="rId7" imgW="22860000" imgH="54864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1585" y="4512320"/>
                        <a:ext cx="2265363" cy="544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ext Box 11"/>
          <p:cNvSpPr txBox="1">
            <a:spLocks noChangeArrowheads="1"/>
          </p:cNvSpPr>
          <p:nvPr/>
        </p:nvSpPr>
        <p:spPr bwMode="auto">
          <a:xfrm>
            <a:off x="1156642" y="5056833"/>
            <a:ext cx="1219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由于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7" name="Object 12"/>
          <p:cNvGraphicFramePr>
            <a:graphicFrameLocks noChangeAspect="1"/>
          </p:cNvGraphicFramePr>
          <p:nvPr/>
        </p:nvGraphicFramePr>
        <p:xfrm>
          <a:off x="2125167" y="5796773"/>
          <a:ext cx="4289425" cy="5762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2232" name="Equation" r:id="rId9" imgW="43281600" imgH="5791200" progId="Equation.DSMT4">
                  <p:embed/>
                </p:oleObj>
              </mc:Choice>
              <mc:Fallback>
                <p:oleObj name="Equation" r:id="rId9" imgW="43281600" imgH="57912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5167" y="5796773"/>
                        <a:ext cx="4289425" cy="5762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" name="Object 12"/>
          <p:cNvGraphicFramePr>
            <a:graphicFrameLocks noChangeAspect="1"/>
          </p:cNvGraphicFramePr>
          <p:nvPr/>
        </p:nvGraphicFramePr>
        <p:xfrm>
          <a:off x="3075536" y="3977957"/>
          <a:ext cx="1117600" cy="544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2233" name="Equation" r:id="rId11" imgW="11277600" imgH="5486400" progId="Equation.DSMT4">
                  <p:embed/>
                </p:oleObj>
              </mc:Choice>
              <mc:Fallback>
                <p:oleObj name="Equation" r:id="rId11" imgW="11277600" imgH="5486400" progId="Equation.DSMT4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75536" y="3977957"/>
                        <a:ext cx="1117600" cy="544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75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75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75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75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675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675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675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851" grpId="0"/>
      <p:bldP spid="675853" grpId="0"/>
      <p:bldP spid="675854" grpId="0"/>
      <p:bldP spid="675866" grpId="0"/>
      <p:bldP spid="14" grpId="0"/>
      <p:bldP spid="16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6" name="Rectangle 4"/>
          <p:cNvSpPr>
            <a:spLocks noChangeArrowheads="1"/>
          </p:cNvSpPr>
          <p:nvPr/>
        </p:nvSpPr>
        <p:spPr bwMode="auto">
          <a:xfrm>
            <a:off x="479375" y="895360"/>
            <a:ext cx="7428135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对称三相电路，电源线电压</a:t>
            </a:r>
            <a:r>
              <a:rPr kumimoji="1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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已知其中一个功率表读数为零，求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另一个功率表的读数以及负载吸收的平均功率；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如何能将电路的功率因数提高到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0.9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？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95" name="Group 110"/>
          <p:cNvGrpSpPr/>
          <p:nvPr/>
        </p:nvGrpSpPr>
        <p:grpSpPr bwMode="auto">
          <a:xfrm>
            <a:off x="8452023" y="787213"/>
            <a:ext cx="3476625" cy="2357438"/>
            <a:chOff x="3313" y="826"/>
            <a:chExt cx="2190" cy="1485"/>
          </a:xfrm>
        </p:grpSpPr>
        <p:sp>
          <p:nvSpPr>
            <p:cNvPr id="96" name="Line 60"/>
            <p:cNvSpPr>
              <a:spLocks noChangeShapeType="1"/>
            </p:cNvSpPr>
            <p:nvPr/>
          </p:nvSpPr>
          <p:spPr bwMode="auto">
            <a:xfrm>
              <a:off x="4327" y="914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Line 63"/>
            <p:cNvSpPr>
              <a:spLocks noChangeShapeType="1"/>
            </p:cNvSpPr>
            <p:nvPr/>
          </p:nvSpPr>
          <p:spPr bwMode="auto">
            <a:xfrm>
              <a:off x="3655" y="1187"/>
              <a:ext cx="14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8" name="Line 64"/>
            <p:cNvSpPr>
              <a:spLocks noChangeShapeType="1"/>
            </p:cNvSpPr>
            <p:nvPr/>
          </p:nvSpPr>
          <p:spPr bwMode="auto">
            <a:xfrm>
              <a:off x="3637" y="1566"/>
              <a:ext cx="14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9" name="Line 65"/>
            <p:cNvSpPr>
              <a:spLocks noChangeShapeType="1"/>
            </p:cNvSpPr>
            <p:nvPr/>
          </p:nvSpPr>
          <p:spPr bwMode="auto">
            <a:xfrm>
              <a:off x="3664" y="1946"/>
              <a:ext cx="1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0" name="Oval 66"/>
            <p:cNvSpPr>
              <a:spLocks noChangeArrowheads="1"/>
            </p:cNvSpPr>
            <p:nvPr/>
          </p:nvSpPr>
          <p:spPr bwMode="auto">
            <a:xfrm>
              <a:off x="4167" y="102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1" name="Oval 67"/>
            <p:cNvSpPr>
              <a:spLocks noChangeArrowheads="1"/>
            </p:cNvSpPr>
            <p:nvPr/>
          </p:nvSpPr>
          <p:spPr bwMode="auto">
            <a:xfrm>
              <a:off x="4182" y="178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2" name="Text Box 68"/>
            <p:cNvSpPr txBox="1">
              <a:spLocks noChangeArrowheads="1"/>
            </p:cNvSpPr>
            <p:nvPr/>
          </p:nvSpPr>
          <p:spPr bwMode="auto">
            <a:xfrm>
              <a:off x="4158" y="1048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1</a:t>
              </a:r>
              <a:endParaRPr lang="en-US" altLang="zh-CN" sz="2000" baseline="-25000"/>
            </a:p>
          </p:txBody>
        </p:sp>
        <p:sp>
          <p:nvSpPr>
            <p:cNvPr id="103" name="Text Box 69"/>
            <p:cNvSpPr txBox="1">
              <a:spLocks noChangeArrowheads="1"/>
            </p:cNvSpPr>
            <p:nvPr/>
          </p:nvSpPr>
          <p:spPr bwMode="auto">
            <a:xfrm>
              <a:off x="4174" y="1800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2</a:t>
              </a:r>
              <a:endParaRPr lang="en-US" altLang="zh-CN" sz="2000" baseline="-25000"/>
            </a:p>
          </p:txBody>
        </p:sp>
        <p:sp>
          <p:nvSpPr>
            <p:cNvPr id="104" name="Line 70"/>
            <p:cNvSpPr>
              <a:spLocks noChangeShapeType="1"/>
            </p:cNvSpPr>
            <p:nvPr/>
          </p:nvSpPr>
          <p:spPr bwMode="auto">
            <a:xfrm flipV="1">
              <a:off x="4070" y="914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5" name="Line 71"/>
            <p:cNvSpPr>
              <a:spLocks noChangeShapeType="1"/>
            </p:cNvSpPr>
            <p:nvPr/>
          </p:nvSpPr>
          <p:spPr bwMode="auto">
            <a:xfrm>
              <a:off x="4070" y="923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Line 72"/>
            <p:cNvSpPr>
              <a:spLocks noChangeShapeType="1"/>
            </p:cNvSpPr>
            <p:nvPr/>
          </p:nvSpPr>
          <p:spPr bwMode="auto">
            <a:xfrm flipV="1">
              <a:off x="4086" y="1945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7" name="Line 73"/>
            <p:cNvSpPr>
              <a:spLocks noChangeShapeType="1"/>
            </p:cNvSpPr>
            <p:nvPr/>
          </p:nvSpPr>
          <p:spPr bwMode="auto">
            <a:xfrm>
              <a:off x="4077" y="2224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8" name="Text Box 74"/>
            <p:cNvSpPr txBox="1">
              <a:spLocks noChangeArrowheads="1"/>
            </p:cNvSpPr>
            <p:nvPr/>
          </p:nvSpPr>
          <p:spPr bwMode="auto">
            <a:xfrm>
              <a:off x="3820" y="1127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09" name="Text Box 75"/>
            <p:cNvSpPr txBox="1">
              <a:spLocks noChangeArrowheads="1"/>
            </p:cNvSpPr>
            <p:nvPr/>
          </p:nvSpPr>
          <p:spPr bwMode="auto">
            <a:xfrm>
              <a:off x="3819" y="1710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0" name="Text Box 76"/>
            <p:cNvSpPr txBox="1">
              <a:spLocks noChangeArrowheads="1"/>
            </p:cNvSpPr>
            <p:nvPr/>
          </p:nvSpPr>
          <p:spPr bwMode="auto">
            <a:xfrm>
              <a:off x="4291" y="82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sym typeface="Symbol" panose="05050102010706020507" pitchFamily="18" charset="2"/>
                </a:rPr>
                <a:t></a:t>
              </a:r>
              <a:endParaRPr lang="zh-CN" altLang="en-US" sz="2400" dirty="0">
                <a:sym typeface="Symbol" panose="05050102010706020507" pitchFamily="18" charset="2"/>
              </a:endParaRPr>
            </a:p>
          </p:txBody>
        </p:sp>
        <p:sp>
          <p:nvSpPr>
            <p:cNvPr id="111" name="Text Box 77"/>
            <p:cNvSpPr txBox="1">
              <a:spLocks noChangeArrowheads="1"/>
            </p:cNvSpPr>
            <p:nvPr/>
          </p:nvSpPr>
          <p:spPr bwMode="auto">
            <a:xfrm>
              <a:off x="4291" y="202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2" name="Oval 78"/>
            <p:cNvSpPr>
              <a:spLocks noChangeArrowheads="1"/>
            </p:cNvSpPr>
            <p:nvPr/>
          </p:nvSpPr>
          <p:spPr bwMode="auto">
            <a:xfrm>
              <a:off x="4052" y="191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3" name="Oval 79"/>
            <p:cNvSpPr>
              <a:spLocks noChangeArrowheads="1"/>
            </p:cNvSpPr>
            <p:nvPr/>
          </p:nvSpPr>
          <p:spPr bwMode="auto">
            <a:xfrm>
              <a:off x="4298" y="1531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4" name="Oval 80"/>
            <p:cNvSpPr>
              <a:spLocks noChangeArrowheads="1"/>
            </p:cNvSpPr>
            <p:nvPr/>
          </p:nvSpPr>
          <p:spPr bwMode="auto">
            <a:xfrm>
              <a:off x="4041" y="1158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" name="Oval 81"/>
            <p:cNvSpPr>
              <a:spLocks noChangeArrowheads="1"/>
            </p:cNvSpPr>
            <p:nvPr/>
          </p:nvSpPr>
          <p:spPr bwMode="auto">
            <a:xfrm>
              <a:off x="3602" y="1921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6" name="Oval 82"/>
            <p:cNvSpPr>
              <a:spLocks noChangeArrowheads="1"/>
            </p:cNvSpPr>
            <p:nvPr/>
          </p:nvSpPr>
          <p:spPr bwMode="auto">
            <a:xfrm>
              <a:off x="3602" y="153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" name="Oval 83"/>
            <p:cNvSpPr>
              <a:spLocks noChangeArrowheads="1"/>
            </p:cNvSpPr>
            <p:nvPr/>
          </p:nvSpPr>
          <p:spPr bwMode="auto">
            <a:xfrm>
              <a:off x="3602" y="1156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8" name="Text Box 84"/>
            <p:cNvSpPr txBox="1">
              <a:spLocks noChangeArrowheads="1"/>
            </p:cNvSpPr>
            <p:nvPr/>
          </p:nvSpPr>
          <p:spPr bwMode="auto">
            <a:xfrm>
              <a:off x="3313" y="1038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119" name="Text Box 85"/>
            <p:cNvSpPr txBox="1">
              <a:spLocks noChangeArrowheads="1"/>
            </p:cNvSpPr>
            <p:nvPr/>
          </p:nvSpPr>
          <p:spPr bwMode="auto">
            <a:xfrm>
              <a:off x="3313" y="1416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120" name="Text Box 86"/>
            <p:cNvSpPr txBox="1">
              <a:spLocks noChangeArrowheads="1"/>
            </p:cNvSpPr>
            <p:nvPr/>
          </p:nvSpPr>
          <p:spPr bwMode="auto">
            <a:xfrm>
              <a:off x="3313" y="179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  <p:grpSp>
          <p:nvGrpSpPr>
            <p:cNvPr id="121" name="Group 91"/>
            <p:cNvGrpSpPr/>
            <p:nvPr/>
          </p:nvGrpSpPr>
          <p:grpSpPr bwMode="auto">
            <a:xfrm>
              <a:off x="5078" y="1124"/>
              <a:ext cx="425" cy="73"/>
              <a:chOff x="5158" y="1203"/>
              <a:chExt cx="425" cy="73"/>
            </a:xfrm>
          </p:grpSpPr>
          <p:sp>
            <p:nvSpPr>
              <p:cNvPr id="138" name="Freeform 87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88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89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" name="Line 90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2" name="Group 92"/>
            <p:cNvGrpSpPr/>
            <p:nvPr/>
          </p:nvGrpSpPr>
          <p:grpSpPr bwMode="auto">
            <a:xfrm>
              <a:off x="5078" y="1494"/>
              <a:ext cx="425" cy="73"/>
              <a:chOff x="5158" y="1203"/>
              <a:chExt cx="425" cy="73"/>
            </a:xfrm>
          </p:grpSpPr>
          <p:sp>
            <p:nvSpPr>
              <p:cNvPr id="134" name="Freeform 93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94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95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7" name="Line 96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3" name="Group 97"/>
            <p:cNvGrpSpPr/>
            <p:nvPr/>
          </p:nvGrpSpPr>
          <p:grpSpPr bwMode="auto">
            <a:xfrm>
              <a:off x="5078" y="1873"/>
              <a:ext cx="425" cy="73"/>
              <a:chOff x="5158" y="1203"/>
              <a:chExt cx="425" cy="73"/>
            </a:xfrm>
          </p:grpSpPr>
          <p:sp>
            <p:nvSpPr>
              <p:cNvPr id="130" name="Freeform 98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99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100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" name="Line 101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4" name="Rectangle 102"/>
            <p:cNvSpPr>
              <a:spLocks noChangeArrowheads="1"/>
            </p:cNvSpPr>
            <p:nvPr/>
          </p:nvSpPr>
          <p:spPr bwMode="auto">
            <a:xfrm>
              <a:off x="4670" y="113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5" name="Rectangle 103"/>
            <p:cNvSpPr>
              <a:spLocks noChangeArrowheads="1"/>
            </p:cNvSpPr>
            <p:nvPr/>
          </p:nvSpPr>
          <p:spPr bwMode="auto">
            <a:xfrm>
              <a:off x="4670" y="1506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" name="Rectangle 104"/>
            <p:cNvSpPr>
              <a:spLocks noChangeArrowheads="1"/>
            </p:cNvSpPr>
            <p:nvPr/>
          </p:nvSpPr>
          <p:spPr bwMode="auto">
            <a:xfrm>
              <a:off x="4670" y="189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7" name="Line 105"/>
            <p:cNvSpPr>
              <a:spLocks noChangeShapeType="1"/>
            </p:cNvSpPr>
            <p:nvPr/>
          </p:nvSpPr>
          <p:spPr bwMode="auto">
            <a:xfrm>
              <a:off x="5494" y="1179"/>
              <a:ext cx="0" cy="7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" name="Text Box 107"/>
            <p:cNvSpPr txBox="1">
              <a:spLocks noChangeArrowheads="1"/>
            </p:cNvSpPr>
            <p:nvPr/>
          </p:nvSpPr>
          <p:spPr bwMode="auto">
            <a:xfrm>
              <a:off x="5013" y="857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 err="1"/>
                <a:t>j</a:t>
              </a:r>
              <a:r>
                <a:rPr lang="en-US" altLang="zh-CN" sz="2400" i="1" dirty="0" err="1">
                  <a:sym typeface="Symbol" panose="05050102010706020507" pitchFamily="18" charset="2"/>
                </a:rPr>
                <a:t>L</a:t>
              </a:r>
              <a:endParaRPr lang="en-US" altLang="zh-CN" sz="2400" i="1" dirty="0">
                <a:sym typeface="Symbol" panose="05050102010706020507" pitchFamily="18" charset="2"/>
              </a:endParaRPr>
            </a:p>
          </p:txBody>
        </p:sp>
        <p:sp>
          <p:nvSpPr>
            <p:cNvPr id="129" name="Text Box 109"/>
            <p:cNvSpPr txBox="1">
              <a:spLocks noChangeArrowheads="1"/>
            </p:cNvSpPr>
            <p:nvPr/>
          </p:nvSpPr>
          <p:spPr bwMode="auto">
            <a:xfrm>
              <a:off x="4568" y="871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i="1"/>
                <a:t>R</a:t>
              </a:r>
              <a:endParaRPr lang="en-US" altLang="zh-CN" sz="2400" i="1">
                <a:sym typeface="Symbol" panose="05050102010706020507" pitchFamily="18" charset="2"/>
              </a:endParaRPr>
            </a:p>
          </p:txBody>
        </p:sp>
      </p:grpSp>
      <p:grpSp>
        <p:nvGrpSpPr>
          <p:cNvPr id="142" name="Group 111"/>
          <p:cNvGrpSpPr/>
          <p:nvPr/>
        </p:nvGrpSpPr>
        <p:grpSpPr bwMode="auto">
          <a:xfrm>
            <a:off x="9771682" y="3866852"/>
            <a:ext cx="2012950" cy="1381125"/>
            <a:chOff x="477" y="1302"/>
            <a:chExt cx="1268" cy="870"/>
          </a:xfrm>
        </p:grpSpPr>
        <p:sp>
          <p:nvSpPr>
            <p:cNvPr id="143" name="Line 10"/>
            <p:cNvSpPr>
              <a:spLocks noChangeShapeType="1"/>
            </p:cNvSpPr>
            <p:nvPr/>
          </p:nvSpPr>
          <p:spPr bwMode="auto">
            <a:xfrm rot="21335850" flipV="1">
              <a:off x="477" y="1696"/>
              <a:ext cx="1216" cy="47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44" name="Object 11"/>
            <p:cNvGraphicFramePr>
              <a:graphicFrameLocks noChangeAspect="1"/>
            </p:cNvGraphicFramePr>
            <p:nvPr/>
          </p:nvGraphicFramePr>
          <p:xfrm>
            <a:off x="1363" y="1302"/>
            <a:ext cx="382" cy="31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3798" name="Equation" r:id="rId1" imgW="7010400" imgH="5791200" progId="Equation.DSMT4">
                    <p:embed/>
                  </p:oleObj>
                </mc:Choice>
                <mc:Fallback>
                  <p:oleObj name="Equation" r:id="rId1" imgW="7010400" imgH="5791200" progId="Equation.DSMT4">
                    <p:embed/>
                    <p:pic>
                      <p:nvPicPr>
                        <p:cNvPr id="0" name="Object 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63" y="1302"/>
                          <a:ext cx="382" cy="31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45" name="Object 14"/>
          <p:cNvGraphicFramePr>
            <a:graphicFrameLocks noChangeAspect="1"/>
          </p:cNvGraphicFramePr>
          <p:nvPr/>
        </p:nvGraphicFramePr>
        <p:xfrm>
          <a:off x="10097120" y="5517852"/>
          <a:ext cx="554037" cy="368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799" name="Equation" r:id="rId3" imgW="6400800" imgH="4267200" progId="Equation.DSMT4">
                  <p:embed/>
                </p:oleObj>
              </mc:Choice>
              <mc:Fallback>
                <p:oleObj name="Equation" r:id="rId3" imgW="6400800" imgH="4267200" progId="Equation.DSMT4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097120" y="5517852"/>
                        <a:ext cx="554037" cy="368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6" name="Group 18"/>
          <p:cNvGrpSpPr/>
          <p:nvPr/>
        </p:nvGrpSpPr>
        <p:grpSpPr bwMode="auto">
          <a:xfrm>
            <a:off x="9801845" y="5317827"/>
            <a:ext cx="914400" cy="1279525"/>
            <a:chOff x="1198" y="1883"/>
            <a:chExt cx="576" cy="806"/>
          </a:xfrm>
        </p:grpSpPr>
        <p:sp>
          <p:nvSpPr>
            <p:cNvPr id="147" name="Line 13"/>
            <p:cNvSpPr>
              <a:spLocks noChangeShapeType="1"/>
            </p:cNvSpPr>
            <p:nvPr/>
          </p:nvSpPr>
          <p:spPr bwMode="auto">
            <a:xfrm>
              <a:off x="1198" y="1883"/>
              <a:ext cx="320" cy="64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48" name="Object 15"/>
            <p:cNvGraphicFramePr>
              <a:graphicFrameLocks noChangeAspect="1"/>
            </p:cNvGraphicFramePr>
            <p:nvPr/>
          </p:nvGraphicFramePr>
          <p:xfrm>
            <a:off x="1530" y="2379"/>
            <a:ext cx="244" cy="3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3800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30" y="2379"/>
                          <a:ext cx="244" cy="3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9" name="Freeform 19"/>
          <p:cNvSpPr/>
          <p:nvPr/>
        </p:nvSpPr>
        <p:spPr bwMode="auto">
          <a:xfrm>
            <a:off x="9932020" y="5362277"/>
            <a:ext cx="166687" cy="188913"/>
          </a:xfrm>
          <a:custGeom>
            <a:avLst/>
            <a:gdLst>
              <a:gd name="T0" fmla="*/ 159023 w 87"/>
              <a:gd name="T1" fmla="*/ 0 h 119"/>
              <a:gd name="T2" fmla="*/ 139864 w 87"/>
              <a:gd name="T3" fmla="*/ 115888 h 119"/>
              <a:gd name="T4" fmla="*/ 0 w 87"/>
              <a:gd name="T5" fmla="*/ 188913 h 1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7" h="119">
                <a:moveTo>
                  <a:pt x="83" y="0"/>
                </a:moveTo>
                <a:cubicBezTo>
                  <a:pt x="85" y="26"/>
                  <a:pt x="87" y="53"/>
                  <a:pt x="73" y="73"/>
                </a:cubicBezTo>
                <a:cubicBezTo>
                  <a:pt x="59" y="93"/>
                  <a:pt x="29" y="106"/>
                  <a:pt x="0" y="119"/>
                </a:cubicBezTo>
              </a:path>
            </a:pathLst>
          </a:custGeom>
          <a:noFill/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zh-CN" altLang="en-US"/>
          </a:p>
        </p:txBody>
      </p:sp>
      <p:graphicFrame>
        <p:nvGraphicFramePr>
          <p:cNvPr id="150" name="Object 20"/>
          <p:cNvGraphicFramePr>
            <a:graphicFrameLocks noChangeAspect="1"/>
          </p:cNvGraphicFramePr>
          <p:nvPr/>
        </p:nvGraphicFramePr>
        <p:xfrm>
          <a:off x="1370762" y="4101695"/>
          <a:ext cx="4117975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1" name="Equation" r:id="rId7" imgW="42367200" imgH="5486400" progId="Equation.DSMT4">
                  <p:embed/>
                </p:oleObj>
              </mc:Choice>
              <mc:Fallback>
                <p:oleObj name="Equation" r:id="rId7" imgW="42367200" imgH="5486400" progId="Equation.DSMT4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0762" y="4101695"/>
                        <a:ext cx="4117975" cy="533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1" name="Object 22"/>
          <p:cNvGraphicFramePr>
            <a:graphicFrameLocks noChangeAspect="1"/>
          </p:cNvGraphicFramePr>
          <p:nvPr/>
        </p:nvGraphicFramePr>
        <p:xfrm>
          <a:off x="1655822" y="4699213"/>
          <a:ext cx="1527175" cy="577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2" name="Equation" r:id="rId9" imgW="15544800" imgH="5791200" progId="Equation.DSMT4">
                  <p:embed/>
                </p:oleObj>
              </mc:Choice>
              <mc:Fallback>
                <p:oleObj name="Equation" r:id="rId9" imgW="15544800" imgH="57912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5822" y="4699213"/>
                        <a:ext cx="1527175" cy="577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2" name="Object 24"/>
          <p:cNvGraphicFramePr>
            <a:graphicFrameLocks noChangeAspect="1"/>
          </p:cNvGraphicFramePr>
          <p:nvPr/>
        </p:nvGraphicFramePr>
        <p:xfrm>
          <a:off x="3542462" y="4573007"/>
          <a:ext cx="1952625" cy="896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3" name="Equation" r:id="rId11" imgW="23774400" imgH="10972800" progId="Equation.DSMT4">
                  <p:embed/>
                </p:oleObj>
              </mc:Choice>
              <mc:Fallback>
                <p:oleObj name="Equation" r:id="rId11" imgW="23774400" imgH="10972800" progId="Equation.DSMT4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42462" y="4573007"/>
                        <a:ext cx="1952625" cy="896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" name="Object 26"/>
          <p:cNvGraphicFramePr>
            <a:graphicFrameLocks noChangeAspect="1"/>
          </p:cNvGraphicFramePr>
          <p:nvPr/>
        </p:nvGraphicFramePr>
        <p:xfrm>
          <a:off x="1701909" y="3539346"/>
          <a:ext cx="2924175" cy="600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4" name="Equation" r:id="rId13" imgW="31699200" imgH="6400800" progId="Equation.DSMT4">
                  <p:embed/>
                </p:oleObj>
              </mc:Choice>
              <mc:Fallback>
                <p:oleObj name="Equation" r:id="rId13" imgW="31699200" imgH="64008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1909" y="3539346"/>
                        <a:ext cx="2924175" cy="600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4" name="Object 27"/>
          <p:cNvGraphicFramePr>
            <a:graphicFrameLocks noChangeAspect="1"/>
          </p:cNvGraphicFramePr>
          <p:nvPr/>
        </p:nvGraphicFramePr>
        <p:xfrm>
          <a:off x="1561082" y="5343738"/>
          <a:ext cx="4606926" cy="590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5" name="Equation" r:id="rId15" imgW="49682400" imgH="6400800" progId="Equation.DSMT4">
                  <p:embed/>
                </p:oleObj>
              </mc:Choice>
              <mc:Fallback>
                <p:oleObj name="Equation" r:id="rId15" imgW="49682400" imgH="64008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61082" y="5343738"/>
                        <a:ext cx="4606926" cy="590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55" name="Group 39"/>
          <p:cNvGrpSpPr/>
          <p:nvPr/>
        </p:nvGrpSpPr>
        <p:grpSpPr bwMode="auto">
          <a:xfrm>
            <a:off x="9808194" y="3306465"/>
            <a:ext cx="771524" cy="1974850"/>
            <a:chOff x="932" y="949"/>
            <a:chExt cx="486" cy="1244"/>
          </a:xfrm>
        </p:grpSpPr>
        <p:sp>
          <p:nvSpPr>
            <p:cNvPr id="156" name="Line 32"/>
            <p:cNvSpPr>
              <a:spLocks noChangeShapeType="1"/>
            </p:cNvSpPr>
            <p:nvPr/>
          </p:nvSpPr>
          <p:spPr bwMode="auto">
            <a:xfrm flipV="1">
              <a:off x="932" y="978"/>
              <a:ext cx="9" cy="121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57" name="Object 33"/>
            <p:cNvGraphicFramePr>
              <a:graphicFrameLocks noChangeAspect="1"/>
            </p:cNvGraphicFramePr>
            <p:nvPr/>
          </p:nvGraphicFramePr>
          <p:xfrm>
            <a:off x="968" y="949"/>
            <a:ext cx="450" cy="35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3806" name="Equation" r:id="rId17" imgW="7315200" imgH="5791200" progId="Equation.DSMT4">
                    <p:embed/>
                  </p:oleObj>
                </mc:Choice>
                <mc:Fallback>
                  <p:oleObj name="Equation" r:id="rId17" imgW="7315200" imgH="5791200" progId="Equation.DSMT4">
                    <p:embed/>
                    <p:pic>
                      <p:nvPicPr>
                        <p:cNvPr id="0" name="Object 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68" y="949"/>
                          <a:ext cx="450" cy="35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8" name="Group 42"/>
          <p:cNvGrpSpPr/>
          <p:nvPr/>
        </p:nvGrpSpPr>
        <p:grpSpPr bwMode="auto">
          <a:xfrm>
            <a:off x="9822483" y="4016077"/>
            <a:ext cx="1003301" cy="1311275"/>
            <a:chOff x="923" y="1396"/>
            <a:chExt cx="632" cy="826"/>
          </a:xfrm>
        </p:grpSpPr>
        <p:sp>
          <p:nvSpPr>
            <p:cNvPr id="159" name="Line 37"/>
            <p:cNvSpPr>
              <a:spLocks noChangeShapeType="1"/>
            </p:cNvSpPr>
            <p:nvPr/>
          </p:nvSpPr>
          <p:spPr bwMode="auto">
            <a:xfrm flipV="1">
              <a:off x="923" y="1609"/>
              <a:ext cx="302" cy="6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60" name="Object 41"/>
            <p:cNvGraphicFramePr>
              <a:graphicFrameLocks noChangeAspect="1"/>
            </p:cNvGraphicFramePr>
            <p:nvPr/>
          </p:nvGraphicFramePr>
          <p:xfrm>
            <a:off x="1232" y="1396"/>
            <a:ext cx="323" cy="36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3807" name="Equation" r:id="rId19" imgW="5181600" imgH="5791200" progId="Equation.DSMT4">
                    <p:embed/>
                  </p:oleObj>
                </mc:Choice>
                <mc:Fallback>
                  <p:oleObj name="Equation" r:id="rId19" imgW="51816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32" y="1396"/>
                          <a:ext cx="323" cy="36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61" name="Object 44"/>
          <p:cNvGraphicFramePr>
            <a:graphicFrameLocks noChangeAspect="1"/>
          </p:cNvGraphicFramePr>
          <p:nvPr/>
        </p:nvGraphicFramePr>
        <p:xfrm>
          <a:off x="1925885" y="6053286"/>
          <a:ext cx="4156075" cy="400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8" name="Equation" r:id="rId21" imgW="44196000" imgH="4267200" progId="Equation.DSMT4">
                  <p:embed/>
                </p:oleObj>
              </mc:Choice>
              <mc:Fallback>
                <p:oleObj name="Equation" r:id="rId21" imgW="44196000" imgH="4267200" progId="Equation.DSMT4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25885" y="6053286"/>
                        <a:ext cx="4156075" cy="400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2" name="Group 54"/>
          <p:cNvGrpSpPr/>
          <p:nvPr/>
        </p:nvGrpSpPr>
        <p:grpSpPr bwMode="auto">
          <a:xfrm>
            <a:off x="7016680" y="4350154"/>
            <a:ext cx="1703385" cy="1965325"/>
            <a:chOff x="2387" y="1006"/>
            <a:chExt cx="1073" cy="1238"/>
          </a:xfrm>
        </p:grpSpPr>
        <p:grpSp>
          <p:nvGrpSpPr>
            <p:cNvPr id="163" name="Group 48"/>
            <p:cNvGrpSpPr/>
            <p:nvPr/>
          </p:nvGrpSpPr>
          <p:grpSpPr bwMode="auto">
            <a:xfrm>
              <a:off x="2414" y="1006"/>
              <a:ext cx="640" cy="969"/>
              <a:chOff x="2414" y="1006"/>
              <a:chExt cx="640" cy="969"/>
            </a:xfrm>
          </p:grpSpPr>
          <p:sp>
            <p:nvSpPr>
              <p:cNvPr id="169" name="Line 45"/>
              <p:cNvSpPr>
                <a:spLocks noChangeShapeType="1"/>
              </p:cNvSpPr>
              <p:nvPr/>
            </p:nvSpPr>
            <p:spPr bwMode="auto">
              <a:xfrm>
                <a:off x="2414" y="1975"/>
                <a:ext cx="6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70" name="Line 46"/>
              <p:cNvSpPr>
                <a:spLocks noChangeShapeType="1"/>
              </p:cNvSpPr>
              <p:nvPr/>
            </p:nvSpPr>
            <p:spPr bwMode="auto">
              <a:xfrm flipV="1">
                <a:off x="3054" y="1006"/>
                <a:ext cx="0" cy="96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71" name="Line 47"/>
              <p:cNvSpPr>
                <a:spLocks noChangeShapeType="1"/>
              </p:cNvSpPr>
              <p:nvPr/>
            </p:nvSpPr>
            <p:spPr bwMode="auto">
              <a:xfrm flipH="1">
                <a:off x="2423" y="1006"/>
                <a:ext cx="631" cy="96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64" name="Text Box 49"/>
            <p:cNvSpPr txBox="1">
              <a:spLocks noChangeArrowheads="1"/>
            </p:cNvSpPr>
            <p:nvPr/>
          </p:nvSpPr>
          <p:spPr bwMode="auto">
            <a:xfrm>
              <a:off x="2560" y="1956"/>
              <a:ext cx="32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i="1"/>
                <a:t>R</a:t>
              </a:r>
              <a:endParaRPr lang="en-US" altLang="zh-CN" sz="2400" i="1"/>
            </a:p>
          </p:txBody>
        </p:sp>
        <p:sp>
          <p:nvSpPr>
            <p:cNvPr id="165" name="Text Box 50"/>
            <p:cNvSpPr txBox="1">
              <a:spLocks noChangeArrowheads="1"/>
            </p:cNvSpPr>
            <p:nvPr/>
          </p:nvSpPr>
          <p:spPr bwMode="auto">
            <a:xfrm>
              <a:off x="3003" y="1273"/>
              <a:ext cx="45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i="1" dirty="0">
                  <a:sym typeface="Symbol" panose="05050102010706020507" pitchFamily="18" charset="2"/>
                </a:rPr>
                <a:t>L</a:t>
              </a:r>
              <a:endParaRPr lang="en-US" altLang="zh-CN" sz="2400" i="1" dirty="0">
                <a:sym typeface="Symbol" panose="05050102010706020507" pitchFamily="18" charset="2"/>
              </a:endParaRPr>
            </a:p>
          </p:txBody>
        </p:sp>
        <p:sp>
          <p:nvSpPr>
            <p:cNvPr id="166" name="Text Box 51"/>
            <p:cNvSpPr txBox="1">
              <a:spLocks noChangeArrowheads="1"/>
            </p:cNvSpPr>
            <p:nvPr/>
          </p:nvSpPr>
          <p:spPr bwMode="auto">
            <a:xfrm>
              <a:off x="2387" y="1207"/>
              <a:ext cx="43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|Z|</a:t>
              </a:r>
              <a:endParaRPr lang="en-US" altLang="zh-CN" sz="2400" dirty="0"/>
            </a:p>
          </p:txBody>
        </p:sp>
        <p:sp>
          <p:nvSpPr>
            <p:cNvPr id="167" name="Freeform 52"/>
            <p:cNvSpPr/>
            <p:nvPr/>
          </p:nvSpPr>
          <p:spPr bwMode="auto">
            <a:xfrm>
              <a:off x="2514" y="1838"/>
              <a:ext cx="97" cy="137"/>
            </a:xfrm>
            <a:custGeom>
              <a:avLst/>
              <a:gdLst>
                <a:gd name="T0" fmla="*/ 83 w 97"/>
                <a:gd name="T1" fmla="*/ 137 h 137"/>
                <a:gd name="T2" fmla="*/ 83 w 97"/>
                <a:gd name="T3" fmla="*/ 27 h 137"/>
                <a:gd name="T4" fmla="*/ 0 w 97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37">
                  <a:moveTo>
                    <a:pt x="83" y="137"/>
                  </a:moveTo>
                  <a:cubicBezTo>
                    <a:pt x="90" y="93"/>
                    <a:pt x="97" y="50"/>
                    <a:pt x="83" y="27"/>
                  </a:cubicBezTo>
                  <a:cubicBezTo>
                    <a:pt x="69" y="4"/>
                    <a:pt x="14" y="4"/>
                    <a:pt x="0" y="0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68" name="Text Box 53"/>
            <p:cNvSpPr txBox="1">
              <a:spLocks noChangeArrowheads="1"/>
            </p:cNvSpPr>
            <p:nvPr/>
          </p:nvSpPr>
          <p:spPr bwMode="auto">
            <a:xfrm>
              <a:off x="2561" y="1685"/>
              <a:ext cx="46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60</a:t>
              </a:r>
              <a:r>
                <a:rPr lang="en-US" altLang="zh-CN" sz="2000" dirty="0">
                  <a:sym typeface="Symbol" panose="05050102010706020507" pitchFamily="18" charset="2"/>
                </a:rPr>
                <a:t></a:t>
              </a:r>
              <a:endParaRPr lang="en-US" altLang="zh-CN" sz="2000" dirty="0"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172" name="Object 56"/>
          <p:cNvGraphicFramePr>
            <a:graphicFrameLocks noGrp="1" noChangeAspect="1"/>
          </p:cNvGraphicFramePr>
          <p:nvPr>
            <p:ph/>
          </p:nvPr>
        </p:nvGraphicFramePr>
        <p:xfrm>
          <a:off x="9803785" y="4184352"/>
          <a:ext cx="550863" cy="366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3809" name="Equation" r:id="rId23" imgW="6400800" imgH="4267200" progId="Equation.DSMT4">
                  <p:embed/>
                </p:oleObj>
              </mc:Choice>
              <mc:Fallback>
                <p:oleObj name="Equation" r:id="rId23" imgW="6400800" imgH="426720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03785" y="4184352"/>
                        <a:ext cx="550863" cy="366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3" name="Text Box 40"/>
          <p:cNvSpPr txBox="1">
            <a:spLocks noChangeArrowheads="1"/>
          </p:cNvSpPr>
          <p:nvPr/>
        </p:nvSpPr>
        <p:spPr bwMode="auto">
          <a:xfrm>
            <a:off x="424817" y="3562376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74" name="组合 173"/>
          <p:cNvGrpSpPr/>
          <p:nvPr/>
        </p:nvGrpSpPr>
        <p:grpSpPr>
          <a:xfrm>
            <a:off x="8864427" y="3904952"/>
            <a:ext cx="2596355" cy="2633663"/>
            <a:chOff x="6049713" y="3738562"/>
            <a:chExt cx="2596355" cy="2633663"/>
          </a:xfrm>
        </p:grpSpPr>
        <p:grpSp>
          <p:nvGrpSpPr>
            <p:cNvPr id="175" name="Group 16"/>
            <p:cNvGrpSpPr/>
            <p:nvPr/>
          </p:nvGrpSpPr>
          <p:grpSpPr bwMode="auto">
            <a:xfrm>
              <a:off x="6434681" y="4237037"/>
              <a:ext cx="2211387" cy="1800225"/>
              <a:chOff x="850" y="1307"/>
              <a:chExt cx="1393" cy="1134"/>
            </a:xfrm>
          </p:grpSpPr>
          <p:sp>
            <p:nvSpPr>
              <p:cNvPr id="178" name="Line 7"/>
              <p:cNvSpPr>
                <a:spLocks noChangeShapeType="1"/>
              </p:cNvSpPr>
              <p:nvPr/>
            </p:nvSpPr>
            <p:spPr bwMode="auto">
              <a:xfrm>
                <a:off x="1189" y="1902"/>
                <a:ext cx="71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79" name="Line 8"/>
              <p:cNvSpPr>
                <a:spLocks noChangeShapeType="1"/>
              </p:cNvSpPr>
              <p:nvPr/>
            </p:nvSpPr>
            <p:spPr bwMode="auto">
              <a:xfrm flipH="1">
                <a:off x="850" y="1902"/>
                <a:ext cx="348" cy="5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80" name="Line 9"/>
              <p:cNvSpPr>
                <a:spLocks noChangeShapeType="1"/>
              </p:cNvSpPr>
              <p:nvPr/>
            </p:nvSpPr>
            <p:spPr bwMode="auto">
              <a:xfrm flipH="1" flipV="1">
                <a:off x="896" y="1307"/>
                <a:ext cx="311" cy="59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graphicFrame>
            <p:nvGraphicFramePr>
              <p:cNvPr id="181" name="Object 12"/>
              <p:cNvGraphicFramePr>
                <a:graphicFrameLocks noChangeAspect="1"/>
              </p:cNvGraphicFramePr>
              <p:nvPr/>
            </p:nvGraphicFramePr>
            <p:xfrm>
              <a:off x="1950" y="1744"/>
              <a:ext cx="293" cy="31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73810" name="Equation" r:id="rId25" imgW="5486400" imgH="5791200" progId="Equation.DSMT4">
                      <p:embed/>
                    </p:oleObj>
                  </mc:Choice>
                  <mc:Fallback>
                    <p:oleObj name="Equation" r:id="rId25" imgW="5486400" imgH="5791200" progId="Equation.DSMT4">
                      <p:embed/>
                      <p:pic>
                        <p:nvPicPr>
                          <p:cNvPr id="0" name="Object 1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950" y="1744"/>
                            <a:ext cx="293" cy="310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aphicFrame>
          <p:nvGraphicFramePr>
            <p:cNvPr id="176" name="Object 12"/>
            <p:cNvGraphicFramePr>
              <a:graphicFrameLocks noChangeAspect="1"/>
            </p:cNvGraphicFramePr>
            <p:nvPr/>
          </p:nvGraphicFramePr>
          <p:xfrm>
            <a:off x="6049713" y="5880100"/>
            <a:ext cx="465137" cy="492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3811" name="Equation" r:id="rId27" imgW="5486400" imgH="5791200" progId="Equation.DSMT4">
                    <p:embed/>
                  </p:oleObj>
                </mc:Choice>
                <mc:Fallback>
                  <p:oleObj name="Equation" r:id="rId27" imgW="5486400" imgH="5791200" progId="Equation.DSMT4">
                    <p:embed/>
                    <p:pic>
                      <p:nvPicPr>
                        <p:cNvPr id="0" name="Object 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049713" y="5880100"/>
                          <a:ext cx="465137" cy="492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7" name="Object 12"/>
            <p:cNvGraphicFramePr>
              <a:graphicFrameLocks noChangeAspect="1"/>
            </p:cNvGraphicFramePr>
            <p:nvPr/>
          </p:nvGraphicFramePr>
          <p:xfrm>
            <a:off x="6367666" y="3738562"/>
            <a:ext cx="492125" cy="492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3812" name="Equation" r:id="rId29" imgW="5791200" imgH="5791200" progId="Equation.DSMT4">
                    <p:embed/>
                  </p:oleObj>
                </mc:Choice>
                <mc:Fallback>
                  <p:oleObj name="Equation" r:id="rId29" imgW="5791200" imgH="5791200" progId="Equation.DSMT4">
                    <p:embed/>
                    <p:pic>
                      <p:nvPicPr>
                        <p:cNvPr id="0" name="Object 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367666" y="3738562"/>
                          <a:ext cx="492125" cy="492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82" name="Text Box 40"/>
          <p:cNvSpPr txBox="1">
            <a:spLocks noChangeArrowheads="1"/>
          </p:cNvSpPr>
          <p:nvPr/>
        </p:nvSpPr>
        <p:spPr bwMode="auto">
          <a:xfrm>
            <a:off x="1060188" y="3562375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en-US" altLang="zh-CN" dirty="0"/>
              <a:t>(1)</a:t>
            </a:r>
            <a:endParaRPr lang="zh-CN" altLang="en-US" dirty="0"/>
          </a:p>
        </p:txBody>
      </p:sp>
      <p:sp>
        <p:nvSpPr>
          <p:cNvPr id="183" name="Freeform 19"/>
          <p:cNvSpPr/>
          <p:nvPr/>
        </p:nvSpPr>
        <p:spPr bwMode="auto">
          <a:xfrm rot="16200000">
            <a:off x="9859243" y="4755651"/>
            <a:ext cx="142746" cy="203567"/>
          </a:xfrm>
          <a:custGeom>
            <a:avLst/>
            <a:gdLst>
              <a:gd name="T0" fmla="*/ 159023 w 87"/>
              <a:gd name="T1" fmla="*/ 0 h 119"/>
              <a:gd name="T2" fmla="*/ 139864 w 87"/>
              <a:gd name="T3" fmla="*/ 115888 h 119"/>
              <a:gd name="T4" fmla="*/ 0 w 87"/>
              <a:gd name="T5" fmla="*/ 188913 h 1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7" h="119">
                <a:moveTo>
                  <a:pt x="83" y="0"/>
                </a:moveTo>
                <a:cubicBezTo>
                  <a:pt x="85" y="26"/>
                  <a:pt x="87" y="53"/>
                  <a:pt x="73" y="73"/>
                </a:cubicBezTo>
                <a:cubicBezTo>
                  <a:pt x="59" y="93"/>
                  <a:pt x="29" y="106"/>
                  <a:pt x="0" y="119"/>
                </a:cubicBezTo>
              </a:path>
            </a:pathLst>
          </a:custGeom>
          <a:noFill/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" grpId="0"/>
      <p:bldP spid="182" grpId="0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6" name="Rectangle 4"/>
          <p:cNvSpPr>
            <a:spLocks noChangeArrowheads="1"/>
          </p:cNvSpPr>
          <p:nvPr/>
        </p:nvSpPr>
        <p:spPr bwMode="auto">
          <a:xfrm>
            <a:off x="479375" y="895360"/>
            <a:ext cx="7428135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对称三相电路，电源线电压</a:t>
            </a:r>
            <a:r>
              <a:rPr kumimoji="1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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已知其中一个功率表读数为零，求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另一个功率表的读数以及负载吸收的平均功率；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如何能将电路的功率因数提高到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0.9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？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95" name="Group 110"/>
          <p:cNvGrpSpPr/>
          <p:nvPr/>
        </p:nvGrpSpPr>
        <p:grpSpPr bwMode="auto">
          <a:xfrm>
            <a:off x="8452023" y="787213"/>
            <a:ext cx="3476625" cy="2357438"/>
            <a:chOff x="3313" y="826"/>
            <a:chExt cx="2190" cy="1485"/>
          </a:xfrm>
        </p:grpSpPr>
        <p:sp>
          <p:nvSpPr>
            <p:cNvPr id="96" name="Line 60"/>
            <p:cNvSpPr>
              <a:spLocks noChangeShapeType="1"/>
            </p:cNvSpPr>
            <p:nvPr/>
          </p:nvSpPr>
          <p:spPr bwMode="auto">
            <a:xfrm>
              <a:off x="4327" y="914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Line 63"/>
            <p:cNvSpPr>
              <a:spLocks noChangeShapeType="1"/>
            </p:cNvSpPr>
            <p:nvPr/>
          </p:nvSpPr>
          <p:spPr bwMode="auto">
            <a:xfrm>
              <a:off x="3655" y="1187"/>
              <a:ext cx="14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8" name="Line 64"/>
            <p:cNvSpPr>
              <a:spLocks noChangeShapeType="1"/>
            </p:cNvSpPr>
            <p:nvPr/>
          </p:nvSpPr>
          <p:spPr bwMode="auto">
            <a:xfrm>
              <a:off x="3637" y="1566"/>
              <a:ext cx="14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9" name="Line 65"/>
            <p:cNvSpPr>
              <a:spLocks noChangeShapeType="1"/>
            </p:cNvSpPr>
            <p:nvPr/>
          </p:nvSpPr>
          <p:spPr bwMode="auto">
            <a:xfrm>
              <a:off x="3664" y="1946"/>
              <a:ext cx="1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0" name="Oval 66"/>
            <p:cNvSpPr>
              <a:spLocks noChangeArrowheads="1"/>
            </p:cNvSpPr>
            <p:nvPr/>
          </p:nvSpPr>
          <p:spPr bwMode="auto">
            <a:xfrm>
              <a:off x="4167" y="102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1" name="Oval 67"/>
            <p:cNvSpPr>
              <a:spLocks noChangeArrowheads="1"/>
            </p:cNvSpPr>
            <p:nvPr/>
          </p:nvSpPr>
          <p:spPr bwMode="auto">
            <a:xfrm>
              <a:off x="4182" y="178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2" name="Text Box 68"/>
            <p:cNvSpPr txBox="1">
              <a:spLocks noChangeArrowheads="1"/>
            </p:cNvSpPr>
            <p:nvPr/>
          </p:nvSpPr>
          <p:spPr bwMode="auto">
            <a:xfrm>
              <a:off x="4158" y="1048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1</a:t>
              </a:r>
              <a:endParaRPr lang="en-US" altLang="zh-CN" sz="2000" baseline="-25000"/>
            </a:p>
          </p:txBody>
        </p:sp>
        <p:sp>
          <p:nvSpPr>
            <p:cNvPr id="103" name="Text Box 69"/>
            <p:cNvSpPr txBox="1">
              <a:spLocks noChangeArrowheads="1"/>
            </p:cNvSpPr>
            <p:nvPr/>
          </p:nvSpPr>
          <p:spPr bwMode="auto">
            <a:xfrm>
              <a:off x="4174" y="1800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2</a:t>
              </a:r>
              <a:endParaRPr lang="en-US" altLang="zh-CN" sz="2000" baseline="-25000"/>
            </a:p>
          </p:txBody>
        </p:sp>
        <p:sp>
          <p:nvSpPr>
            <p:cNvPr id="104" name="Line 70"/>
            <p:cNvSpPr>
              <a:spLocks noChangeShapeType="1"/>
            </p:cNvSpPr>
            <p:nvPr/>
          </p:nvSpPr>
          <p:spPr bwMode="auto">
            <a:xfrm flipV="1">
              <a:off x="4070" y="914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5" name="Line 71"/>
            <p:cNvSpPr>
              <a:spLocks noChangeShapeType="1"/>
            </p:cNvSpPr>
            <p:nvPr/>
          </p:nvSpPr>
          <p:spPr bwMode="auto">
            <a:xfrm>
              <a:off x="4070" y="923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Line 72"/>
            <p:cNvSpPr>
              <a:spLocks noChangeShapeType="1"/>
            </p:cNvSpPr>
            <p:nvPr/>
          </p:nvSpPr>
          <p:spPr bwMode="auto">
            <a:xfrm flipV="1">
              <a:off x="4086" y="1945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7" name="Line 73"/>
            <p:cNvSpPr>
              <a:spLocks noChangeShapeType="1"/>
            </p:cNvSpPr>
            <p:nvPr/>
          </p:nvSpPr>
          <p:spPr bwMode="auto">
            <a:xfrm>
              <a:off x="4077" y="2224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8" name="Text Box 74"/>
            <p:cNvSpPr txBox="1">
              <a:spLocks noChangeArrowheads="1"/>
            </p:cNvSpPr>
            <p:nvPr/>
          </p:nvSpPr>
          <p:spPr bwMode="auto">
            <a:xfrm>
              <a:off x="3820" y="1127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09" name="Text Box 75"/>
            <p:cNvSpPr txBox="1">
              <a:spLocks noChangeArrowheads="1"/>
            </p:cNvSpPr>
            <p:nvPr/>
          </p:nvSpPr>
          <p:spPr bwMode="auto">
            <a:xfrm>
              <a:off x="3819" y="1710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0" name="Text Box 76"/>
            <p:cNvSpPr txBox="1">
              <a:spLocks noChangeArrowheads="1"/>
            </p:cNvSpPr>
            <p:nvPr/>
          </p:nvSpPr>
          <p:spPr bwMode="auto">
            <a:xfrm>
              <a:off x="4291" y="82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sym typeface="Symbol" panose="05050102010706020507" pitchFamily="18" charset="2"/>
                </a:rPr>
                <a:t></a:t>
              </a:r>
              <a:endParaRPr lang="zh-CN" altLang="en-US" sz="2400" dirty="0">
                <a:sym typeface="Symbol" panose="05050102010706020507" pitchFamily="18" charset="2"/>
              </a:endParaRPr>
            </a:p>
          </p:txBody>
        </p:sp>
        <p:sp>
          <p:nvSpPr>
            <p:cNvPr id="111" name="Text Box 77"/>
            <p:cNvSpPr txBox="1">
              <a:spLocks noChangeArrowheads="1"/>
            </p:cNvSpPr>
            <p:nvPr/>
          </p:nvSpPr>
          <p:spPr bwMode="auto">
            <a:xfrm>
              <a:off x="4291" y="202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2" name="Oval 78"/>
            <p:cNvSpPr>
              <a:spLocks noChangeArrowheads="1"/>
            </p:cNvSpPr>
            <p:nvPr/>
          </p:nvSpPr>
          <p:spPr bwMode="auto">
            <a:xfrm>
              <a:off x="4052" y="191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3" name="Oval 79"/>
            <p:cNvSpPr>
              <a:spLocks noChangeArrowheads="1"/>
            </p:cNvSpPr>
            <p:nvPr/>
          </p:nvSpPr>
          <p:spPr bwMode="auto">
            <a:xfrm>
              <a:off x="4298" y="1531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4" name="Oval 80"/>
            <p:cNvSpPr>
              <a:spLocks noChangeArrowheads="1"/>
            </p:cNvSpPr>
            <p:nvPr/>
          </p:nvSpPr>
          <p:spPr bwMode="auto">
            <a:xfrm>
              <a:off x="4041" y="1158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" name="Oval 81"/>
            <p:cNvSpPr>
              <a:spLocks noChangeArrowheads="1"/>
            </p:cNvSpPr>
            <p:nvPr/>
          </p:nvSpPr>
          <p:spPr bwMode="auto">
            <a:xfrm>
              <a:off x="3602" y="1921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6" name="Oval 82"/>
            <p:cNvSpPr>
              <a:spLocks noChangeArrowheads="1"/>
            </p:cNvSpPr>
            <p:nvPr/>
          </p:nvSpPr>
          <p:spPr bwMode="auto">
            <a:xfrm>
              <a:off x="3602" y="153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" name="Oval 83"/>
            <p:cNvSpPr>
              <a:spLocks noChangeArrowheads="1"/>
            </p:cNvSpPr>
            <p:nvPr/>
          </p:nvSpPr>
          <p:spPr bwMode="auto">
            <a:xfrm>
              <a:off x="3602" y="1156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8" name="Text Box 84"/>
            <p:cNvSpPr txBox="1">
              <a:spLocks noChangeArrowheads="1"/>
            </p:cNvSpPr>
            <p:nvPr/>
          </p:nvSpPr>
          <p:spPr bwMode="auto">
            <a:xfrm>
              <a:off x="3313" y="1038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119" name="Text Box 85"/>
            <p:cNvSpPr txBox="1">
              <a:spLocks noChangeArrowheads="1"/>
            </p:cNvSpPr>
            <p:nvPr/>
          </p:nvSpPr>
          <p:spPr bwMode="auto">
            <a:xfrm>
              <a:off x="3313" y="1416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120" name="Text Box 86"/>
            <p:cNvSpPr txBox="1">
              <a:spLocks noChangeArrowheads="1"/>
            </p:cNvSpPr>
            <p:nvPr/>
          </p:nvSpPr>
          <p:spPr bwMode="auto">
            <a:xfrm>
              <a:off x="3313" y="179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  <p:grpSp>
          <p:nvGrpSpPr>
            <p:cNvPr id="121" name="Group 91"/>
            <p:cNvGrpSpPr/>
            <p:nvPr/>
          </p:nvGrpSpPr>
          <p:grpSpPr bwMode="auto">
            <a:xfrm>
              <a:off x="5078" y="1124"/>
              <a:ext cx="425" cy="73"/>
              <a:chOff x="5158" y="1203"/>
              <a:chExt cx="425" cy="73"/>
            </a:xfrm>
          </p:grpSpPr>
          <p:sp>
            <p:nvSpPr>
              <p:cNvPr id="138" name="Freeform 87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88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89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" name="Line 90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2" name="Group 92"/>
            <p:cNvGrpSpPr/>
            <p:nvPr/>
          </p:nvGrpSpPr>
          <p:grpSpPr bwMode="auto">
            <a:xfrm>
              <a:off x="5078" y="1494"/>
              <a:ext cx="425" cy="73"/>
              <a:chOff x="5158" y="1203"/>
              <a:chExt cx="425" cy="73"/>
            </a:xfrm>
          </p:grpSpPr>
          <p:sp>
            <p:nvSpPr>
              <p:cNvPr id="134" name="Freeform 93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94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95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7" name="Line 96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3" name="Group 97"/>
            <p:cNvGrpSpPr/>
            <p:nvPr/>
          </p:nvGrpSpPr>
          <p:grpSpPr bwMode="auto">
            <a:xfrm>
              <a:off x="5078" y="1873"/>
              <a:ext cx="425" cy="73"/>
              <a:chOff x="5158" y="1203"/>
              <a:chExt cx="425" cy="73"/>
            </a:xfrm>
          </p:grpSpPr>
          <p:sp>
            <p:nvSpPr>
              <p:cNvPr id="130" name="Freeform 98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99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100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" name="Line 101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4" name="Rectangle 102"/>
            <p:cNvSpPr>
              <a:spLocks noChangeArrowheads="1"/>
            </p:cNvSpPr>
            <p:nvPr/>
          </p:nvSpPr>
          <p:spPr bwMode="auto">
            <a:xfrm>
              <a:off x="4670" y="113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5" name="Rectangle 103"/>
            <p:cNvSpPr>
              <a:spLocks noChangeArrowheads="1"/>
            </p:cNvSpPr>
            <p:nvPr/>
          </p:nvSpPr>
          <p:spPr bwMode="auto">
            <a:xfrm>
              <a:off x="4670" y="1506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" name="Rectangle 104"/>
            <p:cNvSpPr>
              <a:spLocks noChangeArrowheads="1"/>
            </p:cNvSpPr>
            <p:nvPr/>
          </p:nvSpPr>
          <p:spPr bwMode="auto">
            <a:xfrm>
              <a:off x="4670" y="189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7" name="Line 105"/>
            <p:cNvSpPr>
              <a:spLocks noChangeShapeType="1"/>
            </p:cNvSpPr>
            <p:nvPr/>
          </p:nvSpPr>
          <p:spPr bwMode="auto">
            <a:xfrm>
              <a:off x="5494" y="1179"/>
              <a:ext cx="0" cy="7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" name="Text Box 107"/>
            <p:cNvSpPr txBox="1">
              <a:spLocks noChangeArrowheads="1"/>
            </p:cNvSpPr>
            <p:nvPr/>
          </p:nvSpPr>
          <p:spPr bwMode="auto">
            <a:xfrm>
              <a:off x="5013" y="857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 err="1"/>
                <a:t>j</a:t>
              </a:r>
              <a:r>
                <a:rPr lang="en-US" altLang="zh-CN" sz="2400" i="1" dirty="0" err="1">
                  <a:sym typeface="Symbol" panose="05050102010706020507" pitchFamily="18" charset="2"/>
                </a:rPr>
                <a:t>L</a:t>
              </a:r>
              <a:endParaRPr lang="en-US" altLang="zh-CN" sz="2400" i="1" dirty="0">
                <a:sym typeface="Symbol" panose="05050102010706020507" pitchFamily="18" charset="2"/>
              </a:endParaRPr>
            </a:p>
          </p:txBody>
        </p:sp>
        <p:sp>
          <p:nvSpPr>
            <p:cNvPr id="129" name="Text Box 109"/>
            <p:cNvSpPr txBox="1">
              <a:spLocks noChangeArrowheads="1"/>
            </p:cNvSpPr>
            <p:nvPr/>
          </p:nvSpPr>
          <p:spPr bwMode="auto">
            <a:xfrm>
              <a:off x="4568" y="871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i="1"/>
                <a:t>R</a:t>
              </a:r>
              <a:endParaRPr lang="en-US" altLang="zh-CN" sz="2400" i="1">
                <a:sym typeface="Symbol" panose="05050102010706020507" pitchFamily="18" charset="2"/>
              </a:endParaRPr>
            </a:p>
          </p:txBody>
        </p:sp>
      </p:grpSp>
      <p:grpSp>
        <p:nvGrpSpPr>
          <p:cNvPr id="142" name="Group 111"/>
          <p:cNvGrpSpPr/>
          <p:nvPr/>
        </p:nvGrpSpPr>
        <p:grpSpPr bwMode="auto">
          <a:xfrm>
            <a:off x="9771682" y="3866852"/>
            <a:ext cx="2012950" cy="1381125"/>
            <a:chOff x="477" y="1302"/>
            <a:chExt cx="1268" cy="870"/>
          </a:xfrm>
        </p:grpSpPr>
        <p:sp>
          <p:nvSpPr>
            <p:cNvPr id="143" name="Line 10"/>
            <p:cNvSpPr>
              <a:spLocks noChangeShapeType="1"/>
            </p:cNvSpPr>
            <p:nvPr/>
          </p:nvSpPr>
          <p:spPr bwMode="auto">
            <a:xfrm rot="21335850" flipV="1">
              <a:off x="477" y="1696"/>
              <a:ext cx="1216" cy="47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44" name="Object 11"/>
            <p:cNvGraphicFramePr>
              <a:graphicFrameLocks noChangeAspect="1"/>
            </p:cNvGraphicFramePr>
            <p:nvPr/>
          </p:nvGraphicFramePr>
          <p:xfrm>
            <a:off x="1363" y="1302"/>
            <a:ext cx="382" cy="31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74" name="Equation" r:id="rId1" imgW="7010400" imgH="5791200" progId="Equation.DSMT4">
                    <p:embed/>
                  </p:oleObj>
                </mc:Choice>
                <mc:Fallback>
                  <p:oleObj name="Equation" r:id="rId1" imgW="7010400" imgH="5791200" progId="Equation.DSMT4">
                    <p:embed/>
                    <p:pic>
                      <p:nvPicPr>
                        <p:cNvPr id="0" name="Object 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63" y="1302"/>
                          <a:ext cx="382" cy="31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45" name="Object 14"/>
          <p:cNvGraphicFramePr>
            <a:graphicFrameLocks noChangeAspect="1"/>
          </p:cNvGraphicFramePr>
          <p:nvPr/>
        </p:nvGraphicFramePr>
        <p:xfrm>
          <a:off x="10097120" y="5517852"/>
          <a:ext cx="554037" cy="368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75" name="Equation" r:id="rId3" imgW="6400800" imgH="4267200" progId="Equation.DSMT4">
                  <p:embed/>
                </p:oleObj>
              </mc:Choice>
              <mc:Fallback>
                <p:oleObj name="Equation" r:id="rId3" imgW="6400800" imgH="4267200" progId="Equation.DSMT4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097120" y="5517852"/>
                        <a:ext cx="554037" cy="368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6" name="Group 18"/>
          <p:cNvGrpSpPr/>
          <p:nvPr/>
        </p:nvGrpSpPr>
        <p:grpSpPr bwMode="auto">
          <a:xfrm>
            <a:off x="9801845" y="5317827"/>
            <a:ext cx="914400" cy="1279525"/>
            <a:chOff x="1198" y="1883"/>
            <a:chExt cx="576" cy="806"/>
          </a:xfrm>
        </p:grpSpPr>
        <p:sp>
          <p:nvSpPr>
            <p:cNvPr id="147" name="Line 13"/>
            <p:cNvSpPr>
              <a:spLocks noChangeShapeType="1"/>
            </p:cNvSpPr>
            <p:nvPr/>
          </p:nvSpPr>
          <p:spPr bwMode="auto">
            <a:xfrm>
              <a:off x="1198" y="1883"/>
              <a:ext cx="320" cy="64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48" name="Object 15"/>
            <p:cNvGraphicFramePr>
              <a:graphicFrameLocks noChangeAspect="1"/>
            </p:cNvGraphicFramePr>
            <p:nvPr/>
          </p:nvGraphicFramePr>
          <p:xfrm>
            <a:off x="1530" y="2379"/>
            <a:ext cx="244" cy="3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76" name="Equation" r:id="rId5" imgW="4572000" imgH="5791200" progId="Equation.DSMT4">
                    <p:embed/>
                  </p:oleObj>
                </mc:Choice>
                <mc:Fallback>
                  <p:oleObj name="Equation" r:id="rId5" imgW="4572000" imgH="57912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30" y="2379"/>
                          <a:ext cx="244" cy="3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9" name="Freeform 19"/>
          <p:cNvSpPr/>
          <p:nvPr/>
        </p:nvSpPr>
        <p:spPr bwMode="auto">
          <a:xfrm>
            <a:off x="9932020" y="5362277"/>
            <a:ext cx="166687" cy="188913"/>
          </a:xfrm>
          <a:custGeom>
            <a:avLst/>
            <a:gdLst>
              <a:gd name="T0" fmla="*/ 159023 w 87"/>
              <a:gd name="T1" fmla="*/ 0 h 119"/>
              <a:gd name="T2" fmla="*/ 139864 w 87"/>
              <a:gd name="T3" fmla="*/ 115888 h 119"/>
              <a:gd name="T4" fmla="*/ 0 w 87"/>
              <a:gd name="T5" fmla="*/ 188913 h 1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7" h="119">
                <a:moveTo>
                  <a:pt x="83" y="0"/>
                </a:moveTo>
                <a:cubicBezTo>
                  <a:pt x="85" y="26"/>
                  <a:pt x="87" y="53"/>
                  <a:pt x="73" y="73"/>
                </a:cubicBezTo>
                <a:cubicBezTo>
                  <a:pt x="59" y="93"/>
                  <a:pt x="29" y="106"/>
                  <a:pt x="0" y="119"/>
                </a:cubicBezTo>
              </a:path>
            </a:pathLst>
          </a:custGeom>
          <a:noFill/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zh-CN" altLang="en-US"/>
          </a:p>
        </p:txBody>
      </p:sp>
      <p:grpSp>
        <p:nvGrpSpPr>
          <p:cNvPr id="155" name="Group 39"/>
          <p:cNvGrpSpPr/>
          <p:nvPr/>
        </p:nvGrpSpPr>
        <p:grpSpPr bwMode="auto">
          <a:xfrm>
            <a:off x="9808194" y="3306465"/>
            <a:ext cx="771524" cy="1974850"/>
            <a:chOff x="932" y="949"/>
            <a:chExt cx="486" cy="1244"/>
          </a:xfrm>
        </p:grpSpPr>
        <p:sp>
          <p:nvSpPr>
            <p:cNvPr id="156" name="Line 32"/>
            <p:cNvSpPr>
              <a:spLocks noChangeShapeType="1"/>
            </p:cNvSpPr>
            <p:nvPr/>
          </p:nvSpPr>
          <p:spPr bwMode="auto">
            <a:xfrm flipV="1">
              <a:off x="932" y="978"/>
              <a:ext cx="9" cy="121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57" name="Object 33"/>
            <p:cNvGraphicFramePr>
              <a:graphicFrameLocks noChangeAspect="1"/>
            </p:cNvGraphicFramePr>
            <p:nvPr/>
          </p:nvGraphicFramePr>
          <p:xfrm>
            <a:off x="968" y="949"/>
            <a:ext cx="450" cy="35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77" name="Equation" r:id="rId7" imgW="7315200" imgH="5791200" progId="Equation.DSMT4">
                    <p:embed/>
                  </p:oleObj>
                </mc:Choice>
                <mc:Fallback>
                  <p:oleObj name="Equation" r:id="rId7" imgW="7315200" imgH="5791200" progId="Equation.DSMT4">
                    <p:embed/>
                    <p:pic>
                      <p:nvPicPr>
                        <p:cNvPr id="0" name="Object 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68" y="949"/>
                          <a:ext cx="450" cy="35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8" name="Group 42"/>
          <p:cNvGrpSpPr/>
          <p:nvPr/>
        </p:nvGrpSpPr>
        <p:grpSpPr bwMode="auto">
          <a:xfrm>
            <a:off x="9822483" y="4016077"/>
            <a:ext cx="1003301" cy="1311275"/>
            <a:chOff x="923" y="1396"/>
            <a:chExt cx="632" cy="826"/>
          </a:xfrm>
        </p:grpSpPr>
        <p:sp>
          <p:nvSpPr>
            <p:cNvPr id="159" name="Line 37"/>
            <p:cNvSpPr>
              <a:spLocks noChangeShapeType="1"/>
            </p:cNvSpPr>
            <p:nvPr/>
          </p:nvSpPr>
          <p:spPr bwMode="auto">
            <a:xfrm flipV="1">
              <a:off x="923" y="1609"/>
              <a:ext cx="302" cy="6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aphicFrame>
          <p:nvGraphicFramePr>
            <p:cNvPr id="160" name="Object 41"/>
            <p:cNvGraphicFramePr>
              <a:graphicFrameLocks noChangeAspect="1"/>
            </p:cNvGraphicFramePr>
            <p:nvPr/>
          </p:nvGraphicFramePr>
          <p:xfrm>
            <a:off x="1232" y="1396"/>
            <a:ext cx="323" cy="36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78" name="Equation" r:id="rId9" imgW="5181600" imgH="5791200" progId="Equation.DSMT4">
                    <p:embed/>
                  </p:oleObj>
                </mc:Choice>
                <mc:Fallback>
                  <p:oleObj name="Equation" r:id="rId9" imgW="5181600" imgH="5791200" progId="Equation.DSMT4">
                    <p:embed/>
                    <p:pic>
                      <p:nvPicPr>
                        <p:cNvPr id="0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32" y="1396"/>
                          <a:ext cx="323" cy="36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72" name="Object 56"/>
          <p:cNvGraphicFramePr>
            <a:graphicFrameLocks noGrp="1" noChangeAspect="1"/>
          </p:cNvGraphicFramePr>
          <p:nvPr>
            <p:ph/>
          </p:nvPr>
        </p:nvGraphicFramePr>
        <p:xfrm>
          <a:off x="9803785" y="4184352"/>
          <a:ext cx="550863" cy="366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79" name="Equation" r:id="rId11" imgW="6400800" imgH="4267200" progId="Equation.DSMT4">
                  <p:embed/>
                </p:oleObj>
              </mc:Choice>
              <mc:Fallback>
                <p:oleObj name="Equation" r:id="rId11" imgW="6400800" imgH="426720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03785" y="4184352"/>
                        <a:ext cx="550863" cy="366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3" name="Text Box 40"/>
          <p:cNvSpPr txBox="1">
            <a:spLocks noChangeArrowheads="1"/>
          </p:cNvSpPr>
          <p:nvPr/>
        </p:nvSpPr>
        <p:spPr bwMode="auto">
          <a:xfrm>
            <a:off x="424817" y="3562376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74" name="组合 173"/>
          <p:cNvGrpSpPr/>
          <p:nvPr/>
        </p:nvGrpSpPr>
        <p:grpSpPr>
          <a:xfrm>
            <a:off x="8864427" y="3904952"/>
            <a:ext cx="2596355" cy="2633663"/>
            <a:chOff x="6049713" y="3738562"/>
            <a:chExt cx="2596355" cy="2633663"/>
          </a:xfrm>
        </p:grpSpPr>
        <p:grpSp>
          <p:nvGrpSpPr>
            <p:cNvPr id="175" name="Group 16"/>
            <p:cNvGrpSpPr/>
            <p:nvPr/>
          </p:nvGrpSpPr>
          <p:grpSpPr bwMode="auto">
            <a:xfrm>
              <a:off x="6434681" y="4237037"/>
              <a:ext cx="2211387" cy="1800225"/>
              <a:chOff x="850" y="1307"/>
              <a:chExt cx="1393" cy="1134"/>
            </a:xfrm>
          </p:grpSpPr>
          <p:sp>
            <p:nvSpPr>
              <p:cNvPr id="178" name="Line 7"/>
              <p:cNvSpPr>
                <a:spLocks noChangeShapeType="1"/>
              </p:cNvSpPr>
              <p:nvPr/>
            </p:nvSpPr>
            <p:spPr bwMode="auto">
              <a:xfrm>
                <a:off x="1189" y="1902"/>
                <a:ext cx="71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79" name="Line 8"/>
              <p:cNvSpPr>
                <a:spLocks noChangeShapeType="1"/>
              </p:cNvSpPr>
              <p:nvPr/>
            </p:nvSpPr>
            <p:spPr bwMode="auto">
              <a:xfrm flipH="1">
                <a:off x="850" y="1902"/>
                <a:ext cx="348" cy="5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80" name="Line 9"/>
              <p:cNvSpPr>
                <a:spLocks noChangeShapeType="1"/>
              </p:cNvSpPr>
              <p:nvPr/>
            </p:nvSpPr>
            <p:spPr bwMode="auto">
              <a:xfrm flipH="1" flipV="1">
                <a:off x="896" y="1307"/>
                <a:ext cx="311" cy="59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triangl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graphicFrame>
            <p:nvGraphicFramePr>
              <p:cNvPr id="181" name="Object 12"/>
              <p:cNvGraphicFramePr>
                <a:graphicFrameLocks noChangeAspect="1"/>
              </p:cNvGraphicFramePr>
              <p:nvPr/>
            </p:nvGraphicFramePr>
            <p:xfrm>
              <a:off x="1950" y="1744"/>
              <a:ext cx="293" cy="31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980" name="Equation" r:id="rId13" imgW="5486400" imgH="5791200" progId="Equation.DSMT4">
                      <p:embed/>
                    </p:oleObj>
                  </mc:Choice>
                  <mc:Fallback>
                    <p:oleObj name="Equation" r:id="rId13" imgW="5486400" imgH="5791200" progId="Equation.DSMT4">
                      <p:embed/>
                      <p:pic>
                        <p:nvPicPr>
                          <p:cNvPr id="0" name="Object 1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950" y="1744"/>
                            <a:ext cx="293" cy="310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aphicFrame>
          <p:nvGraphicFramePr>
            <p:cNvPr id="176" name="Object 12"/>
            <p:cNvGraphicFramePr>
              <a:graphicFrameLocks noChangeAspect="1"/>
            </p:cNvGraphicFramePr>
            <p:nvPr/>
          </p:nvGraphicFramePr>
          <p:xfrm>
            <a:off x="6049713" y="5880100"/>
            <a:ext cx="465137" cy="492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81" name="Equation" r:id="rId15" imgW="5486400" imgH="5791200" progId="Equation.DSMT4">
                    <p:embed/>
                  </p:oleObj>
                </mc:Choice>
                <mc:Fallback>
                  <p:oleObj name="Equation" r:id="rId15" imgW="5486400" imgH="5791200" progId="Equation.DSMT4">
                    <p:embed/>
                    <p:pic>
                      <p:nvPicPr>
                        <p:cNvPr id="0" name="Object 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049713" y="5880100"/>
                          <a:ext cx="465137" cy="492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7" name="Object 12"/>
            <p:cNvGraphicFramePr>
              <a:graphicFrameLocks noChangeAspect="1"/>
            </p:cNvGraphicFramePr>
            <p:nvPr/>
          </p:nvGraphicFramePr>
          <p:xfrm>
            <a:off x="6367666" y="3738562"/>
            <a:ext cx="492125" cy="492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82" name="Equation" r:id="rId17" imgW="5791200" imgH="5791200" progId="Equation.DSMT4">
                    <p:embed/>
                  </p:oleObj>
                </mc:Choice>
                <mc:Fallback>
                  <p:oleObj name="Equation" r:id="rId17" imgW="5791200" imgH="5791200" progId="Equation.DSMT4">
                    <p:embed/>
                    <p:pic>
                      <p:nvPicPr>
                        <p:cNvPr id="0" name="Object 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367666" y="3738562"/>
                          <a:ext cx="492125" cy="492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83" name="Freeform 19"/>
          <p:cNvSpPr/>
          <p:nvPr/>
        </p:nvSpPr>
        <p:spPr bwMode="auto">
          <a:xfrm rot="16200000">
            <a:off x="9859243" y="4755651"/>
            <a:ext cx="142746" cy="203567"/>
          </a:xfrm>
          <a:custGeom>
            <a:avLst/>
            <a:gdLst>
              <a:gd name="T0" fmla="*/ 159023 w 87"/>
              <a:gd name="T1" fmla="*/ 0 h 119"/>
              <a:gd name="T2" fmla="*/ 139864 w 87"/>
              <a:gd name="T3" fmla="*/ 115888 h 119"/>
              <a:gd name="T4" fmla="*/ 0 w 87"/>
              <a:gd name="T5" fmla="*/ 188913 h 1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7" h="119">
                <a:moveTo>
                  <a:pt x="83" y="0"/>
                </a:moveTo>
                <a:cubicBezTo>
                  <a:pt x="85" y="26"/>
                  <a:pt x="87" y="53"/>
                  <a:pt x="73" y="73"/>
                </a:cubicBezTo>
                <a:cubicBezTo>
                  <a:pt x="59" y="93"/>
                  <a:pt x="29" y="106"/>
                  <a:pt x="0" y="119"/>
                </a:cubicBezTo>
              </a:path>
            </a:pathLst>
          </a:custGeom>
          <a:noFill/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endParaRPr lang="zh-CN" altLang="en-US"/>
          </a:p>
        </p:txBody>
      </p:sp>
      <p:graphicFrame>
        <p:nvGraphicFramePr>
          <p:cNvPr id="94" name="Object 22"/>
          <p:cNvGraphicFramePr>
            <a:graphicFrameLocks noChangeAspect="1"/>
          </p:cNvGraphicFramePr>
          <p:nvPr/>
        </p:nvGraphicFramePr>
        <p:xfrm>
          <a:off x="1674889" y="4653136"/>
          <a:ext cx="2122488" cy="974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83" name="Equation" r:id="rId19" imgW="23774400" imgH="10972800" progId="Equation.DSMT4">
                  <p:embed/>
                </p:oleObj>
              </mc:Choice>
              <mc:Fallback>
                <p:oleObj name="Equation" r:id="rId19" imgW="23774400" imgH="10972800" progId="Equation.DSMT4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4889" y="4653136"/>
                        <a:ext cx="2122488" cy="974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" name="Object 34"/>
          <p:cNvGraphicFramePr>
            <a:graphicFrameLocks noChangeAspect="1"/>
          </p:cNvGraphicFramePr>
          <p:nvPr/>
        </p:nvGraphicFramePr>
        <p:xfrm>
          <a:off x="1629969" y="5602561"/>
          <a:ext cx="3149600" cy="5286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84" name="Equation" r:id="rId21" imgW="32613600" imgH="5486400" progId="Equation.DSMT4">
                  <p:embed/>
                </p:oleObj>
              </mc:Choice>
              <mc:Fallback>
                <p:oleObj name="Equation" r:id="rId21" imgW="32613600" imgH="548640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29969" y="5602561"/>
                        <a:ext cx="3149600" cy="5286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5" name="Text Box 120"/>
          <p:cNvSpPr txBox="1">
            <a:spLocks noChangeArrowheads="1"/>
          </p:cNvSpPr>
          <p:nvPr/>
        </p:nvSpPr>
        <p:spPr bwMode="auto">
          <a:xfrm>
            <a:off x="973906" y="6203206"/>
            <a:ext cx="5207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或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86" name="Object 121"/>
          <p:cNvGraphicFramePr>
            <a:graphicFrameLocks noChangeAspect="1"/>
          </p:cNvGraphicFramePr>
          <p:nvPr/>
        </p:nvGraphicFramePr>
        <p:xfrm>
          <a:off x="1558106" y="6184156"/>
          <a:ext cx="4033838" cy="5572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85" name="Equation" r:id="rId23" imgW="41757600" imgH="5791200" progId="Equation.DSMT4">
                  <p:embed/>
                </p:oleObj>
              </mc:Choice>
              <mc:Fallback>
                <p:oleObj name="Equation" r:id="rId23" imgW="41757600" imgH="5791200" progId="Equation.DSMT4">
                  <p:embed/>
                  <p:pic>
                    <p:nvPicPr>
                      <p:cNvPr id="0" name="Object 1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58106" y="6184156"/>
                        <a:ext cx="4033838" cy="5572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8" name="Object 27"/>
          <p:cNvGraphicFramePr>
            <a:graphicFrameLocks noChangeAspect="1"/>
          </p:cNvGraphicFramePr>
          <p:nvPr/>
        </p:nvGraphicFramePr>
        <p:xfrm>
          <a:off x="1703512" y="4111331"/>
          <a:ext cx="3929062" cy="590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86" name="Equation" r:id="rId25" imgW="42367200" imgH="6400800" progId="Equation.DSMT4">
                  <p:embed/>
                </p:oleObj>
              </mc:Choice>
              <mc:Fallback>
                <p:oleObj name="Equation" r:id="rId25" imgW="42367200" imgH="640080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3512" y="4111331"/>
                        <a:ext cx="3929062" cy="590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9" name="Object 26"/>
          <p:cNvGraphicFramePr>
            <a:graphicFrameLocks noChangeAspect="1"/>
          </p:cNvGraphicFramePr>
          <p:nvPr/>
        </p:nvGraphicFramePr>
        <p:xfrm>
          <a:off x="1701909" y="3539346"/>
          <a:ext cx="2924175" cy="600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4987" name="Equation" r:id="rId27" imgW="31699200" imgH="6400800" progId="Equation.DSMT4">
                  <p:embed/>
                </p:oleObj>
              </mc:Choice>
              <mc:Fallback>
                <p:oleObj name="Equation" r:id="rId27" imgW="31699200" imgH="6400800" progId="Equation.DSMT4">
                  <p:embed/>
                  <p:pic>
                    <p:nvPicPr>
                      <p:cNvPr id="0" name="Object 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1909" y="3539346"/>
                        <a:ext cx="2924175" cy="600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0" name="Text Box 40"/>
          <p:cNvSpPr txBox="1">
            <a:spLocks noChangeArrowheads="1"/>
          </p:cNvSpPr>
          <p:nvPr/>
        </p:nvSpPr>
        <p:spPr bwMode="auto">
          <a:xfrm>
            <a:off x="1060188" y="3562375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en-US" altLang="zh-CN" dirty="0"/>
              <a:t>(1)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6" name="Rectangle 4"/>
          <p:cNvSpPr>
            <a:spLocks noChangeArrowheads="1"/>
          </p:cNvSpPr>
          <p:nvPr/>
        </p:nvSpPr>
        <p:spPr bwMode="auto">
          <a:xfrm>
            <a:off x="479375" y="895360"/>
            <a:ext cx="7428135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对称三相电路，电源线电压</a:t>
            </a:r>
            <a:r>
              <a:rPr kumimoji="1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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已知其中一个功率表读数为零，求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另一个功率表的读数以及负载吸收的平均功率；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如何能将电路的功率因数提高到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0.9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？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95" name="Group 110"/>
          <p:cNvGrpSpPr/>
          <p:nvPr/>
        </p:nvGrpSpPr>
        <p:grpSpPr bwMode="auto">
          <a:xfrm>
            <a:off x="8452023" y="787213"/>
            <a:ext cx="3476625" cy="2357438"/>
            <a:chOff x="3313" y="826"/>
            <a:chExt cx="2190" cy="1485"/>
          </a:xfrm>
        </p:grpSpPr>
        <p:sp>
          <p:nvSpPr>
            <p:cNvPr id="96" name="Line 60"/>
            <p:cNvSpPr>
              <a:spLocks noChangeShapeType="1"/>
            </p:cNvSpPr>
            <p:nvPr/>
          </p:nvSpPr>
          <p:spPr bwMode="auto">
            <a:xfrm>
              <a:off x="4327" y="914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Line 63"/>
            <p:cNvSpPr>
              <a:spLocks noChangeShapeType="1"/>
            </p:cNvSpPr>
            <p:nvPr/>
          </p:nvSpPr>
          <p:spPr bwMode="auto">
            <a:xfrm>
              <a:off x="3655" y="1187"/>
              <a:ext cx="14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8" name="Line 64"/>
            <p:cNvSpPr>
              <a:spLocks noChangeShapeType="1"/>
            </p:cNvSpPr>
            <p:nvPr/>
          </p:nvSpPr>
          <p:spPr bwMode="auto">
            <a:xfrm>
              <a:off x="3637" y="1566"/>
              <a:ext cx="14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9" name="Line 65"/>
            <p:cNvSpPr>
              <a:spLocks noChangeShapeType="1"/>
            </p:cNvSpPr>
            <p:nvPr/>
          </p:nvSpPr>
          <p:spPr bwMode="auto">
            <a:xfrm>
              <a:off x="3664" y="1946"/>
              <a:ext cx="1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0" name="Oval 66"/>
            <p:cNvSpPr>
              <a:spLocks noChangeArrowheads="1"/>
            </p:cNvSpPr>
            <p:nvPr/>
          </p:nvSpPr>
          <p:spPr bwMode="auto">
            <a:xfrm>
              <a:off x="4167" y="102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1" name="Oval 67"/>
            <p:cNvSpPr>
              <a:spLocks noChangeArrowheads="1"/>
            </p:cNvSpPr>
            <p:nvPr/>
          </p:nvSpPr>
          <p:spPr bwMode="auto">
            <a:xfrm>
              <a:off x="4182" y="178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2" name="Text Box 68"/>
            <p:cNvSpPr txBox="1">
              <a:spLocks noChangeArrowheads="1"/>
            </p:cNvSpPr>
            <p:nvPr/>
          </p:nvSpPr>
          <p:spPr bwMode="auto">
            <a:xfrm>
              <a:off x="4158" y="1048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1</a:t>
              </a:r>
              <a:endParaRPr lang="en-US" altLang="zh-CN" sz="2000" baseline="-25000"/>
            </a:p>
          </p:txBody>
        </p:sp>
        <p:sp>
          <p:nvSpPr>
            <p:cNvPr id="103" name="Text Box 69"/>
            <p:cNvSpPr txBox="1">
              <a:spLocks noChangeArrowheads="1"/>
            </p:cNvSpPr>
            <p:nvPr/>
          </p:nvSpPr>
          <p:spPr bwMode="auto">
            <a:xfrm>
              <a:off x="4174" y="1800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2</a:t>
              </a:r>
              <a:endParaRPr lang="en-US" altLang="zh-CN" sz="2000" baseline="-25000"/>
            </a:p>
          </p:txBody>
        </p:sp>
        <p:sp>
          <p:nvSpPr>
            <p:cNvPr id="104" name="Line 70"/>
            <p:cNvSpPr>
              <a:spLocks noChangeShapeType="1"/>
            </p:cNvSpPr>
            <p:nvPr/>
          </p:nvSpPr>
          <p:spPr bwMode="auto">
            <a:xfrm flipV="1">
              <a:off x="4070" y="914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5" name="Line 71"/>
            <p:cNvSpPr>
              <a:spLocks noChangeShapeType="1"/>
            </p:cNvSpPr>
            <p:nvPr/>
          </p:nvSpPr>
          <p:spPr bwMode="auto">
            <a:xfrm>
              <a:off x="4070" y="923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Line 72"/>
            <p:cNvSpPr>
              <a:spLocks noChangeShapeType="1"/>
            </p:cNvSpPr>
            <p:nvPr/>
          </p:nvSpPr>
          <p:spPr bwMode="auto">
            <a:xfrm flipV="1">
              <a:off x="4086" y="1945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7" name="Line 73"/>
            <p:cNvSpPr>
              <a:spLocks noChangeShapeType="1"/>
            </p:cNvSpPr>
            <p:nvPr/>
          </p:nvSpPr>
          <p:spPr bwMode="auto">
            <a:xfrm>
              <a:off x="4077" y="2224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8" name="Text Box 74"/>
            <p:cNvSpPr txBox="1">
              <a:spLocks noChangeArrowheads="1"/>
            </p:cNvSpPr>
            <p:nvPr/>
          </p:nvSpPr>
          <p:spPr bwMode="auto">
            <a:xfrm>
              <a:off x="3820" y="1127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09" name="Text Box 75"/>
            <p:cNvSpPr txBox="1">
              <a:spLocks noChangeArrowheads="1"/>
            </p:cNvSpPr>
            <p:nvPr/>
          </p:nvSpPr>
          <p:spPr bwMode="auto">
            <a:xfrm>
              <a:off x="3819" y="1710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0" name="Text Box 76"/>
            <p:cNvSpPr txBox="1">
              <a:spLocks noChangeArrowheads="1"/>
            </p:cNvSpPr>
            <p:nvPr/>
          </p:nvSpPr>
          <p:spPr bwMode="auto">
            <a:xfrm>
              <a:off x="4291" y="82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sym typeface="Symbol" panose="05050102010706020507" pitchFamily="18" charset="2"/>
                </a:rPr>
                <a:t></a:t>
              </a:r>
              <a:endParaRPr lang="zh-CN" altLang="en-US" sz="2400" dirty="0">
                <a:sym typeface="Symbol" panose="05050102010706020507" pitchFamily="18" charset="2"/>
              </a:endParaRPr>
            </a:p>
          </p:txBody>
        </p:sp>
        <p:sp>
          <p:nvSpPr>
            <p:cNvPr id="111" name="Text Box 77"/>
            <p:cNvSpPr txBox="1">
              <a:spLocks noChangeArrowheads="1"/>
            </p:cNvSpPr>
            <p:nvPr/>
          </p:nvSpPr>
          <p:spPr bwMode="auto">
            <a:xfrm>
              <a:off x="4291" y="202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2" name="Oval 78"/>
            <p:cNvSpPr>
              <a:spLocks noChangeArrowheads="1"/>
            </p:cNvSpPr>
            <p:nvPr/>
          </p:nvSpPr>
          <p:spPr bwMode="auto">
            <a:xfrm>
              <a:off x="4052" y="191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3" name="Oval 79"/>
            <p:cNvSpPr>
              <a:spLocks noChangeArrowheads="1"/>
            </p:cNvSpPr>
            <p:nvPr/>
          </p:nvSpPr>
          <p:spPr bwMode="auto">
            <a:xfrm>
              <a:off x="4298" y="1531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4" name="Oval 80"/>
            <p:cNvSpPr>
              <a:spLocks noChangeArrowheads="1"/>
            </p:cNvSpPr>
            <p:nvPr/>
          </p:nvSpPr>
          <p:spPr bwMode="auto">
            <a:xfrm>
              <a:off x="4041" y="1158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" name="Oval 81"/>
            <p:cNvSpPr>
              <a:spLocks noChangeArrowheads="1"/>
            </p:cNvSpPr>
            <p:nvPr/>
          </p:nvSpPr>
          <p:spPr bwMode="auto">
            <a:xfrm>
              <a:off x="3602" y="1921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6" name="Oval 82"/>
            <p:cNvSpPr>
              <a:spLocks noChangeArrowheads="1"/>
            </p:cNvSpPr>
            <p:nvPr/>
          </p:nvSpPr>
          <p:spPr bwMode="auto">
            <a:xfrm>
              <a:off x="3602" y="153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" name="Oval 83"/>
            <p:cNvSpPr>
              <a:spLocks noChangeArrowheads="1"/>
            </p:cNvSpPr>
            <p:nvPr/>
          </p:nvSpPr>
          <p:spPr bwMode="auto">
            <a:xfrm>
              <a:off x="3602" y="1156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8" name="Text Box 84"/>
            <p:cNvSpPr txBox="1">
              <a:spLocks noChangeArrowheads="1"/>
            </p:cNvSpPr>
            <p:nvPr/>
          </p:nvSpPr>
          <p:spPr bwMode="auto">
            <a:xfrm>
              <a:off x="3313" y="1038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119" name="Text Box 85"/>
            <p:cNvSpPr txBox="1">
              <a:spLocks noChangeArrowheads="1"/>
            </p:cNvSpPr>
            <p:nvPr/>
          </p:nvSpPr>
          <p:spPr bwMode="auto">
            <a:xfrm>
              <a:off x="3313" y="1416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120" name="Text Box 86"/>
            <p:cNvSpPr txBox="1">
              <a:spLocks noChangeArrowheads="1"/>
            </p:cNvSpPr>
            <p:nvPr/>
          </p:nvSpPr>
          <p:spPr bwMode="auto">
            <a:xfrm>
              <a:off x="3313" y="179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  <p:grpSp>
          <p:nvGrpSpPr>
            <p:cNvPr id="121" name="Group 91"/>
            <p:cNvGrpSpPr/>
            <p:nvPr/>
          </p:nvGrpSpPr>
          <p:grpSpPr bwMode="auto">
            <a:xfrm>
              <a:off x="5078" y="1124"/>
              <a:ext cx="425" cy="73"/>
              <a:chOff x="5158" y="1203"/>
              <a:chExt cx="425" cy="73"/>
            </a:xfrm>
          </p:grpSpPr>
          <p:sp>
            <p:nvSpPr>
              <p:cNvPr id="138" name="Freeform 87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88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89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" name="Line 90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2" name="Group 92"/>
            <p:cNvGrpSpPr/>
            <p:nvPr/>
          </p:nvGrpSpPr>
          <p:grpSpPr bwMode="auto">
            <a:xfrm>
              <a:off x="5078" y="1494"/>
              <a:ext cx="425" cy="73"/>
              <a:chOff x="5158" y="1203"/>
              <a:chExt cx="425" cy="73"/>
            </a:xfrm>
          </p:grpSpPr>
          <p:sp>
            <p:nvSpPr>
              <p:cNvPr id="134" name="Freeform 93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94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95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7" name="Line 96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3" name="Group 97"/>
            <p:cNvGrpSpPr/>
            <p:nvPr/>
          </p:nvGrpSpPr>
          <p:grpSpPr bwMode="auto">
            <a:xfrm>
              <a:off x="5078" y="1873"/>
              <a:ext cx="425" cy="73"/>
              <a:chOff x="5158" y="1203"/>
              <a:chExt cx="425" cy="73"/>
            </a:xfrm>
          </p:grpSpPr>
          <p:sp>
            <p:nvSpPr>
              <p:cNvPr id="130" name="Freeform 98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99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100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" name="Line 101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4" name="Rectangle 102"/>
            <p:cNvSpPr>
              <a:spLocks noChangeArrowheads="1"/>
            </p:cNvSpPr>
            <p:nvPr/>
          </p:nvSpPr>
          <p:spPr bwMode="auto">
            <a:xfrm>
              <a:off x="4670" y="113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5" name="Rectangle 103"/>
            <p:cNvSpPr>
              <a:spLocks noChangeArrowheads="1"/>
            </p:cNvSpPr>
            <p:nvPr/>
          </p:nvSpPr>
          <p:spPr bwMode="auto">
            <a:xfrm>
              <a:off x="4670" y="1506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" name="Rectangle 104"/>
            <p:cNvSpPr>
              <a:spLocks noChangeArrowheads="1"/>
            </p:cNvSpPr>
            <p:nvPr/>
          </p:nvSpPr>
          <p:spPr bwMode="auto">
            <a:xfrm>
              <a:off x="4670" y="189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7" name="Line 105"/>
            <p:cNvSpPr>
              <a:spLocks noChangeShapeType="1"/>
            </p:cNvSpPr>
            <p:nvPr/>
          </p:nvSpPr>
          <p:spPr bwMode="auto">
            <a:xfrm>
              <a:off x="5494" y="1179"/>
              <a:ext cx="0" cy="7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" name="Text Box 107"/>
            <p:cNvSpPr txBox="1">
              <a:spLocks noChangeArrowheads="1"/>
            </p:cNvSpPr>
            <p:nvPr/>
          </p:nvSpPr>
          <p:spPr bwMode="auto">
            <a:xfrm>
              <a:off x="5013" y="857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 err="1"/>
                <a:t>j</a:t>
              </a:r>
              <a:r>
                <a:rPr lang="en-US" altLang="zh-CN" sz="2400" i="1" dirty="0" err="1">
                  <a:sym typeface="Symbol" panose="05050102010706020507" pitchFamily="18" charset="2"/>
                </a:rPr>
                <a:t>L</a:t>
              </a:r>
              <a:endParaRPr lang="en-US" altLang="zh-CN" sz="2400" i="1" dirty="0">
                <a:sym typeface="Symbol" panose="05050102010706020507" pitchFamily="18" charset="2"/>
              </a:endParaRPr>
            </a:p>
          </p:txBody>
        </p:sp>
        <p:sp>
          <p:nvSpPr>
            <p:cNvPr id="129" name="Text Box 109"/>
            <p:cNvSpPr txBox="1">
              <a:spLocks noChangeArrowheads="1"/>
            </p:cNvSpPr>
            <p:nvPr/>
          </p:nvSpPr>
          <p:spPr bwMode="auto">
            <a:xfrm>
              <a:off x="4568" y="871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i="1"/>
                <a:t>R</a:t>
              </a:r>
              <a:endParaRPr lang="en-US" altLang="zh-CN" sz="2400" i="1">
                <a:sym typeface="Symbol" panose="05050102010706020507" pitchFamily="18" charset="2"/>
              </a:endParaRPr>
            </a:p>
          </p:txBody>
        </p:sp>
      </p:grpSp>
      <p:sp>
        <p:nvSpPr>
          <p:cNvPr id="173" name="Text Box 40"/>
          <p:cNvSpPr txBox="1">
            <a:spLocks noChangeArrowheads="1"/>
          </p:cNvSpPr>
          <p:nvPr/>
        </p:nvSpPr>
        <p:spPr bwMode="auto">
          <a:xfrm>
            <a:off x="424817" y="3562376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4" name="Text Box 40"/>
          <p:cNvSpPr txBox="1">
            <a:spLocks noChangeArrowheads="1"/>
          </p:cNvSpPr>
          <p:nvPr/>
        </p:nvSpPr>
        <p:spPr bwMode="auto">
          <a:xfrm>
            <a:off x="1027846" y="3522279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(2)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sp>
        <p:nvSpPr>
          <p:cNvPr id="85" name="Text Box 4"/>
          <p:cNvSpPr txBox="1">
            <a:spLocks noChangeArrowheads="1"/>
          </p:cNvSpPr>
          <p:nvPr/>
        </p:nvSpPr>
        <p:spPr bwMode="auto">
          <a:xfrm>
            <a:off x="1588673" y="3552710"/>
            <a:ext cx="9995488" cy="10769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由于感性阻抗原为星形联结，故采用并联电容的方式，即电容也采用星形联结。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6" name="Rectangle 52"/>
          <p:cNvSpPr>
            <a:spLocks noChangeArrowheads="1"/>
          </p:cNvSpPr>
          <p:nvPr/>
        </p:nvSpPr>
        <p:spPr bwMode="auto">
          <a:xfrm>
            <a:off x="1587472" y="4709604"/>
            <a:ext cx="9683951" cy="10813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感性负载阻抗角为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60º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，提高功率因数到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0.9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时，功率因数角为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arccos0.9=25.84º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8" name="Group 67"/>
          <p:cNvGrpSpPr/>
          <p:nvPr/>
        </p:nvGrpSpPr>
        <p:grpSpPr bwMode="auto">
          <a:xfrm>
            <a:off x="10457036" y="1352947"/>
            <a:ext cx="1450975" cy="371475"/>
            <a:chOff x="4617" y="411"/>
            <a:chExt cx="914" cy="234"/>
          </a:xfrm>
        </p:grpSpPr>
        <p:sp>
          <p:nvSpPr>
            <p:cNvPr id="89" name="Line 62"/>
            <p:cNvSpPr>
              <a:spLocks noChangeShapeType="1"/>
            </p:cNvSpPr>
            <p:nvPr/>
          </p:nvSpPr>
          <p:spPr bwMode="auto">
            <a:xfrm>
              <a:off x="4965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0" name="Line 63"/>
            <p:cNvSpPr>
              <a:spLocks noChangeShapeType="1"/>
            </p:cNvSpPr>
            <p:nvPr/>
          </p:nvSpPr>
          <p:spPr bwMode="auto">
            <a:xfrm>
              <a:off x="5042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1" name="Line 64"/>
            <p:cNvSpPr>
              <a:spLocks noChangeShapeType="1"/>
            </p:cNvSpPr>
            <p:nvPr/>
          </p:nvSpPr>
          <p:spPr bwMode="auto">
            <a:xfrm>
              <a:off x="5038" y="576"/>
              <a:ext cx="49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2" name="Line 65"/>
            <p:cNvSpPr>
              <a:spLocks noChangeShapeType="1"/>
            </p:cNvSpPr>
            <p:nvPr/>
          </p:nvSpPr>
          <p:spPr bwMode="auto">
            <a:xfrm>
              <a:off x="4621" y="579"/>
              <a:ext cx="3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3" name="Line 66"/>
            <p:cNvSpPr>
              <a:spLocks noChangeShapeType="1"/>
            </p:cNvSpPr>
            <p:nvPr/>
          </p:nvSpPr>
          <p:spPr bwMode="auto">
            <a:xfrm flipV="1">
              <a:off x="4617" y="411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50" name="Group 68"/>
          <p:cNvGrpSpPr/>
          <p:nvPr/>
        </p:nvGrpSpPr>
        <p:grpSpPr bwMode="auto">
          <a:xfrm>
            <a:off x="10464973" y="1946672"/>
            <a:ext cx="1450975" cy="371475"/>
            <a:chOff x="4617" y="411"/>
            <a:chExt cx="914" cy="234"/>
          </a:xfrm>
        </p:grpSpPr>
        <p:sp>
          <p:nvSpPr>
            <p:cNvPr id="151" name="Line 69"/>
            <p:cNvSpPr>
              <a:spLocks noChangeShapeType="1"/>
            </p:cNvSpPr>
            <p:nvPr/>
          </p:nvSpPr>
          <p:spPr bwMode="auto">
            <a:xfrm>
              <a:off x="4965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2" name="Line 70"/>
            <p:cNvSpPr>
              <a:spLocks noChangeShapeType="1"/>
            </p:cNvSpPr>
            <p:nvPr/>
          </p:nvSpPr>
          <p:spPr bwMode="auto">
            <a:xfrm>
              <a:off x="5042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3" name="Line 71"/>
            <p:cNvSpPr>
              <a:spLocks noChangeShapeType="1"/>
            </p:cNvSpPr>
            <p:nvPr/>
          </p:nvSpPr>
          <p:spPr bwMode="auto">
            <a:xfrm>
              <a:off x="5038" y="576"/>
              <a:ext cx="49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4" name="Line 72"/>
            <p:cNvSpPr>
              <a:spLocks noChangeShapeType="1"/>
            </p:cNvSpPr>
            <p:nvPr/>
          </p:nvSpPr>
          <p:spPr bwMode="auto">
            <a:xfrm>
              <a:off x="4621" y="579"/>
              <a:ext cx="3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61" name="Line 73"/>
            <p:cNvSpPr>
              <a:spLocks noChangeShapeType="1"/>
            </p:cNvSpPr>
            <p:nvPr/>
          </p:nvSpPr>
          <p:spPr bwMode="auto">
            <a:xfrm flipV="1">
              <a:off x="4617" y="411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62" name="Group 81"/>
          <p:cNvGrpSpPr/>
          <p:nvPr/>
        </p:nvGrpSpPr>
        <p:grpSpPr bwMode="auto">
          <a:xfrm>
            <a:off x="10477673" y="2514997"/>
            <a:ext cx="1450975" cy="403225"/>
            <a:chOff x="4630" y="1143"/>
            <a:chExt cx="914" cy="254"/>
          </a:xfrm>
        </p:grpSpPr>
        <p:grpSp>
          <p:nvGrpSpPr>
            <p:cNvPr id="163" name="Group 74"/>
            <p:cNvGrpSpPr/>
            <p:nvPr/>
          </p:nvGrpSpPr>
          <p:grpSpPr bwMode="auto">
            <a:xfrm>
              <a:off x="4630" y="1163"/>
              <a:ext cx="914" cy="234"/>
              <a:chOff x="4617" y="411"/>
              <a:chExt cx="914" cy="234"/>
            </a:xfrm>
          </p:grpSpPr>
          <p:sp>
            <p:nvSpPr>
              <p:cNvPr id="165" name="Line 75"/>
              <p:cNvSpPr>
                <a:spLocks noChangeShapeType="1"/>
              </p:cNvSpPr>
              <p:nvPr/>
            </p:nvSpPr>
            <p:spPr bwMode="auto">
              <a:xfrm>
                <a:off x="4965" y="517"/>
                <a:ext cx="0" cy="12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6" name="Line 76"/>
              <p:cNvSpPr>
                <a:spLocks noChangeShapeType="1"/>
              </p:cNvSpPr>
              <p:nvPr/>
            </p:nvSpPr>
            <p:spPr bwMode="auto">
              <a:xfrm>
                <a:off x="5042" y="517"/>
                <a:ext cx="0" cy="12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7" name="Line 77"/>
              <p:cNvSpPr>
                <a:spLocks noChangeShapeType="1"/>
              </p:cNvSpPr>
              <p:nvPr/>
            </p:nvSpPr>
            <p:spPr bwMode="auto">
              <a:xfrm>
                <a:off x="5038" y="576"/>
                <a:ext cx="49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8" name="Line 78"/>
              <p:cNvSpPr>
                <a:spLocks noChangeShapeType="1"/>
              </p:cNvSpPr>
              <p:nvPr/>
            </p:nvSpPr>
            <p:spPr bwMode="auto">
              <a:xfrm>
                <a:off x="4621" y="579"/>
                <a:ext cx="35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9" name="Line 79"/>
              <p:cNvSpPr>
                <a:spLocks noChangeShapeType="1"/>
              </p:cNvSpPr>
              <p:nvPr/>
            </p:nvSpPr>
            <p:spPr bwMode="auto">
              <a:xfrm flipV="1">
                <a:off x="4617" y="411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64" name="Line 80"/>
            <p:cNvSpPr>
              <a:spLocks noChangeShapeType="1"/>
            </p:cNvSpPr>
            <p:nvPr/>
          </p:nvSpPr>
          <p:spPr bwMode="auto">
            <a:xfrm flipV="1">
              <a:off x="5540" y="1143"/>
              <a:ext cx="0" cy="1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5" grpId="0"/>
      <p:bldP spid="86" grpId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6" name="Rectangle 4"/>
          <p:cNvSpPr>
            <a:spLocks noChangeArrowheads="1"/>
          </p:cNvSpPr>
          <p:nvPr/>
        </p:nvSpPr>
        <p:spPr bwMode="auto">
          <a:xfrm>
            <a:off x="479375" y="895360"/>
            <a:ext cx="7428135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对称三相电路，电源线电压</a:t>
            </a:r>
            <a:r>
              <a:rPr kumimoji="1" lang="en-US" altLang="zh-CN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U</a:t>
            </a:r>
            <a:r>
              <a:rPr kumimoji="1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l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R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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。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已知其中一个功率表读数为零，求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另一个功率表的读数以及负载吸收的平均功率；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如何能将电路的功率因数提高到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0.9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？ 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7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grpSp>
        <p:nvGrpSpPr>
          <p:cNvPr id="95" name="Group 110"/>
          <p:cNvGrpSpPr/>
          <p:nvPr/>
        </p:nvGrpSpPr>
        <p:grpSpPr bwMode="auto">
          <a:xfrm>
            <a:off x="8452023" y="787213"/>
            <a:ext cx="3476625" cy="2357438"/>
            <a:chOff x="3313" y="826"/>
            <a:chExt cx="2190" cy="1485"/>
          </a:xfrm>
        </p:grpSpPr>
        <p:sp>
          <p:nvSpPr>
            <p:cNvPr id="96" name="Line 60"/>
            <p:cNvSpPr>
              <a:spLocks noChangeShapeType="1"/>
            </p:cNvSpPr>
            <p:nvPr/>
          </p:nvSpPr>
          <p:spPr bwMode="auto">
            <a:xfrm>
              <a:off x="4327" y="914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Line 63"/>
            <p:cNvSpPr>
              <a:spLocks noChangeShapeType="1"/>
            </p:cNvSpPr>
            <p:nvPr/>
          </p:nvSpPr>
          <p:spPr bwMode="auto">
            <a:xfrm>
              <a:off x="3655" y="1187"/>
              <a:ext cx="14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8" name="Line 64"/>
            <p:cNvSpPr>
              <a:spLocks noChangeShapeType="1"/>
            </p:cNvSpPr>
            <p:nvPr/>
          </p:nvSpPr>
          <p:spPr bwMode="auto">
            <a:xfrm>
              <a:off x="3637" y="1566"/>
              <a:ext cx="14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9" name="Line 65"/>
            <p:cNvSpPr>
              <a:spLocks noChangeShapeType="1"/>
            </p:cNvSpPr>
            <p:nvPr/>
          </p:nvSpPr>
          <p:spPr bwMode="auto">
            <a:xfrm>
              <a:off x="3664" y="1946"/>
              <a:ext cx="1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0" name="Oval 66"/>
            <p:cNvSpPr>
              <a:spLocks noChangeArrowheads="1"/>
            </p:cNvSpPr>
            <p:nvPr/>
          </p:nvSpPr>
          <p:spPr bwMode="auto">
            <a:xfrm>
              <a:off x="4167" y="102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1" name="Oval 67"/>
            <p:cNvSpPr>
              <a:spLocks noChangeArrowheads="1"/>
            </p:cNvSpPr>
            <p:nvPr/>
          </p:nvSpPr>
          <p:spPr bwMode="auto">
            <a:xfrm>
              <a:off x="4182" y="1789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2" name="Text Box 68"/>
            <p:cNvSpPr txBox="1">
              <a:spLocks noChangeArrowheads="1"/>
            </p:cNvSpPr>
            <p:nvPr/>
          </p:nvSpPr>
          <p:spPr bwMode="auto">
            <a:xfrm>
              <a:off x="4158" y="1048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1</a:t>
              </a:r>
              <a:endParaRPr lang="en-US" altLang="zh-CN" sz="2000" baseline="-25000"/>
            </a:p>
          </p:txBody>
        </p:sp>
        <p:sp>
          <p:nvSpPr>
            <p:cNvPr id="103" name="Text Box 69"/>
            <p:cNvSpPr txBox="1">
              <a:spLocks noChangeArrowheads="1"/>
            </p:cNvSpPr>
            <p:nvPr/>
          </p:nvSpPr>
          <p:spPr bwMode="auto">
            <a:xfrm>
              <a:off x="4174" y="1800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2</a:t>
              </a:r>
              <a:endParaRPr lang="en-US" altLang="zh-CN" sz="2000" baseline="-25000"/>
            </a:p>
          </p:txBody>
        </p:sp>
        <p:sp>
          <p:nvSpPr>
            <p:cNvPr id="104" name="Line 70"/>
            <p:cNvSpPr>
              <a:spLocks noChangeShapeType="1"/>
            </p:cNvSpPr>
            <p:nvPr/>
          </p:nvSpPr>
          <p:spPr bwMode="auto">
            <a:xfrm flipV="1">
              <a:off x="4070" y="914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5" name="Line 71"/>
            <p:cNvSpPr>
              <a:spLocks noChangeShapeType="1"/>
            </p:cNvSpPr>
            <p:nvPr/>
          </p:nvSpPr>
          <p:spPr bwMode="auto">
            <a:xfrm>
              <a:off x="4070" y="923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Line 72"/>
            <p:cNvSpPr>
              <a:spLocks noChangeShapeType="1"/>
            </p:cNvSpPr>
            <p:nvPr/>
          </p:nvSpPr>
          <p:spPr bwMode="auto">
            <a:xfrm flipV="1">
              <a:off x="4086" y="1945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7" name="Line 73"/>
            <p:cNvSpPr>
              <a:spLocks noChangeShapeType="1"/>
            </p:cNvSpPr>
            <p:nvPr/>
          </p:nvSpPr>
          <p:spPr bwMode="auto">
            <a:xfrm>
              <a:off x="4077" y="2224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08" name="Text Box 74"/>
            <p:cNvSpPr txBox="1">
              <a:spLocks noChangeArrowheads="1"/>
            </p:cNvSpPr>
            <p:nvPr/>
          </p:nvSpPr>
          <p:spPr bwMode="auto">
            <a:xfrm>
              <a:off x="3820" y="1127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09" name="Text Box 75"/>
            <p:cNvSpPr txBox="1">
              <a:spLocks noChangeArrowheads="1"/>
            </p:cNvSpPr>
            <p:nvPr/>
          </p:nvSpPr>
          <p:spPr bwMode="auto">
            <a:xfrm>
              <a:off x="3819" y="1710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0" name="Text Box 76"/>
            <p:cNvSpPr txBox="1">
              <a:spLocks noChangeArrowheads="1"/>
            </p:cNvSpPr>
            <p:nvPr/>
          </p:nvSpPr>
          <p:spPr bwMode="auto">
            <a:xfrm>
              <a:off x="4291" y="82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sym typeface="Symbol" panose="05050102010706020507" pitchFamily="18" charset="2"/>
                </a:rPr>
                <a:t></a:t>
              </a:r>
              <a:endParaRPr lang="zh-CN" altLang="en-US" sz="2400" dirty="0">
                <a:sym typeface="Symbol" panose="05050102010706020507" pitchFamily="18" charset="2"/>
              </a:endParaRPr>
            </a:p>
          </p:txBody>
        </p:sp>
        <p:sp>
          <p:nvSpPr>
            <p:cNvPr id="111" name="Text Box 77"/>
            <p:cNvSpPr txBox="1">
              <a:spLocks noChangeArrowheads="1"/>
            </p:cNvSpPr>
            <p:nvPr/>
          </p:nvSpPr>
          <p:spPr bwMode="auto">
            <a:xfrm>
              <a:off x="4291" y="202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112" name="Oval 78"/>
            <p:cNvSpPr>
              <a:spLocks noChangeArrowheads="1"/>
            </p:cNvSpPr>
            <p:nvPr/>
          </p:nvSpPr>
          <p:spPr bwMode="auto">
            <a:xfrm>
              <a:off x="4052" y="191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3" name="Oval 79"/>
            <p:cNvSpPr>
              <a:spLocks noChangeArrowheads="1"/>
            </p:cNvSpPr>
            <p:nvPr/>
          </p:nvSpPr>
          <p:spPr bwMode="auto">
            <a:xfrm>
              <a:off x="4298" y="1531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4" name="Oval 80"/>
            <p:cNvSpPr>
              <a:spLocks noChangeArrowheads="1"/>
            </p:cNvSpPr>
            <p:nvPr/>
          </p:nvSpPr>
          <p:spPr bwMode="auto">
            <a:xfrm>
              <a:off x="4041" y="1158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" name="Oval 81"/>
            <p:cNvSpPr>
              <a:spLocks noChangeArrowheads="1"/>
            </p:cNvSpPr>
            <p:nvPr/>
          </p:nvSpPr>
          <p:spPr bwMode="auto">
            <a:xfrm>
              <a:off x="3602" y="1921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6" name="Oval 82"/>
            <p:cNvSpPr>
              <a:spLocks noChangeArrowheads="1"/>
            </p:cNvSpPr>
            <p:nvPr/>
          </p:nvSpPr>
          <p:spPr bwMode="auto">
            <a:xfrm>
              <a:off x="3602" y="1538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" name="Oval 83"/>
            <p:cNvSpPr>
              <a:spLocks noChangeArrowheads="1"/>
            </p:cNvSpPr>
            <p:nvPr/>
          </p:nvSpPr>
          <p:spPr bwMode="auto">
            <a:xfrm>
              <a:off x="3602" y="1156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8" name="Text Box 84"/>
            <p:cNvSpPr txBox="1">
              <a:spLocks noChangeArrowheads="1"/>
            </p:cNvSpPr>
            <p:nvPr/>
          </p:nvSpPr>
          <p:spPr bwMode="auto">
            <a:xfrm>
              <a:off x="3313" y="1038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119" name="Text Box 85"/>
            <p:cNvSpPr txBox="1">
              <a:spLocks noChangeArrowheads="1"/>
            </p:cNvSpPr>
            <p:nvPr/>
          </p:nvSpPr>
          <p:spPr bwMode="auto">
            <a:xfrm>
              <a:off x="3313" y="1416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120" name="Text Box 86"/>
            <p:cNvSpPr txBox="1">
              <a:spLocks noChangeArrowheads="1"/>
            </p:cNvSpPr>
            <p:nvPr/>
          </p:nvSpPr>
          <p:spPr bwMode="auto">
            <a:xfrm>
              <a:off x="3313" y="1795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  <p:grpSp>
          <p:nvGrpSpPr>
            <p:cNvPr id="121" name="Group 91"/>
            <p:cNvGrpSpPr/>
            <p:nvPr/>
          </p:nvGrpSpPr>
          <p:grpSpPr bwMode="auto">
            <a:xfrm>
              <a:off x="5078" y="1124"/>
              <a:ext cx="425" cy="73"/>
              <a:chOff x="5158" y="1203"/>
              <a:chExt cx="425" cy="73"/>
            </a:xfrm>
          </p:grpSpPr>
          <p:sp>
            <p:nvSpPr>
              <p:cNvPr id="138" name="Freeform 87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88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89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" name="Line 90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2" name="Group 92"/>
            <p:cNvGrpSpPr/>
            <p:nvPr/>
          </p:nvGrpSpPr>
          <p:grpSpPr bwMode="auto">
            <a:xfrm>
              <a:off x="5078" y="1494"/>
              <a:ext cx="425" cy="73"/>
              <a:chOff x="5158" y="1203"/>
              <a:chExt cx="425" cy="73"/>
            </a:xfrm>
          </p:grpSpPr>
          <p:sp>
            <p:nvSpPr>
              <p:cNvPr id="134" name="Freeform 93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94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95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7" name="Line 96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3" name="Group 97"/>
            <p:cNvGrpSpPr/>
            <p:nvPr/>
          </p:nvGrpSpPr>
          <p:grpSpPr bwMode="auto">
            <a:xfrm>
              <a:off x="5078" y="1873"/>
              <a:ext cx="425" cy="73"/>
              <a:chOff x="5158" y="1203"/>
              <a:chExt cx="425" cy="73"/>
            </a:xfrm>
          </p:grpSpPr>
          <p:sp>
            <p:nvSpPr>
              <p:cNvPr id="130" name="Freeform 98"/>
              <p:cNvSpPr/>
              <p:nvPr/>
            </p:nvSpPr>
            <p:spPr bwMode="auto">
              <a:xfrm>
                <a:off x="5158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99"/>
              <p:cNvSpPr/>
              <p:nvPr/>
            </p:nvSpPr>
            <p:spPr bwMode="auto">
              <a:xfrm>
                <a:off x="5260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100"/>
              <p:cNvSpPr/>
              <p:nvPr/>
            </p:nvSpPr>
            <p:spPr bwMode="auto">
              <a:xfrm>
                <a:off x="5361" y="1203"/>
                <a:ext cx="106" cy="73"/>
              </a:xfrm>
              <a:custGeom>
                <a:avLst/>
                <a:gdLst>
                  <a:gd name="T0" fmla="*/ 0 w 106"/>
                  <a:gd name="T1" fmla="*/ 64 h 73"/>
                  <a:gd name="T2" fmla="*/ 53 w 106"/>
                  <a:gd name="T3" fmla="*/ 2 h 73"/>
                  <a:gd name="T4" fmla="*/ 106 w 106"/>
                  <a:gd name="T5" fmla="*/ 7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73">
                    <a:moveTo>
                      <a:pt x="0" y="64"/>
                    </a:moveTo>
                    <a:cubicBezTo>
                      <a:pt x="17" y="32"/>
                      <a:pt x="35" y="0"/>
                      <a:pt x="53" y="2"/>
                    </a:cubicBezTo>
                    <a:cubicBezTo>
                      <a:pt x="71" y="4"/>
                      <a:pt x="99" y="63"/>
                      <a:pt x="106" y="73"/>
                    </a:cubicBez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" name="Line 101"/>
              <p:cNvSpPr>
                <a:spLocks noChangeShapeType="1"/>
              </p:cNvSpPr>
              <p:nvPr/>
            </p:nvSpPr>
            <p:spPr bwMode="auto">
              <a:xfrm>
                <a:off x="5468" y="1266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4" name="Rectangle 102"/>
            <p:cNvSpPr>
              <a:spLocks noChangeArrowheads="1"/>
            </p:cNvSpPr>
            <p:nvPr/>
          </p:nvSpPr>
          <p:spPr bwMode="auto">
            <a:xfrm>
              <a:off x="4670" y="113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5" name="Rectangle 103"/>
            <p:cNvSpPr>
              <a:spLocks noChangeArrowheads="1"/>
            </p:cNvSpPr>
            <p:nvPr/>
          </p:nvSpPr>
          <p:spPr bwMode="auto">
            <a:xfrm>
              <a:off x="4670" y="1506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" name="Rectangle 104"/>
            <p:cNvSpPr>
              <a:spLocks noChangeArrowheads="1"/>
            </p:cNvSpPr>
            <p:nvPr/>
          </p:nvSpPr>
          <p:spPr bwMode="auto">
            <a:xfrm>
              <a:off x="4670" y="1895"/>
              <a:ext cx="230" cy="98"/>
            </a:xfrm>
            <a:prstGeom prst="rect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7" name="Line 105"/>
            <p:cNvSpPr>
              <a:spLocks noChangeShapeType="1"/>
            </p:cNvSpPr>
            <p:nvPr/>
          </p:nvSpPr>
          <p:spPr bwMode="auto">
            <a:xfrm>
              <a:off x="5494" y="1179"/>
              <a:ext cx="0" cy="7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" name="Text Box 107"/>
            <p:cNvSpPr txBox="1">
              <a:spLocks noChangeArrowheads="1"/>
            </p:cNvSpPr>
            <p:nvPr/>
          </p:nvSpPr>
          <p:spPr bwMode="auto">
            <a:xfrm>
              <a:off x="5013" y="857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 err="1"/>
                <a:t>j</a:t>
              </a:r>
              <a:r>
                <a:rPr lang="en-US" altLang="zh-CN" sz="2400" i="1" dirty="0" err="1">
                  <a:sym typeface="Symbol" panose="05050102010706020507" pitchFamily="18" charset="2"/>
                </a:rPr>
                <a:t>L</a:t>
              </a:r>
              <a:endParaRPr lang="en-US" altLang="zh-CN" sz="2400" i="1" dirty="0">
                <a:sym typeface="Symbol" panose="05050102010706020507" pitchFamily="18" charset="2"/>
              </a:endParaRPr>
            </a:p>
          </p:txBody>
        </p:sp>
        <p:sp>
          <p:nvSpPr>
            <p:cNvPr id="129" name="Text Box 109"/>
            <p:cNvSpPr txBox="1">
              <a:spLocks noChangeArrowheads="1"/>
            </p:cNvSpPr>
            <p:nvPr/>
          </p:nvSpPr>
          <p:spPr bwMode="auto">
            <a:xfrm>
              <a:off x="4568" y="871"/>
              <a:ext cx="46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i="1"/>
                <a:t>R</a:t>
              </a:r>
              <a:endParaRPr lang="en-US" altLang="zh-CN" sz="2400" i="1">
                <a:sym typeface="Symbol" panose="05050102010706020507" pitchFamily="18" charset="2"/>
              </a:endParaRPr>
            </a:p>
          </p:txBody>
        </p:sp>
      </p:grpSp>
      <p:sp>
        <p:nvSpPr>
          <p:cNvPr id="173" name="Text Box 40"/>
          <p:cNvSpPr txBox="1">
            <a:spLocks noChangeArrowheads="1"/>
          </p:cNvSpPr>
          <p:nvPr/>
        </p:nvSpPr>
        <p:spPr bwMode="auto">
          <a:xfrm>
            <a:off x="424817" y="3562376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/>
            <a:r>
              <a:rPr lang="zh-CN" altLang="en-US" dirty="0">
                <a:solidFill>
                  <a:srgbClr val="0000FF"/>
                </a:solidFill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lang="zh-CN" altLang="en-US" dirty="0">
              <a:solidFill>
                <a:srgbClr val="0000FF"/>
              </a:solidFill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4" name="Text Box 40"/>
          <p:cNvSpPr txBox="1">
            <a:spLocks noChangeArrowheads="1"/>
          </p:cNvSpPr>
          <p:nvPr/>
        </p:nvSpPr>
        <p:spPr bwMode="auto">
          <a:xfrm>
            <a:off x="1027846" y="3522279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(2)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grpSp>
        <p:nvGrpSpPr>
          <p:cNvPr id="88" name="Group 67"/>
          <p:cNvGrpSpPr/>
          <p:nvPr/>
        </p:nvGrpSpPr>
        <p:grpSpPr bwMode="auto">
          <a:xfrm>
            <a:off x="10457036" y="1352947"/>
            <a:ext cx="1450975" cy="371475"/>
            <a:chOff x="4617" y="411"/>
            <a:chExt cx="914" cy="234"/>
          </a:xfrm>
        </p:grpSpPr>
        <p:sp>
          <p:nvSpPr>
            <p:cNvPr id="89" name="Line 62"/>
            <p:cNvSpPr>
              <a:spLocks noChangeShapeType="1"/>
            </p:cNvSpPr>
            <p:nvPr/>
          </p:nvSpPr>
          <p:spPr bwMode="auto">
            <a:xfrm>
              <a:off x="4965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0" name="Line 63"/>
            <p:cNvSpPr>
              <a:spLocks noChangeShapeType="1"/>
            </p:cNvSpPr>
            <p:nvPr/>
          </p:nvSpPr>
          <p:spPr bwMode="auto">
            <a:xfrm>
              <a:off x="5042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1" name="Line 64"/>
            <p:cNvSpPr>
              <a:spLocks noChangeShapeType="1"/>
            </p:cNvSpPr>
            <p:nvPr/>
          </p:nvSpPr>
          <p:spPr bwMode="auto">
            <a:xfrm>
              <a:off x="5038" y="576"/>
              <a:ext cx="49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2" name="Line 65"/>
            <p:cNvSpPr>
              <a:spLocks noChangeShapeType="1"/>
            </p:cNvSpPr>
            <p:nvPr/>
          </p:nvSpPr>
          <p:spPr bwMode="auto">
            <a:xfrm>
              <a:off x="4621" y="579"/>
              <a:ext cx="3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93" name="Line 66"/>
            <p:cNvSpPr>
              <a:spLocks noChangeShapeType="1"/>
            </p:cNvSpPr>
            <p:nvPr/>
          </p:nvSpPr>
          <p:spPr bwMode="auto">
            <a:xfrm flipV="1">
              <a:off x="4617" y="411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50" name="Group 68"/>
          <p:cNvGrpSpPr/>
          <p:nvPr/>
        </p:nvGrpSpPr>
        <p:grpSpPr bwMode="auto">
          <a:xfrm>
            <a:off x="10464973" y="1946672"/>
            <a:ext cx="1450975" cy="371475"/>
            <a:chOff x="4617" y="411"/>
            <a:chExt cx="914" cy="234"/>
          </a:xfrm>
        </p:grpSpPr>
        <p:sp>
          <p:nvSpPr>
            <p:cNvPr id="151" name="Line 69"/>
            <p:cNvSpPr>
              <a:spLocks noChangeShapeType="1"/>
            </p:cNvSpPr>
            <p:nvPr/>
          </p:nvSpPr>
          <p:spPr bwMode="auto">
            <a:xfrm>
              <a:off x="4965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2" name="Line 70"/>
            <p:cNvSpPr>
              <a:spLocks noChangeShapeType="1"/>
            </p:cNvSpPr>
            <p:nvPr/>
          </p:nvSpPr>
          <p:spPr bwMode="auto">
            <a:xfrm>
              <a:off x="5042" y="517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3" name="Line 71"/>
            <p:cNvSpPr>
              <a:spLocks noChangeShapeType="1"/>
            </p:cNvSpPr>
            <p:nvPr/>
          </p:nvSpPr>
          <p:spPr bwMode="auto">
            <a:xfrm>
              <a:off x="5038" y="576"/>
              <a:ext cx="49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4" name="Line 72"/>
            <p:cNvSpPr>
              <a:spLocks noChangeShapeType="1"/>
            </p:cNvSpPr>
            <p:nvPr/>
          </p:nvSpPr>
          <p:spPr bwMode="auto">
            <a:xfrm>
              <a:off x="4621" y="579"/>
              <a:ext cx="3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61" name="Line 73"/>
            <p:cNvSpPr>
              <a:spLocks noChangeShapeType="1"/>
            </p:cNvSpPr>
            <p:nvPr/>
          </p:nvSpPr>
          <p:spPr bwMode="auto">
            <a:xfrm flipV="1">
              <a:off x="4617" y="411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62" name="Group 81"/>
          <p:cNvGrpSpPr/>
          <p:nvPr/>
        </p:nvGrpSpPr>
        <p:grpSpPr bwMode="auto">
          <a:xfrm>
            <a:off x="10477673" y="2514997"/>
            <a:ext cx="1450975" cy="403225"/>
            <a:chOff x="4630" y="1143"/>
            <a:chExt cx="914" cy="254"/>
          </a:xfrm>
        </p:grpSpPr>
        <p:grpSp>
          <p:nvGrpSpPr>
            <p:cNvPr id="163" name="Group 74"/>
            <p:cNvGrpSpPr/>
            <p:nvPr/>
          </p:nvGrpSpPr>
          <p:grpSpPr bwMode="auto">
            <a:xfrm>
              <a:off x="4630" y="1163"/>
              <a:ext cx="914" cy="234"/>
              <a:chOff x="4617" y="411"/>
              <a:chExt cx="914" cy="234"/>
            </a:xfrm>
          </p:grpSpPr>
          <p:sp>
            <p:nvSpPr>
              <p:cNvPr id="165" name="Line 75"/>
              <p:cNvSpPr>
                <a:spLocks noChangeShapeType="1"/>
              </p:cNvSpPr>
              <p:nvPr/>
            </p:nvSpPr>
            <p:spPr bwMode="auto">
              <a:xfrm>
                <a:off x="4965" y="517"/>
                <a:ext cx="0" cy="12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6" name="Line 76"/>
              <p:cNvSpPr>
                <a:spLocks noChangeShapeType="1"/>
              </p:cNvSpPr>
              <p:nvPr/>
            </p:nvSpPr>
            <p:spPr bwMode="auto">
              <a:xfrm>
                <a:off x="5042" y="517"/>
                <a:ext cx="0" cy="12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7" name="Line 77"/>
              <p:cNvSpPr>
                <a:spLocks noChangeShapeType="1"/>
              </p:cNvSpPr>
              <p:nvPr/>
            </p:nvSpPr>
            <p:spPr bwMode="auto">
              <a:xfrm>
                <a:off x="5038" y="576"/>
                <a:ext cx="49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8" name="Line 78"/>
              <p:cNvSpPr>
                <a:spLocks noChangeShapeType="1"/>
              </p:cNvSpPr>
              <p:nvPr/>
            </p:nvSpPr>
            <p:spPr bwMode="auto">
              <a:xfrm>
                <a:off x="4621" y="579"/>
                <a:ext cx="35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9" name="Line 79"/>
              <p:cNvSpPr>
                <a:spLocks noChangeShapeType="1"/>
              </p:cNvSpPr>
              <p:nvPr/>
            </p:nvSpPr>
            <p:spPr bwMode="auto">
              <a:xfrm flipV="1">
                <a:off x="4617" y="411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64" name="Line 80"/>
            <p:cNvSpPr>
              <a:spLocks noChangeShapeType="1"/>
            </p:cNvSpPr>
            <p:nvPr/>
          </p:nvSpPr>
          <p:spPr bwMode="auto">
            <a:xfrm flipV="1">
              <a:off x="5540" y="1143"/>
              <a:ext cx="0" cy="1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aphicFrame>
        <p:nvGraphicFramePr>
          <p:cNvPr id="75" name="Object 53"/>
          <p:cNvGraphicFramePr>
            <a:graphicFrameLocks noChangeAspect="1"/>
          </p:cNvGraphicFramePr>
          <p:nvPr/>
        </p:nvGraphicFramePr>
        <p:xfrm>
          <a:off x="1851264" y="6109600"/>
          <a:ext cx="1771650" cy="484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5418" name="Equation" r:id="rId1" imgW="20116800" imgH="5486400" progId="Equation.DSMT4">
                  <p:embed/>
                </p:oleObj>
              </mc:Choice>
              <mc:Fallback>
                <p:oleObj name="Equation" r:id="rId1" imgW="20116800" imgH="548640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51264" y="6109600"/>
                        <a:ext cx="1771650" cy="4841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6" name="Text Box 55"/>
          <p:cNvSpPr txBox="1">
            <a:spLocks noChangeArrowheads="1"/>
          </p:cNvSpPr>
          <p:nvPr/>
        </p:nvSpPr>
        <p:spPr bwMode="auto">
          <a:xfrm>
            <a:off x="1595628" y="3478161"/>
            <a:ext cx="8734408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并联电容前后有功功率不变，所以无功功率可表示为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77" name="Object 56"/>
          <p:cNvGraphicFramePr>
            <a:graphicFrameLocks noChangeAspect="1"/>
          </p:cNvGraphicFramePr>
          <p:nvPr/>
        </p:nvGraphicFramePr>
        <p:xfrm>
          <a:off x="1828991" y="4081489"/>
          <a:ext cx="2143125" cy="890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5419" name="Equation" r:id="rId3" imgW="23164800" imgH="9753600" progId="Equation.DSMT4">
                  <p:embed/>
                </p:oleObj>
              </mc:Choice>
              <mc:Fallback>
                <p:oleObj name="Equation" r:id="rId3" imgW="23164800" imgH="975360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28991" y="4081489"/>
                        <a:ext cx="2143125" cy="890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8" name="Object 57"/>
          <p:cNvGraphicFramePr>
            <a:graphicFrameLocks noChangeAspect="1"/>
          </p:cNvGraphicFramePr>
          <p:nvPr/>
        </p:nvGraphicFramePr>
        <p:xfrm>
          <a:off x="1817084" y="4972077"/>
          <a:ext cx="2592388" cy="890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5420" name="Equation" r:id="rId5" imgW="28041600" imgH="9753600" progId="Equation.DSMT4">
                  <p:embed/>
                </p:oleObj>
              </mc:Choice>
              <mc:Fallback>
                <p:oleObj name="Equation" r:id="rId5" imgW="28041600" imgH="975360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17084" y="4972077"/>
                        <a:ext cx="2592388" cy="890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9" name="Group 61"/>
          <p:cNvGrpSpPr/>
          <p:nvPr/>
        </p:nvGrpSpPr>
        <p:grpSpPr bwMode="auto">
          <a:xfrm>
            <a:off x="3903364" y="5589240"/>
            <a:ext cx="5360988" cy="1209675"/>
            <a:chOff x="2172" y="3187"/>
            <a:chExt cx="3377" cy="762"/>
          </a:xfrm>
        </p:grpSpPr>
        <p:graphicFrame>
          <p:nvGraphicFramePr>
            <p:cNvPr id="80" name="Object 59"/>
            <p:cNvGraphicFramePr>
              <a:graphicFrameLocks noChangeAspect="1"/>
            </p:cNvGraphicFramePr>
            <p:nvPr/>
          </p:nvGraphicFramePr>
          <p:xfrm>
            <a:off x="2759" y="3187"/>
            <a:ext cx="2790" cy="7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5421" name="Equation" r:id="rId7" imgW="50292000" imgH="13716000" progId="Equation.DSMT4">
                    <p:embed/>
                  </p:oleObj>
                </mc:Choice>
                <mc:Fallback>
                  <p:oleObj name="Equation" r:id="rId7" imgW="50292000" imgH="13716000" progId="Equation.DSMT4">
                    <p:embed/>
                    <p:pic>
                      <p:nvPicPr>
                        <p:cNvPr id="0" name="Object 5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59" y="3187"/>
                          <a:ext cx="2790" cy="7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1" name="AutoShape 60"/>
            <p:cNvSpPr>
              <a:spLocks noChangeArrowheads="1"/>
            </p:cNvSpPr>
            <p:nvPr/>
          </p:nvSpPr>
          <p:spPr bwMode="auto">
            <a:xfrm>
              <a:off x="2172" y="3596"/>
              <a:ext cx="333" cy="180"/>
            </a:xfrm>
            <a:prstGeom prst="rightArrow">
              <a:avLst>
                <a:gd name="adj1" fmla="val 50000"/>
                <a:gd name="adj2" fmla="val 46250"/>
              </a:avLst>
            </a:prstGeom>
            <a:noFill/>
            <a:ln w="38100" algn="ctr">
              <a:solidFill>
                <a:srgbClr val="FF0000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76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674" name="Text Box 2"/>
          <p:cNvSpPr txBox="1">
            <a:spLocks noChangeArrowheads="1"/>
          </p:cNvSpPr>
          <p:nvPr/>
        </p:nvSpPr>
        <p:spPr bwMode="auto">
          <a:xfrm>
            <a:off x="623392" y="866974"/>
            <a:ext cx="7271469" cy="15940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529080" marR="0" lvl="0" indent="-152908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3.7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对称三相电路，负载功率 </a:t>
            </a:r>
            <a:r>
              <a:rPr kumimoji="0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P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=2.5kW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，功率因数为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0.8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（滞后）。求两功率表的读数 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68705" name="Object 33"/>
          <p:cNvGraphicFramePr>
            <a:graphicFrameLocks noChangeAspect="1"/>
          </p:cNvGraphicFramePr>
          <p:nvPr/>
        </p:nvGraphicFramePr>
        <p:xfrm>
          <a:off x="2554783" y="2448698"/>
          <a:ext cx="1531938" cy="474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0" name="Equation" r:id="rId1" imgW="17678400" imgH="5486400" progId="Equation.DSMT4">
                  <p:embed/>
                </p:oleObj>
              </mc:Choice>
              <mc:Fallback>
                <p:oleObj name="Equation" r:id="rId1" imgW="17678400" imgH="5486400" progId="Equation.DSMT4">
                  <p:embed/>
                  <p:pic>
                    <p:nvPicPr>
                      <p:cNvPr id="0" name="Object 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4783" y="2448698"/>
                        <a:ext cx="1531938" cy="4746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68707" name="Text Box 35"/>
          <p:cNvSpPr txBox="1">
            <a:spLocks noChangeArrowheads="1"/>
          </p:cNvSpPr>
          <p:nvPr/>
        </p:nvSpPr>
        <p:spPr bwMode="auto">
          <a:xfrm>
            <a:off x="1349871" y="2385196"/>
            <a:ext cx="11588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68745" name="Object 73"/>
          <p:cNvGraphicFramePr>
            <a:graphicFrameLocks noChangeAspect="1"/>
          </p:cNvGraphicFramePr>
          <p:nvPr/>
        </p:nvGraphicFramePr>
        <p:xfrm>
          <a:off x="2609853" y="2885643"/>
          <a:ext cx="1760537" cy="490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1" name="Equation" r:id="rId3" imgW="19202400" imgH="5486400" progId="Equation.DSMT4">
                  <p:embed/>
                </p:oleObj>
              </mc:Choice>
              <mc:Fallback>
                <p:oleObj name="Equation" r:id="rId3" imgW="19202400" imgH="5486400" progId="Equation.DSMT4">
                  <p:embed/>
                  <p:pic>
                    <p:nvPicPr>
                      <p:cNvPr id="0" name="Object 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09853" y="2885643"/>
                        <a:ext cx="1760537" cy="490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8748" name="Object 76"/>
          <p:cNvGraphicFramePr>
            <a:graphicFrameLocks noChangeAspect="1"/>
          </p:cNvGraphicFramePr>
          <p:nvPr/>
        </p:nvGraphicFramePr>
        <p:xfrm>
          <a:off x="1444327" y="3403003"/>
          <a:ext cx="1876425" cy="420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2" name="Equation" r:id="rId5" imgW="21640800" imgH="4876800" progId="Equation.DSMT4">
                  <p:embed/>
                </p:oleObj>
              </mc:Choice>
              <mc:Fallback>
                <p:oleObj name="Equation" r:id="rId5" imgW="21640800" imgH="4876800" progId="Equation.DSMT4">
                  <p:embed/>
                  <p:pic>
                    <p:nvPicPr>
                      <p:cNvPr id="0" name="Object 7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327" y="3403003"/>
                        <a:ext cx="1876425" cy="420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8749" name="Object 77"/>
          <p:cNvGraphicFramePr>
            <a:graphicFrameLocks noChangeAspect="1"/>
          </p:cNvGraphicFramePr>
          <p:nvPr/>
        </p:nvGraphicFramePr>
        <p:xfrm>
          <a:off x="1444327" y="3864379"/>
          <a:ext cx="3660775" cy="438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3" name="Equation" r:id="rId7" imgW="39928800" imgH="4876800" progId="Equation.DSMT4">
                  <p:embed/>
                </p:oleObj>
              </mc:Choice>
              <mc:Fallback>
                <p:oleObj name="Equation" r:id="rId7" imgW="39928800" imgH="4876800" progId="Equation.DSMT4">
                  <p:embed/>
                  <p:pic>
                    <p:nvPicPr>
                      <p:cNvPr id="0" name="Object 7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327" y="3864379"/>
                        <a:ext cx="3660775" cy="4381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8750" name="Object 78"/>
          <p:cNvGraphicFramePr>
            <a:graphicFrameLocks noChangeAspect="1"/>
          </p:cNvGraphicFramePr>
          <p:nvPr/>
        </p:nvGraphicFramePr>
        <p:xfrm>
          <a:off x="1426567" y="4316956"/>
          <a:ext cx="6121400" cy="490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4" name="Equation" r:id="rId9" imgW="66751200" imgH="5486400" progId="Equation.DSMT4">
                  <p:embed/>
                </p:oleObj>
              </mc:Choice>
              <mc:Fallback>
                <p:oleObj name="Equation" r:id="rId9" imgW="66751200" imgH="5486400" progId="Equation.DSMT4">
                  <p:embed/>
                  <p:pic>
                    <p:nvPicPr>
                      <p:cNvPr id="0" name="Object 7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26567" y="4316956"/>
                        <a:ext cx="6121400" cy="490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8751" name="Object 79"/>
          <p:cNvGraphicFramePr>
            <a:graphicFrameLocks noChangeAspect="1"/>
          </p:cNvGraphicFramePr>
          <p:nvPr/>
        </p:nvGraphicFramePr>
        <p:xfrm>
          <a:off x="2535138" y="5392555"/>
          <a:ext cx="6153150" cy="9572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5" name="Equation" r:id="rId11" imgW="67056000" imgH="10668000" progId="Equation.DSMT4">
                  <p:embed/>
                </p:oleObj>
              </mc:Choice>
              <mc:Fallback>
                <p:oleObj name="Equation" r:id="rId11" imgW="67056000" imgH="10668000" progId="Equation.DSMT4">
                  <p:embed/>
                  <p:pic>
                    <p:nvPicPr>
                      <p:cNvPr id="0" name="Object 7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35138" y="5392555"/>
                        <a:ext cx="6153150" cy="9572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68754" name="Text Box 82"/>
          <p:cNvSpPr txBox="1">
            <a:spLocks noChangeArrowheads="1"/>
          </p:cNvSpPr>
          <p:nvPr/>
        </p:nvSpPr>
        <p:spPr bwMode="auto">
          <a:xfrm>
            <a:off x="1387377" y="5565593"/>
            <a:ext cx="10302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因此</a:t>
            </a: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68755" name="Object 83"/>
          <p:cNvGraphicFramePr>
            <a:graphicFrameLocks noChangeAspect="1"/>
          </p:cNvGraphicFramePr>
          <p:nvPr/>
        </p:nvGraphicFramePr>
        <p:xfrm>
          <a:off x="4350445" y="4932041"/>
          <a:ext cx="20335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6" name="Equation" r:id="rId13" imgW="23469600" imgH="5486400" progId="Equation.DSMT4">
                  <p:embed/>
                </p:oleObj>
              </mc:Choice>
              <mc:Fallback>
                <p:oleObj name="Equation" r:id="rId13" imgW="23469600" imgH="5486400" progId="Equation.DSMT4">
                  <p:embed/>
                  <p:pic>
                    <p:nvPicPr>
                      <p:cNvPr id="0" name="Object 8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50445" y="4932041"/>
                        <a:ext cx="2033587" cy="473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8756" name="Object 84"/>
          <p:cNvGraphicFramePr>
            <a:graphicFrameLocks noChangeAspect="1"/>
          </p:cNvGraphicFramePr>
          <p:nvPr/>
        </p:nvGraphicFramePr>
        <p:xfrm>
          <a:off x="1416745" y="4887590"/>
          <a:ext cx="2562225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7" name="Equation" r:id="rId15" imgW="29565600" imgH="6096000" progId="Equation.DSMT4">
                  <p:embed/>
                </p:oleObj>
              </mc:Choice>
              <mc:Fallback>
                <p:oleObj name="Equation" r:id="rId15" imgW="29565600" imgH="6096000" progId="Equation.DSMT4">
                  <p:embed/>
                  <p:pic>
                    <p:nvPicPr>
                      <p:cNvPr id="0" name="Object 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6745" y="4887590"/>
                        <a:ext cx="2562225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8757" name="Object 85"/>
          <p:cNvGraphicFramePr>
            <a:graphicFrameLocks noChangeAspect="1"/>
          </p:cNvGraphicFramePr>
          <p:nvPr/>
        </p:nvGraphicFramePr>
        <p:xfrm>
          <a:off x="1449948" y="6383337"/>
          <a:ext cx="475456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8" name="Equation" r:id="rId17" imgW="54864000" imgH="5486400" progId="Equation.DSMT4">
                  <p:embed/>
                </p:oleObj>
              </mc:Choice>
              <mc:Fallback>
                <p:oleObj name="Equation" r:id="rId17" imgW="54864000" imgH="5486400" progId="Equation.DSMT4">
                  <p:embed/>
                  <p:pic>
                    <p:nvPicPr>
                      <p:cNvPr id="0" name="Object 8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9948" y="6383337"/>
                        <a:ext cx="4754563" cy="4746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68759" name="Rectangle 87"/>
          <p:cNvSpPr>
            <a:spLocks noChangeArrowheads="1"/>
          </p:cNvSpPr>
          <p:nvPr/>
        </p:nvSpPr>
        <p:spPr bwMode="auto">
          <a:xfrm>
            <a:off x="3210645" y="3308911"/>
            <a:ext cx="16129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（滞后）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3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625394" y="2405831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45" name="Object 73"/>
          <p:cNvGraphicFramePr>
            <a:graphicFrameLocks noChangeAspect="1"/>
          </p:cNvGraphicFramePr>
          <p:nvPr/>
        </p:nvGraphicFramePr>
        <p:xfrm>
          <a:off x="4669756" y="2836890"/>
          <a:ext cx="1760537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6579" name="Equation" r:id="rId19" imgW="19202400" imgH="5486400" progId="Equation.DSMT4">
                  <p:embed/>
                </p:oleObj>
              </mc:Choice>
              <mc:Fallback>
                <p:oleObj name="Equation" r:id="rId19" imgW="19202400" imgH="5486400" progId="Equation.DSMT4">
                  <p:embed/>
                  <p:pic>
                    <p:nvPicPr>
                      <p:cNvPr id="0" name="Object 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69756" y="2836890"/>
                        <a:ext cx="1760537" cy="4905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7" name="Group 3"/>
          <p:cNvGrpSpPr/>
          <p:nvPr/>
        </p:nvGrpSpPr>
        <p:grpSpPr bwMode="auto">
          <a:xfrm>
            <a:off x="8328248" y="842990"/>
            <a:ext cx="3406775" cy="2357438"/>
            <a:chOff x="2817" y="772"/>
            <a:chExt cx="2146" cy="1485"/>
          </a:xfrm>
        </p:grpSpPr>
        <p:sp>
          <p:nvSpPr>
            <p:cNvPr id="48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0" name="Text Box 6"/>
            <p:cNvSpPr txBox="1">
              <a:spLocks noChangeArrowheads="1"/>
            </p:cNvSpPr>
            <p:nvPr/>
          </p:nvSpPr>
          <p:spPr bwMode="auto">
            <a:xfrm>
              <a:off x="4353" y="1094"/>
              <a:ext cx="593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51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4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5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56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1</a:t>
              </a:r>
              <a:endParaRPr lang="en-US" altLang="zh-CN" sz="2000" baseline="-25000"/>
            </a:p>
          </p:txBody>
        </p:sp>
        <p:sp>
          <p:nvSpPr>
            <p:cNvPr id="57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2</a:t>
              </a:r>
              <a:endParaRPr lang="en-US" altLang="zh-CN" sz="2000" baseline="-25000"/>
            </a:p>
          </p:txBody>
        </p:sp>
        <p:sp>
          <p:nvSpPr>
            <p:cNvPr id="58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1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62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3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4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5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66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7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8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69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0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1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2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73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74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68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68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68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668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68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68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68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668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668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68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68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668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8707" grpId="0"/>
      <p:bldP spid="668754" grpId="0"/>
      <p:bldP spid="668759" grpId="0"/>
      <p:bldP spid="44" grpId="0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11" name="Group 76"/>
          <p:cNvGrpSpPr/>
          <p:nvPr/>
        </p:nvGrpSpPr>
        <p:grpSpPr bwMode="auto">
          <a:xfrm>
            <a:off x="479777" y="908721"/>
            <a:ext cx="6677268" cy="1593851"/>
            <a:chOff x="-529" y="34"/>
            <a:chExt cx="4052" cy="1004"/>
          </a:xfrm>
        </p:grpSpPr>
        <p:sp>
          <p:nvSpPr>
            <p:cNvPr id="43017" name="Text Box 2"/>
            <p:cNvSpPr txBox="1">
              <a:spLocks noChangeArrowheads="1"/>
            </p:cNvSpPr>
            <p:nvPr/>
          </p:nvSpPr>
          <p:spPr bwMode="auto">
            <a:xfrm>
              <a:off x="-529" y="34"/>
              <a:ext cx="4052" cy="10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习题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3.8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：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对称三相电路，已知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                                             ，                      。</a:t>
              </a:r>
              <a:endPara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  <a:p>
              <a:pPr marL="1440180" marR="0" lvl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试求两功率表读数。 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43018" name="Object 44"/>
            <p:cNvGraphicFramePr>
              <a:graphicFrameLocks noChangeAspect="1"/>
            </p:cNvGraphicFramePr>
            <p:nvPr/>
          </p:nvGraphicFramePr>
          <p:xfrm>
            <a:off x="424" y="371"/>
            <a:ext cx="1569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7348" name="Equation" r:id="rId1" imgW="27127200" imgH="5791200" progId="Equation.DSMT4">
                    <p:embed/>
                  </p:oleObj>
                </mc:Choice>
                <mc:Fallback>
                  <p:oleObj name="Equation" r:id="rId1" imgW="27127200" imgH="5791200" progId="Equation.DSMT4">
                    <p:embed/>
                    <p:pic>
                      <p:nvPicPr>
                        <p:cNvPr id="0" name="Object 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24" y="371"/>
                          <a:ext cx="1569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3019" name="Object 49"/>
            <p:cNvGraphicFramePr>
              <a:graphicFrameLocks noChangeAspect="1"/>
            </p:cNvGraphicFramePr>
            <p:nvPr/>
          </p:nvGraphicFramePr>
          <p:xfrm>
            <a:off x="2124" y="346"/>
            <a:ext cx="1232" cy="32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7349" name="Equation" r:id="rId3" imgW="21336000" imgH="5791200" progId="Equation.DSMT4">
                    <p:embed/>
                  </p:oleObj>
                </mc:Choice>
                <mc:Fallback>
                  <p:oleObj name="Equation" r:id="rId3" imgW="21336000" imgH="5791200" progId="Equation.DSMT4">
                    <p:embed/>
                    <p:pic>
                      <p:nvPicPr>
                        <p:cNvPr id="0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24" y="346"/>
                          <a:ext cx="1232" cy="32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69774" name="Text Box 78"/>
          <p:cNvSpPr txBox="1">
            <a:spLocks noChangeArrowheads="1"/>
          </p:cNvSpPr>
          <p:nvPr/>
        </p:nvSpPr>
        <p:spPr bwMode="auto">
          <a:xfrm>
            <a:off x="1184939" y="2659090"/>
            <a:ext cx="110769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分析：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669775" name="Object 79"/>
          <p:cNvGraphicFramePr>
            <a:graphicFrameLocks noChangeAspect="1"/>
          </p:cNvGraphicFramePr>
          <p:nvPr/>
        </p:nvGraphicFramePr>
        <p:xfrm>
          <a:off x="1209497" y="3358507"/>
          <a:ext cx="3409950" cy="490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7350" name="Equation" r:id="rId5" imgW="37185600" imgH="5486400" progId="Equation.DSMT4">
                  <p:embed/>
                </p:oleObj>
              </mc:Choice>
              <mc:Fallback>
                <p:oleObj name="Equation" r:id="rId5" imgW="37185600" imgH="5486400" progId="Equation.DSMT4">
                  <p:embed/>
                  <p:pic>
                    <p:nvPicPr>
                      <p:cNvPr id="0" name="Object 7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9497" y="3358507"/>
                        <a:ext cx="3409950" cy="490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9778" name="Object 82"/>
          <p:cNvGraphicFramePr>
            <a:graphicFrameLocks noChangeAspect="1"/>
          </p:cNvGraphicFramePr>
          <p:nvPr/>
        </p:nvGraphicFramePr>
        <p:xfrm>
          <a:off x="2331466" y="2678127"/>
          <a:ext cx="3960813" cy="554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7351" name="Equation" r:id="rId7" imgW="45720000" imgH="6400800" progId="Equation.DSMT4">
                  <p:embed/>
                </p:oleObj>
              </mc:Choice>
              <mc:Fallback>
                <p:oleObj name="Equation" r:id="rId7" imgW="45720000" imgH="6400800" progId="Equation.DSMT4">
                  <p:embed/>
                  <p:pic>
                    <p:nvPicPr>
                      <p:cNvPr id="0" name="Object 8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1466" y="2678127"/>
                        <a:ext cx="3960813" cy="554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9779" name="Object 83"/>
          <p:cNvGraphicFramePr>
            <a:graphicFrameLocks noChangeAspect="1"/>
          </p:cNvGraphicFramePr>
          <p:nvPr/>
        </p:nvGraphicFramePr>
        <p:xfrm>
          <a:off x="1232238" y="4655768"/>
          <a:ext cx="5967413" cy="941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7352" name="Equation" r:id="rId9" imgW="68580000" imgH="10972800" progId="Equation.DSMT4">
                  <p:embed/>
                </p:oleObj>
              </mc:Choice>
              <mc:Fallback>
                <p:oleObj name="Equation" r:id="rId9" imgW="68580000" imgH="10972800" progId="Equation.DSMT4">
                  <p:embed/>
                  <p:pic>
                    <p:nvPicPr>
                      <p:cNvPr id="0" name="Object 8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32238" y="4655768"/>
                        <a:ext cx="5967413" cy="941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69780" name="Object 84"/>
          <p:cNvGraphicFramePr>
            <a:graphicFrameLocks noChangeAspect="1"/>
          </p:cNvGraphicFramePr>
          <p:nvPr/>
        </p:nvGraphicFramePr>
        <p:xfrm>
          <a:off x="1209497" y="3929065"/>
          <a:ext cx="2849563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7353" name="Equation" r:id="rId11" imgW="31089600" imgH="5486400" progId="Equation.DSMT4">
                  <p:embed/>
                </p:oleObj>
              </mc:Choice>
              <mc:Fallback>
                <p:oleObj name="Equation" r:id="rId11" imgW="31089600" imgH="5486400" progId="Equation.DSMT4">
                  <p:embed/>
                  <p:pic>
                    <p:nvPicPr>
                      <p:cNvPr id="0" name="Object 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9497" y="3929065"/>
                        <a:ext cx="2849563" cy="4905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40" name="Text Box 40"/>
          <p:cNvSpPr txBox="1">
            <a:spLocks noChangeArrowheads="1"/>
          </p:cNvSpPr>
          <p:nvPr/>
        </p:nvSpPr>
        <p:spPr bwMode="auto">
          <a:xfrm>
            <a:off x="483605" y="2662554"/>
            <a:ext cx="74863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 type="none" w="lg" len="lg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0" name="Group 3"/>
          <p:cNvGrpSpPr/>
          <p:nvPr/>
        </p:nvGrpSpPr>
        <p:grpSpPr bwMode="auto">
          <a:xfrm>
            <a:off x="8328248" y="842990"/>
            <a:ext cx="3406775" cy="2357438"/>
            <a:chOff x="2817" y="772"/>
            <a:chExt cx="2146" cy="1485"/>
          </a:xfrm>
        </p:grpSpPr>
        <p:sp>
          <p:nvSpPr>
            <p:cNvPr id="71" name="Line 4"/>
            <p:cNvSpPr>
              <a:spLocks noChangeShapeType="1"/>
            </p:cNvSpPr>
            <p:nvPr/>
          </p:nvSpPr>
          <p:spPr bwMode="auto">
            <a:xfrm>
              <a:off x="3831" y="860"/>
              <a:ext cx="0" cy="1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2" name="Rectangle 5"/>
            <p:cNvSpPr>
              <a:spLocks noChangeArrowheads="1"/>
            </p:cNvSpPr>
            <p:nvPr/>
          </p:nvSpPr>
          <p:spPr bwMode="auto">
            <a:xfrm>
              <a:off x="4245" y="1037"/>
              <a:ext cx="718" cy="948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3" name="Text Box 6"/>
            <p:cNvSpPr txBox="1">
              <a:spLocks noChangeArrowheads="1"/>
            </p:cNvSpPr>
            <p:nvPr/>
          </p:nvSpPr>
          <p:spPr bwMode="auto">
            <a:xfrm>
              <a:off x="4353" y="1094"/>
              <a:ext cx="593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 dirty="0">
                  <a:latin typeface="宋体" panose="02010600030101010101" pitchFamily="2" charset="-122"/>
                  <a:ea typeface="宋体" panose="02010600030101010101" pitchFamily="2" charset="-122"/>
                </a:rPr>
                <a:t>三相对称负载</a:t>
              </a:r>
              <a:endParaRPr lang="zh-CN" altLang="en-US" sz="2400" dirty="0">
                <a:latin typeface="宋体" panose="02010600030101010101" pitchFamily="2" charset="-122"/>
                <a:ea typeface="宋体" panose="02010600030101010101" pitchFamily="2" charset="-122"/>
              </a:endParaRPr>
            </a:p>
          </p:txBody>
        </p:sp>
        <p:sp>
          <p:nvSpPr>
            <p:cNvPr id="74" name="Line 7"/>
            <p:cNvSpPr>
              <a:spLocks noChangeShapeType="1"/>
            </p:cNvSpPr>
            <p:nvPr/>
          </p:nvSpPr>
          <p:spPr bwMode="auto">
            <a:xfrm>
              <a:off x="3159" y="1133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5" name="Line 8"/>
            <p:cNvSpPr>
              <a:spLocks noChangeShapeType="1"/>
            </p:cNvSpPr>
            <p:nvPr/>
          </p:nvSpPr>
          <p:spPr bwMode="auto">
            <a:xfrm>
              <a:off x="3159" y="151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6" name="Line 9"/>
            <p:cNvSpPr>
              <a:spLocks noChangeShapeType="1"/>
            </p:cNvSpPr>
            <p:nvPr/>
          </p:nvSpPr>
          <p:spPr bwMode="auto">
            <a:xfrm>
              <a:off x="3159" y="1892"/>
              <a:ext cx="10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77" name="Oval 10"/>
            <p:cNvSpPr>
              <a:spLocks noChangeArrowheads="1"/>
            </p:cNvSpPr>
            <p:nvPr/>
          </p:nvSpPr>
          <p:spPr bwMode="auto">
            <a:xfrm>
              <a:off x="3671" y="97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8" name="Oval 11"/>
            <p:cNvSpPr>
              <a:spLocks noChangeArrowheads="1"/>
            </p:cNvSpPr>
            <p:nvPr/>
          </p:nvSpPr>
          <p:spPr bwMode="auto">
            <a:xfrm>
              <a:off x="3686" y="1735"/>
              <a:ext cx="301" cy="301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79" name="Text Box 12"/>
            <p:cNvSpPr txBox="1">
              <a:spLocks noChangeArrowheads="1"/>
            </p:cNvSpPr>
            <p:nvPr/>
          </p:nvSpPr>
          <p:spPr bwMode="auto">
            <a:xfrm>
              <a:off x="3662" y="994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1</a:t>
              </a:r>
              <a:endParaRPr lang="en-US" altLang="zh-CN" sz="2000" baseline="-25000"/>
            </a:p>
          </p:txBody>
        </p:sp>
        <p:sp>
          <p:nvSpPr>
            <p:cNvPr id="80" name="Text Box 13"/>
            <p:cNvSpPr txBox="1">
              <a:spLocks noChangeArrowheads="1"/>
            </p:cNvSpPr>
            <p:nvPr/>
          </p:nvSpPr>
          <p:spPr bwMode="auto">
            <a:xfrm>
              <a:off x="3678" y="1746"/>
              <a:ext cx="33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/>
                <a:t>W</a:t>
              </a:r>
              <a:r>
                <a:rPr lang="en-US" altLang="zh-CN" sz="2000" baseline="-25000"/>
                <a:t>2</a:t>
              </a:r>
              <a:endParaRPr lang="en-US" altLang="zh-CN" sz="2000" baseline="-25000"/>
            </a:p>
          </p:txBody>
        </p:sp>
        <p:sp>
          <p:nvSpPr>
            <p:cNvPr id="81" name="Line 14"/>
            <p:cNvSpPr>
              <a:spLocks noChangeShapeType="1"/>
            </p:cNvSpPr>
            <p:nvPr/>
          </p:nvSpPr>
          <p:spPr bwMode="auto">
            <a:xfrm flipV="1">
              <a:off x="3574" y="860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2" name="Line 15"/>
            <p:cNvSpPr>
              <a:spLocks noChangeShapeType="1"/>
            </p:cNvSpPr>
            <p:nvPr/>
          </p:nvSpPr>
          <p:spPr bwMode="auto">
            <a:xfrm>
              <a:off x="3574" y="869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3" name="Line 16"/>
            <p:cNvSpPr>
              <a:spLocks noChangeShapeType="1"/>
            </p:cNvSpPr>
            <p:nvPr/>
          </p:nvSpPr>
          <p:spPr bwMode="auto">
            <a:xfrm flipV="1">
              <a:off x="3590" y="1891"/>
              <a:ext cx="0" cy="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4" name="Line 17"/>
            <p:cNvSpPr>
              <a:spLocks noChangeShapeType="1"/>
            </p:cNvSpPr>
            <p:nvPr/>
          </p:nvSpPr>
          <p:spPr bwMode="auto">
            <a:xfrm>
              <a:off x="3581" y="217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85" name="Text Box 18"/>
            <p:cNvSpPr txBox="1">
              <a:spLocks noChangeArrowheads="1"/>
            </p:cNvSpPr>
            <p:nvPr/>
          </p:nvSpPr>
          <p:spPr bwMode="auto">
            <a:xfrm>
              <a:off x="3324" y="1073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86" name="Text Box 19"/>
            <p:cNvSpPr txBox="1">
              <a:spLocks noChangeArrowheads="1"/>
            </p:cNvSpPr>
            <p:nvPr/>
          </p:nvSpPr>
          <p:spPr bwMode="auto">
            <a:xfrm>
              <a:off x="3323" y="1656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87" name="Text Box 20"/>
            <p:cNvSpPr txBox="1">
              <a:spLocks noChangeArrowheads="1"/>
            </p:cNvSpPr>
            <p:nvPr/>
          </p:nvSpPr>
          <p:spPr bwMode="auto">
            <a:xfrm>
              <a:off x="3795" y="772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88" name="Text Box 21"/>
            <p:cNvSpPr txBox="1">
              <a:spLocks noChangeArrowheads="1"/>
            </p:cNvSpPr>
            <p:nvPr/>
          </p:nvSpPr>
          <p:spPr bwMode="auto">
            <a:xfrm>
              <a:off x="3795" y="1969"/>
              <a:ext cx="2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zh-CN" altLang="en-US" sz="2400">
                  <a:sym typeface="Symbol" panose="05050102010706020507" pitchFamily="18" charset="2"/>
                </a:rPr>
                <a:t></a:t>
              </a:r>
              <a:endParaRPr lang="zh-CN" altLang="en-US" sz="2400">
                <a:sym typeface="Symbol" panose="05050102010706020507" pitchFamily="18" charset="2"/>
              </a:endParaRPr>
            </a:p>
          </p:txBody>
        </p:sp>
        <p:sp>
          <p:nvSpPr>
            <p:cNvPr id="89" name="Oval 22"/>
            <p:cNvSpPr>
              <a:spLocks noChangeArrowheads="1"/>
            </p:cNvSpPr>
            <p:nvPr/>
          </p:nvSpPr>
          <p:spPr bwMode="auto">
            <a:xfrm>
              <a:off x="3556" y="1860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0" name="Oval 23"/>
            <p:cNvSpPr>
              <a:spLocks noChangeArrowheads="1"/>
            </p:cNvSpPr>
            <p:nvPr/>
          </p:nvSpPr>
          <p:spPr bwMode="auto">
            <a:xfrm>
              <a:off x="3802" y="1477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1" name="Oval 24"/>
            <p:cNvSpPr>
              <a:spLocks noChangeArrowheads="1"/>
            </p:cNvSpPr>
            <p:nvPr/>
          </p:nvSpPr>
          <p:spPr bwMode="auto">
            <a:xfrm>
              <a:off x="3545" y="1104"/>
              <a:ext cx="56" cy="56"/>
            </a:xfrm>
            <a:prstGeom prst="ellipse">
              <a:avLst/>
            </a:prstGeom>
            <a:solidFill>
              <a:schemeClr val="tx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2" name="Oval 25"/>
            <p:cNvSpPr>
              <a:spLocks noChangeArrowheads="1"/>
            </p:cNvSpPr>
            <p:nvPr/>
          </p:nvSpPr>
          <p:spPr bwMode="auto">
            <a:xfrm>
              <a:off x="3106" y="1867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3" name="Oval 26"/>
            <p:cNvSpPr>
              <a:spLocks noChangeArrowheads="1"/>
            </p:cNvSpPr>
            <p:nvPr/>
          </p:nvSpPr>
          <p:spPr bwMode="auto">
            <a:xfrm>
              <a:off x="3106" y="1484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4" name="Oval 27"/>
            <p:cNvSpPr>
              <a:spLocks noChangeArrowheads="1"/>
            </p:cNvSpPr>
            <p:nvPr/>
          </p:nvSpPr>
          <p:spPr bwMode="auto">
            <a:xfrm>
              <a:off x="3106" y="1102"/>
              <a:ext cx="56" cy="56"/>
            </a:xfrm>
            <a:prstGeom prst="ellipse">
              <a:avLst/>
            </a:prstGeom>
            <a:solidFill>
              <a:schemeClr val="bg1"/>
            </a:solidFill>
            <a:ln w="38100" algn="ctr">
              <a:solidFill>
                <a:schemeClr val="tx1"/>
              </a:solidFill>
              <a:round/>
              <a:tailEnd type="none" w="lg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5" name="Text Box 28"/>
            <p:cNvSpPr txBox="1">
              <a:spLocks noChangeArrowheads="1"/>
            </p:cNvSpPr>
            <p:nvPr/>
          </p:nvSpPr>
          <p:spPr bwMode="auto">
            <a:xfrm>
              <a:off x="2817" y="984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U</a:t>
              </a:r>
              <a:endParaRPr lang="en-US" altLang="zh-CN" sz="2400" dirty="0"/>
            </a:p>
          </p:txBody>
        </p:sp>
        <p:sp>
          <p:nvSpPr>
            <p:cNvPr id="96" name="Text Box 29"/>
            <p:cNvSpPr txBox="1">
              <a:spLocks noChangeArrowheads="1"/>
            </p:cNvSpPr>
            <p:nvPr/>
          </p:nvSpPr>
          <p:spPr bwMode="auto">
            <a:xfrm>
              <a:off x="2817" y="1362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V</a:t>
              </a:r>
              <a:endParaRPr lang="en-US" altLang="zh-CN" sz="2400" dirty="0"/>
            </a:p>
          </p:txBody>
        </p:sp>
        <p:sp>
          <p:nvSpPr>
            <p:cNvPr id="97" name="Text Box 30"/>
            <p:cNvSpPr txBox="1">
              <a:spLocks noChangeArrowheads="1"/>
            </p:cNvSpPr>
            <p:nvPr/>
          </p:nvSpPr>
          <p:spPr bwMode="auto">
            <a:xfrm>
              <a:off x="2817" y="1741"/>
              <a:ext cx="2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400" dirty="0"/>
                <a:t>W</a:t>
              </a:r>
              <a:endParaRPr lang="en-US" altLang="zh-CN" sz="2400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69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69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69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69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69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9774" grpId="0"/>
      <p:bldP spid="40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2226" name="Object 15"/>
          <p:cNvGraphicFramePr>
            <a:graphicFrameLocks noGrp="1" noChangeAspect="1"/>
          </p:cNvGraphicFramePr>
          <p:nvPr>
            <p:ph sz="half" idx="1"/>
          </p:nvPr>
        </p:nvGraphicFramePr>
        <p:xfrm>
          <a:off x="8754027" y="1960428"/>
          <a:ext cx="3387969" cy="193284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8313" name="Visio" r:id="rId1" imgW="2641600" imgH="1512570" progId="Visio.Drawing.11">
                  <p:embed/>
                </p:oleObj>
              </mc:Choice>
              <mc:Fallback>
                <p:oleObj name="Visio" r:id="rId1" imgW="2641600" imgH="1512570" progId="Visio.Drawing.11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754027" y="1960428"/>
                        <a:ext cx="3387969" cy="193284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prstDash val="solid"/>
                            <a:miter lim="800000"/>
                            <a:headEnd type="none" w="med" len="med"/>
                            <a:tailEnd type="none" w="med" len="med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2232" name="Rectangle 18"/>
          <p:cNvSpPr>
            <a:spLocks noChangeArrowheads="1"/>
          </p:cNvSpPr>
          <p:nvPr/>
        </p:nvSpPr>
        <p:spPr bwMode="auto">
          <a:xfrm>
            <a:off x="479376" y="836712"/>
            <a:ext cx="11089232" cy="1076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529080" marR="0" lvl="0" indent="-152908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习题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3.9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已知                                       不对称三相负载接于线电压为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380V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的对称三相电源，试求功率表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W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的读数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2227" name="Object 17"/>
          <p:cNvGraphicFramePr>
            <a:graphicFrameLocks noChangeAspect="1"/>
          </p:cNvGraphicFramePr>
          <p:nvPr/>
        </p:nvGraphicFramePr>
        <p:xfrm>
          <a:off x="2875533" y="992930"/>
          <a:ext cx="3292475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8314" name="Equation" r:id="rId3" imgW="38709600" imgH="4876800" progId="Equation.DSMT4">
                  <p:embed/>
                </p:oleObj>
              </mc:Choice>
              <mc:Fallback>
                <p:oleObj name="Equation" r:id="rId3" imgW="38709600" imgH="4876800" progId="Equation.DSMT4">
                  <p:embed/>
                  <p:pic>
                    <p:nvPicPr>
                      <p:cNvPr id="0" name="Object 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75533" y="992930"/>
                        <a:ext cx="3292475" cy="4222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28"/>
          <p:cNvGrpSpPr/>
          <p:nvPr/>
        </p:nvGrpSpPr>
        <p:grpSpPr bwMode="auto">
          <a:xfrm>
            <a:off x="1145834" y="1948906"/>
            <a:ext cx="2495550" cy="559778"/>
            <a:chOff x="547" y="1316"/>
            <a:chExt cx="1703" cy="382"/>
          </a:xfrm>
        </p:grpSpPr>
        <p:graphicFrame>
          <p:nvGraphicFramePr>
            <p:cNvPr id="52230" name="Object 21"/>
            <p:cNvGraphicFramePr>
              <a:graphicFrameLocks noChangeAspect="1"/>
            </p:cNvGraphicFramePr>
            <p:nvPr/>
          </p:nvGraphicFramePr>
          <p:xfrm>
            <a:off x="920" y="1389"/>
            <a:ext cx="1330" cy="29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8315" name="Equation" r:id="rId5" imgW="25603200" imgH="5791200" progId="Equation.DSMT4">
                    <p:embed/>
                  </p:oleObj>
                </mc:Choice>
                <mc:Fallback>
                  <p:oleObj name="Equation" r:id="rId5" imgW="25603200" imgH="5791200" progId="Equation.DSMT4">
                    <p:embed/>
                    <p:pic>
                      <p:nvPicPr>
                        <p:cNvPr id="0" name="Object 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20" y="1389"/>
                          <a:ext cx="1330" cy="29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2239" name="Rectangle 22"/>
            <p:cNvSpPr>
              <a:spLocks noChangeArrowheads="1"/>
            </p:cNvSpPr>
            <p:nvPr/>
          </p:nvSpPr>
          <p:spPr bwMode="auto">
            <a:xfrm>
              <a:off x="547" y="1316"/>
              <a:ext cx="372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设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52229" name="Object 20"/>
          <p:cNvGraphicFramePr>
            <a:graphicFrameLocks noChangeAspect="1"/>
          </p:cNvGraphicFramePr>
          <p:nvPr/>
        </p:nvGraphicFramePr>
        <p:xfrm>
          <a:off x="1683951" y="2466123"/>
          <a:ext cx="6464300" cy="3128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78316" name="Equation" r:id="rId7" imgW="86258400" imgH="41757600" progId="Equation.DSMT4">
                  <p:embed/>
                </p:oleObj>
              </mc:Choice>
              <mc:Fallback>
                <p:oleObj name="Equation" r:id="rId7" imgW="86258400" imgH="41757600" progId="Equation.DSMT4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83951" y="2466123"/>
                        <a:ext cx="6464300" cy="312896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Group 30"/>
          <p:cNvGrpSpPr/>
          <p:nvPr/>
        </p:nvGrpSpPr>
        <p:grpSpPr bwMode="auto">
          <a:xfrm>
            <a:off x="1146258" y="5609033"/>
            <a:ext cx="9404839" cy="1122485"/>
            <a:chOff x="-156" y="3430"/>
            <a:chExt cx="6418" cy="766"/>
          </a:xfrm>
        </p:grpSpPr>
        <p:graphicFrame>
          <p:nvGraphicFramePr>
            <p:cNvPr id="52228" name="Object 24"/>
            <p:cNvGraphicFramePr>
              <a:graphicFrameLocks noChangeAspect="1"/>
            </p:cNvGraphicFramePr>
            <p:nvPr/>
          </p:nvGraphicFramePr>
          <p:xfrm>
            <a:off x="1489" y="3441"/>
            <a:ext cx="4773" cy="7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8317" name="Equation" r:id="rId9" imgW="82905600" imgH="13106400" progId="Equation.DSMT4">
                    <p:embed/>
                  </p:oleObj>
                </mc:Choice>
                <mc:Fallback>
                  <p:oleObj name="Equation" r:id="rId9" imgW="82905600" imgH="13106400" progId="Equation.DSMT4">
                    <p:embed/>
                    <p:pic>
                      <p:nvPicPr>
                        <p:cNvPr id="0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89" y="3441"/>
                          <a:ext cx="4773" cy="755"/>
                        </a:xfrm>
                        <a:prstGeom prst="rect">
                          <a:avLst/>
                        </a:prstGeom>
                        <a:noFill/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2237" name="Rectangle 27"/>
            <p:cNvSpPr>
              <a:spLocks noChangeArrowheads="1"/>
            </p:cNvSpPr>
            <p:nvPr/>
          </p:nvSpPr>
          <p:spPr bwMode="auto">
            <a:xfrm>
              <a:off x="-156" y="3430"/>
              <a:ext cx="1603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功率表读数为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18" name="Rectangle 22"/>
          <p:cNvSpPr>
            <a:spLocks noChangeArrowheads="1"/>
          </p:cNvSpPr>
          <p:nvPr/>
        </p:nvSpPr>
        <p:spPr bwMode="auto">
          <a:xfrm>
            <a:off x="479376" y="1938423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4" name="Text Box 4"/>
          <p:cNvSpPr txBox="1">
            <a:spLocks noChangeArrowheads="1"/>
          </p:cNvSpPr>
          <p:nvPr/>
        </p:nvSpPr>
        <p:spPr bwMode="auto">
          <a:xfrm>
            <a:off x="479376" y="908721"/>
            <a:ext cx="6696744" cy="3143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703705" marR="0" lvl="0" indent="-170370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40+j40Ω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-j300Ω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，电源线电压为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打开时；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闭合时，瓦特表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的读数以及各相电源发出的复功率？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634885" name="Group 5"/>
          <p:cNvGrpSpPr/>
          <p:nvPr/>
        </p:nvGrpSpPr>
        <p:grpSpPr bwMode="auto">
          <a:xfrm>
            <a:off x="1199456" y="4093357"/>
            <a:ext cx="4957764" cy="509588"/>
            <a:chOff x="-81" y="1528"/>
            <a:chExt cx="3123" cy="321"/>
          </a:xfrm>
        </p:grpSpPr>
        <p:graphicFrame>
          <p:nvGraphicFramePr>
            <p:cNvPr id="54292" name="Object 6"/>
            <p:cNvGraphicFramePr>
              <a:graphicFrameLocks noChangeAspect="1"/>
            </p:cNvGraphicFramePr>
            <p:nvPr/>
          </p:nvGraphicFramePr>
          <p:xfrm>
            <a:off x="-81" y="1528"/>
            <a:ext cx="1496" cy="32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9396" name="Equation" r:id="rId1" imgW="27127200" imgH="5791200" progId="Equation.DSMT4">
                    <p:embed/>
                  </p:oleObj>
                </mc:Choice>
                <mc:Fallback>
                  <p:oleObj name="Equation" r:id="rId1" imgW="27127200" imgH="5791200" progId="Equation.DSMT4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81" y="1528"/>
                          <a:ext cx="1496" cy="3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4293" name="Object 7"/>
            <p:cNvGraphicFramePr>
              <a:graphicFrameLocks noChangeAspect="1"/>
            </p:cNvGraphicFramePr>
            <p:nvPr/>
          </p:nvGraphicFramePr>
          <p:xfrm>
            <a:off x="1506" y="1528"/>
            <a:ext cx="1536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9397" name="Equation" r:id="rId3" imgW="28041600" imgH="5791200" progId="Equation.DSMT4">
                    <p:embed/>
                  </p:oleObj>
                </mc:Choice>
                <mc:Fallback>
                  <p:oleObj name="Equation" r:id="rId3" imgW="28041600" imgH="5791200" progId="Equation.DSMT4">
                    <p:embed/>
                    <p:pic>
                      <p:nvPicPr>
                        <p:cNvPr id="0" name="Object 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06" y="1528"/>
                          <a:ext cx="1536" cy="31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634892" name="Group 12"/>
          <p:cNvGrpSpPr/>
          <p:nvPr/>
        </p:nvGrpSpPr>
        <p:grpSpPr bwMode="auto">
          <a:xfrm>
            <a:off x="1128194" y="5758584"/>
            <a:ext cx="3490913" cy="1085850"/>
            <a:chOff x="637" y="2663"/>
            <a:chExt cx="2199" cy="684"/>
          </a:xfrm>
        </p:grpSpPr>
        <p:sp>
          <p:nvSpPr>
            <p:cNvPr id="54286" name="Text Box 13"/>
            <p:cNvSpPr txBox="1">
              <a:spLocks noChangeArrowheads="1"/>
            </p:cNvSpPr>
            <p:nvPr/>
          </p:nvSpPr>
          <p:spPr bwMode="auto">
            <a:xfrm>
              <a:off x="637" y="2663"/>
              <a:ext cx="40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则</a:t>
              </a:r>
              <a:endParaRPr kumimoji="1" lang="zh-CN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54287" name="Object 14"/>
            <p:cNvGraphicFramePr>
              <a:graphicFrameLocks noChangeAspect="1"/>
            </p:cNvGraphicFramePr>
            <p:nvPr/>
          </p:nvGraphicFramePr>
          <p:xfrm>
            <a:off x="1064" y="2678"/>
            <a:ext cx="1772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9398" name="Equation" r:id="rId5" imgW="30784800" imgH="5791200" progId="Equation.DSMT4">
                    <p:embed/>
                  </p:oleObj>
                </mc:Choice>
                <mc:Fallback>
                  <p:oleObj name="Equation" r:id="rId5" imgW="30784800" imgH="5791200" progId="Equation.DSMT4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4" y="2678"/>
                          <a:ext cx="1772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4288" name="Object 15"/>
            <p:cNvGraphicFramePr>
              <a:graphicFrameLocks noChangeAspect="1"/>
            </p:cNvGraphicFramePr>
            <p:nvPr/>
          </p:nvGraphicFramePr>
          <p:xfrm>
            <a:off x="1061" y="3015"/>
            <a:ext cx="1596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9399" name="Equation" r:id="rId7" imgW="27736800" imgH="5791200" progId="Equation.DSMT4">
                    <p:embed/>
                  </p:oleObj>
                </mc:Choice>
                <mc:Fallback>
                  <p:oleObj name="Equation" r:id="rId7" imgW="27736800" imgH="57912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1" y="3015"/>
                          <a:ext cx="1596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4289" name="Text Box 16"/>
            <p:cNvSpPr txBox="1">
              <a:spLocks noChangeArrowheads="1"/>
            </p:cNvSpPr>
            <p:nvPr/>
          </p:nvSpPr>
          <p:spPr bwMode="auto">
            <a:xfrm>
              <a:off x="659" y="3010"/>
              <a:ext cx="40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故</a:t>
              </a:r>
              <a:endParaRPr kumimoji="1" lang="zh-CN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34897" name="Group 17"/>
          <p:cNvGrpSpPr/>
          <p:nvPr/>
        </p:nvGrpSpPr>
        <p:grpSpPr bwMode="auto">
          <a:xfrm>
            <a:off x="1128194" y="4733846"/>
            <a:ext cx="4627564" cy="1062038"/>
            <a:chOff x="1" y="1912"/>
            <a:chExt cx="2915" cy="669"/>
          </a:xfrm>
        </p:grpSpPr>
        <p:sp>
          <p:nvSpPr>
            <p:cNvPr id="54283" name="Text Box 18"/>
            <p:cNvSpPr txBox="1">
              <a:spLocks noChangeArrowheads="1"/>
            </p:cNvSpPr>
            <p:nvPr/>
          </p:nvSpPr>
          <p:spPr bwMode="auto">
            <a:xfrm>
              <a:off x="1" y="1914"/>
              <a:ext cx="1350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设电源电压</a:t>
              </a:r>
              <a:endParaRPr kumimoji="1" lang="zh-CN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54284" name="Object 19"/>
            <p:cNvGraphicFramePr>
              <a:graphicFrameLocks noChangeAspect="1"/>
            </p:cNvGraphicFramePr>
            <p:nvPr/>
          </p:nvGraphicFramePr>
          <p:xfrm>
            <a:off x="1338" y="2249"/>
            <a:ext cx="1578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9400" name="Equation" r:id="rId9" imgW="27432000" imgH="5791200" progId="Equation.DSMT4">
                    <p:embed/>
                  </p:oleObj>
                </mc:Choice>
                <mc:Fallback>
                  <p:oleObj name="Equation" r:id="rId9" imgW="27432000" imgH="5791200" progId="Equation.DSMT4">
                    <p:embed/>
                    <p:pic>
                      <p:nvPicPr>
                        <p:cNvPr id="0" name="Object 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38" y="2249"/>
                          <a:ext cx="1578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4285" name="Object 20"/>
            <p:cNvGraphicFramePr>
              <a:graphicFrameLocks noChangeAspect="1"/>
            </p:cNvGraphicFramePr>
            <p:nvPr/>
          </p:nvGraphicFramePr>
          <p:xfrm>
            <a:off x="1328" y="1912"/>
            <a:ext cx="1473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79401" name="Equation" r:id="rId11" imgW="25603200" imgH="5791200" progId="Equation.DSMT4">
                    <p:embed/>
                  </p:oleObj>
                </mc:Choice>
                <mc:Fallback>
                  <p:oleObj name="Equation" r:id="rId11" imgW="25603200" imgH="5791200" progId="Equation.DSMT4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28" y="1912"/>
                          <a:ext cx="1473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79376" y="4028482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7574067" y="908720"/>
            <a:ext cx="4210565" cy="4104456"/>
            <a:chOff x="4928989" y="908720"/>
            <a:chExt cx="4210565" cy="4104456"/>
          </a:xfrm>
        </p:grpSpPr>
        <p:pic>
          <p:nvPicPr>
            <p:cNvPr id="29" name="Picture 3"/>
            <p:cNvPicPr>
              <a:picLocks noGrp="1" noChangeAspect="1" noChangeArrowheads="1"/>
            </p:cNvPicPr>
            <p:nvPr>
              <p:ph sz="half" idx="2"/>
            </p:nvPr>
          </p:nvPicPr>
          <p:blipFill rotWithShape="1"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61" t="3527" r="4067"/>
            <a:stretch>
              <a:fillRect/>
            </a:stretch>
          </p:blipFill>
          <p:spPr>
            <a:xfrm>
              <a:off x="5292080" y="908720"/>
              <a:ext cx="3847474" cy="4104456"/>
            </a:xfr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0" name="Text Box 28"/>
            <p:cNvSpPr txBox="1">
              <a:spLocks noChangeArrowheads="1"/>
            </p:cNvSpPr>
            <p:nvPr/>
          </p:nvSpPr>
          <p:spPr bwMode="auto">
            <a:xfrm>
              <a:off x="5018255" y="118659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U</a:t>
              </a:r>
              <a:endParaRPr lang="en-US" altLang="zh-CN" sz="2000" dirty="0"/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5000997" y="187887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V</a:t>
              </a:r>
              <a:endParaRPr lang="en-US" altLang="zh-CN" sz="2000" dirty="0"/>
            </a:p>
          </p:txBody>
        </p:sp>
        <p:sp>
          <p:nvSpPr>
            <p:cNvPr id="32" name="Text Box 30"/>
            <p:cNvSpPr txBox="1">
              <a:spLocks noChangeArrowheads="1"/>
            </p:cNvSpPr>
            <p:nvPr/>
          </p:nvSpPr>
          <p:spPr bwMode="auto">
            <a:xfrm>
              <a:off x="4928989" y="2506080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34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34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34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4" name="Text Box 4"/>
          <p:cNvSpPr txBox="1">
            <a:spLocks noChangeArrowheads="1"/>
          </p:cNvSpPr>
          <p:nvPr/>
        </p:nvSpPr>
        <p:spPr bwMode="auto">
          <a:xfrm>
            <a:off x="479376" y="908721"/>
            <a:ext cx="6696744" cy="3143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703705" marR="0" lvl="0" indent="-170370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40+j40Ω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-j300Ω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，电源线电压为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打开时；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闭合时，瓦特表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的读数以及各相电源发出的复功率？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79376" y="4028482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7574067" y="908720"/>
            <a:ext cx="4210565" cy="4104456"/>
            <a:chOff x="4928989" y="908720"/>
            <a:chExt cx="4210565" cy="4104456"/>
          </a:xfrm>
        </p:grpSpPr>
        <p:pic>
          <p:nvPicPr>
            <p:cNvPr id="29" name="Picture 3"/>
            <p:cNvPicPr>
              <a:picLocks noGrp="1" noChangeAspect="1" noChangeArrowheads="1"/>
            </p:cNvPicPr>
            <p:nvPr>
              <p:ph sz="half" idx="2"/>
            </p:nvPr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61" t="3527" r="4067"/>
            <a:stretch>
              <a:fillRect/>
            </a:stretch>
          </p:blipFill>
          <p:spPr>
            <a:xfrm>
              <a:off x="5292080" y="908720"/>
              <a:ext cx="3847474" cy="4104456"/>
            </a:xfr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0" name="Text Box 28"/>
            <p:cNvSpPr txBox="1">
              <a:spLocks noChangeArrowheads="1"/>
            </p:cNvSpPr>
            <p:nvPr/>
          </p:nvSpPr>
          <p:spPr bwMode="auto">
            <a:xfrm>
              <a:off x="5018255" y="118659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U</a:t>
              </a:r>
              <a:endParaRPr lang="en-US" altLang="zh-CN" sz="2000" dirty="0"/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5000997" y="187887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V</a:t>
              </a:r>
              <a:endParaRPr lang="en-US" altLang="zh-CN" sz="2000" dirty="0"/>
            </a:p>
          </p:txBody>
        </p:sp>
        <p:sp>
          <p:nvSpPr>
            <p:cNvPr id="32" name="Text Box 30"/>
            <p:cNvSpPr txBox="1">
              <a:spLocks noChangeArrowheads="1"/>
            </p:cNvSpPr>
            <p:nvPr/>
          </p:nvSpPr>
          <p:spPr bwMode="auto">
            <a:xfrm>
              <a:off x="4928989" y="2506080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dirty="0"/>
            </a:p>
          </p:txBody>
        </p:sp>
      </p:grpSp>
      <p:sp>
        <p:nvSpPr>
          <p:cNvPr id="24" name="矩形 23"/>
          <p:cNvSpPr/>
          <p:nvPr/>
        </p:nvSpPr>
        <p:spPr>
          <a:xfrm>
            <a:off x="1126657" y="4089910"/>
            <a:ext cx="277672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打开时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5" name="Object 3"/>
          <p:cNvGraphicFramePr>
            <a:graphicFrameLocks noChangeAspect="1"/>
          </p:cNvGraphicFramePr>
          <p:nvPr/>
        </p:nvGraphicFramePr>
        <p:xfrm>
          <a:off x="1644652" y="5949280"/>
          <a:ext cx="6162675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6442" name="Equation" r:id="rId2" imgW="70408800" imgH="5791200" progId="Equation.DSMT4">
                  <p:embed/>
                </p:oleObj>
              </mc:Choice>
              <mc:Fallback>
                <p:oleObj name="Equation" r:id="rId2" imgW="70408800" imgH="579120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44652" y="5949280"/>
                        <a:ext cx="6162675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6" name="Group 6"/>
          <p:cNvGrpSpPr/>
          <p:nvPr/>
        </p:nvGrpSpPr>
        <p:grpSpPr bwMode="auto">
          <a:xfrm>
            <a:off x="1588317" y="5376191"/>
            <a:ext cx="4714875" cy="573089"/>
            <a:chOff x="46" y="174"/>
            <a:chExt cx="2970" cy="361"/>
          </a:xfrm>
        </p:grpSpPr>
        <p:sp>
          <p:nvSpPr>
            <p:cNvPr id="27" name="Rectangle 7"/>
            <p:cNvSpPr>
              <a:spLocks noChangeArrowheads="1"/>
            </p:cNvSpPr>
            <p:nvPr/>
          </p:nvSpPr>
          <p:spPr bwMode="auto">
            <a:xfrm>
              <a:off x="46" y="174"/>
              <a:ext cx="173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W</a:t>
              </a:r>
              <a:r>
                <a:rPr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相负载电流</a:t>
              </a:r>
              <a:endParaRPr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3" name="Object 8"/>
            <p:cNvGraphicFramePr>
              <a:graphicFrameLocks noChangeAspect="1"/>
            </p:cNvGraphicFramePr>
            <p:nvPr/>
          </p:nvGraphicFramePr>
          <p:xfrm>
            <a:off x="1510" y="227"/>
            <a:ext cx="1506" cy="3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6443" name="Equation" r:id="rId4" imgW="28041600" imgH="5791200" progId="Equation.DSMT4">
                    <p:embed/>
                  </p:oleObj>
                </mc:Choice>
                <mc:Fallback>
                  <p:oleObj name="Equation" r:id="rId4" imgW="28041600" imgH="5791200" progId="Equation.DSMT4">
                    <p:embed/>
                    <p:pic>
                      <p:nvPicPr>
                        <p:cNvPr id="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10" y="227"/>
                          <a:ext cx="1506" cy="3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34" name="Object 10"/>
          <p:cNvGraphicFramePr>
            <a:graphicFrameLocks noChangeAspect="1"/>
          </p:cNvGraphicFramePr>
          <p:nvPr/>
        </p:nvGraphicFramePr>
        <p:xfrm>
          <a:off x="3955541" y="6352307"/>
          <a:ext cx="4314825" cy="444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6444" name="Equation" r:id="rId6" imgW="47244000" imgH="4876800" progId="Equation.DSMT4">
                  <p:embed/>
                </p:oleObj>
              </mc:Choice>
              <mc:Fallback>
                <p:oleObj name="Equation" r:id="rId6" imgW="47244000" imgH="487680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55541" y="6352307"/>
                        <a:ext cx="4314825" cy="444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5" name="Group 9"/>
          <p:cNvGrpSpPr/>
          <p:nvPr/>
        </p:nvGrpSpPr>
        <p:grpSpPr bwMode="auto">
          <a:xfrm>
            <a:off x="1619274" y="4543524"/>
            <a:ext cx="7285038" cy="901700"/>
            <a:chOff x="228" y="3276"/>
            <a:chExt cx="4589" cy="568"/>
          </a:xfrm>
        </p:grpSpPr>
        <p:sp>
          <p:nvSpPr>
            <p:cNvPr id="36" name="Rectangle 10"/>
            <p:cNvSpPr>
              <a:spLocks noChangeArrowheads="1"/>
            </p:cNvSpPr>
            <p:nvPr/>
          </p:nvSpPr>
          <p:spPr bwMode="auto">
            <a:xfrm>
              <a:off x="228" y="3376"/>
              <a:ext cx="173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lang="en-US" altLang="zh-CN" dirty="0">
                  <a:ea typeface="宋体" panose="02010600030101010101" pitchFamily="2" charset="-122"/>
                  <a:cs typeface="Times New Roman" panose="02020603050405020304" pitchFamily="18" charset="0"/>
                </a:rPr>
                <a:t>U</a:t>
              </a:r>
              <a:r>
                <a:rPr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相负载电流</a:t>
              </a:r>
              <a:endParaRPr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7" name="Object 11"/>
            <p:cNvGraphicFramePr>
              <a:graphicFrameLocks noChangeAspect="1"/>
            </p:cNvGraphicFramePr>
            <p:nvPr/>
          </p:nvGraphicFramePr>
          <p:xfrm>
            <a:off x="1689" y="3276"/>
            <a:ext cx="3128" cy="5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6445" name="Equation" r:id="rId8" imgW="58216800" imgH="10668000" progId="Equation.DSMT4">
                    <p:embed/>
                  </p:oleObj>
                </mc:Choice>
                <mc:Fallback>
                  <p:oleObj name="Equation" r:id="rId8" imgW="58216800" imgH="10668000" progId="Equation.DSMT4">
                    <p:embed/>
                    <p:pic>
                      <p:nvPicPr>
                        <p:cNvPr id="0" name="Object 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89" y="3276"/>
                          <a:ext cx="3128" cy="5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8" name="Rectangle 21"/>
          <p:cNvSpPr>
            <a:spLocks noChangeArrowheads="1"/>
          </p:cNvSpPr>
          <p:nvPr/>
        </p:nvSpPr>
        <p:spPr bwMode="auto">
          <a:xfrm>
            <a:off x="9025508" y="2798038"/>
            <a:ext cx="1751012" cy="22066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38" grpId="0" animBg="1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4" name="Text Box 4"/>
          <p:cNvSpPr txBox="1">
            <a:spLocks noChangeArrowheads="1"/>
          </p:cNvSpPr>
          <p:nvPr/>
        </p:nvSpPr>
        <p:spPr bwMode="auto">
          <a:xfrm>
            <a:off x="479376" y="908721"/>
            <a:ext cx="6696744" cy="3143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703705" marR="0" lvl="0" indent="-170370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40+j40Ω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-j300Ω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，电源线电压为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打开时；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闭合时，瓦特表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的读数以及各相电源发出的复功率？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79376" y="4028482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7574067" y="908720"/>
            <a:ext cx="4210565" cy="4104456"/>
            <a:chOff x="4928989" y="908720"/>
            <a:chExt cx="4210565" cy="4104456"/>
          </a:xfrm>
        </p:grpSpPr>
        <p:pic>
          <p:nvPicPr>
            <p:cNvPr id="29" name="Picture 3"/>
            <p:cNvPicPr>
              <a:picLocks noGrp="1" noChangeAspect="1" noChangeArrowheads="1"/>
            </p:cNvPicPr>
            <p:nvPr>
              <p:ph sz="half" idx="2"/>
            </p:nvPr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61" t="3527" r="4067"/>
            <a:stretch>
              <a:fillRect/>
            </a:stretch>
          </p:blipFill>
          <p:spPr>
            <a:xfrm>
              <a:off x="5292080" y="908720"/>
              <a:ext cx="3847474" cy="4104456"/>
            </a:xfr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0" name="Text Box 28"/>
            <p:cNvSpPr txBox="1">
              <a:spLocks noChangeArrowheads="1"/>
            </p:cNvSpPr>
            <p:nvPr/>
          </p:nvSpPr>
          <p:spPr bwMode="auto">
            <a:xfrm>
              <a:off x="5018255" y="118659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U</a:t>
              </a:r>
              <a:endParaRPr lang="en-US" altLang="zh-CN" sz="2000" dirty="0"/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5000997" y="187887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V</a:t>
              </a:r>
              <a:endParaRPr lang="en-US" altLang="zh-CN" sz="2000" dirty="0"/>
            </a:p>
          </p:txBody>
        </p:sp>
        <p:sp>
          <p:nvSpPr>
            <p:cNvPr id="32" name="Text Box 30"/>
            <p:cNvSpPr txBox="1">
              <a:spLocks noChangeArrowheads="1"/>
            </p:cNvSpPr>
            <p:nvPr/>
          </p:nvSpPr>
          <p:spPr bwMode="auto">
            <a:xfrm>
              <a:off x="4928989" y="2506080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dirty="0"/>
            </a:p>
          </p:txBody>
        </p:sp>
      </p:grpSp>
      <p:sp>
        <p:nvSpPr>
          <p:cNvPr id="24" name="矩形 23"/>
          <p:cNvSpPr/>
          <p:nvPr/>
        </p:nvSpPr>
        <p:spPr>
          <a:xfrm>
            <a:off x="1126657" y="4089910"/>
            <a:ext cx="277672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打开时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8" name="Rectangle 21"/>
          <p:cNvSpPr>
            <a:spLocks noChangeArrowheads="1"/>
          </p:cNvSpPr>
          <p:nvPr/>
        </p:nvSpPr>
        <p:spPr bwMode="auto">
          <a:xfrm>
            <a:off x="9025508" y="2798038"/>
            <a:ext cx="1751012" cy="22066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" name="Text Box 11"/>
          <p:cNvSpPr txBox="1">
            <a:spLocks noChangeArrowheads="1"/>
          </p:cNvSpPr>
          <p:nvPr/>
        </p:nvSpPr>
        <p:spPr bwMode="auto">
          <a:xfrm>
            <a:off x="1575767" y="5699922"/>
            <a:ext cx="10136857" cy="559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>
              <a:lnSpc>
                <a:spcPct val="120000"/>
              </a:lnSpc>
            </a:pPr>
            <a:r>
              <a: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两功率表读数之和即为三相三线制电路电源发出的总平均功率 </a:t>
            </a:r>
            <a:endParaRPr kumimoji="1"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1" name="Object 5"/>
          <p:cNvGraphicFramePr>
            <a:graphicFrameLocks noChangeAspect="1"/>
          </p:cNvGraphicFramePr>
          <p:nvPr/>
        </p:nvGraphicFramePr>
        <p:xfrm>
          <a:off x="1991544" y="6313313"/>
          <a:ext cx="3368675" cy="500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7409" name="Equation" r:id="rId2" imgW="36880800" imgH="5486400" progId="Equation.DSMT4">
                  <p:embed/>
                </p:oleObj>
              </mc:Choice>
              <mc:Fallback>
                <p:oleObj name="Equation" r:id="rId2" imgW="36880800" imgH="5486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91544" y="6313313"/>
                        <a:ext cx="3368675" cy="500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9" name="Group 12"/>
          <p:cNvGrpSpPr/>
          <p:nvPr/>
        </p:nvGrpSpPr>
        <p:grpSpPr bwMode="auto">
          <a:xfrm>
            <a:off x="1655833" y="4715808"/>
            <a:ext cx="6835775" cy="925513"/>
            <a:chOff x="277" y="1364"/>
            <a:chExt cx="4306" cy="583"/>
          </a:xfrm>
        </p:grpSpPr>
        <p:graphicFrame>
          <p:nvGraphicFramePr>
            <p:cNvPr id="40" name="Object 13"/>
            <p:cNvGraphicFramePr>
              <a:graphicFrameLocks noChangeAspect="1"/>
            </p:cNvGraphicFramePr>
            <p:nvPr/>
          </p:nvGraphicFramePr>
          <p:xfrm>
            <a:off x="277" y="1364"/>
            <a:ext cx="4090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7410" name="Equation" r:id="rId4" imgW="74676000" imgH="5791200" progId="Equation.DSMT4">
                    <p:embed/>
                  </p:oleObj>
                </mc:Choice>
                <mc:Fallback>
                  <p:oleObj name="Equation" r:id="rId4" imgW="74676000" imgH="5791200" progId="Equation.DSMT4">
                    <p:embed/>
                    <p:pic>
                      <p:nvPicPr>
                        <p:cNvPr id="0" name="Object 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7" y="1364"/>
                          <a:ext cx="4090" cy="31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1" name="Object 14"/>
            <p:cNvGraphicFramePr>
              <a:graphicFrameLocks noChangeAspect="1"/>
            </p:cNvGraphicFramePr>
            <p:nvPr/>
          </p:nvGraphicFramePr>
          <p:xfrm>
            <a:off x="1777" y="1667"/>
            <a:ext cx="2806" cy="2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7411" name="Equation" r:id="rId6" imgW="2032000" imgH="203200" progId="Equation.DSMT4">
                    <p:embed/>
                  </p:oleObj>
                </mc:Choice>
                <mc:Fallback>
                  <p:oleObj name="Equation" r:id="rId6" imgW="2032000" imgH="203200" progId="Equation.DSMT4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77" y="1667"/>
                          <a:ext cx="2806" cy="2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4" name="Text Box 4"/>
          <p:cNvSpPr txBox="1">
            <a:spLocks noChangeArrowheads="1"/>
          </p:cNvSpPr>
          <p:nvPr/>
        </p:nvSpPr>
        <p:spPr bwMode="auto">
          <a:xfrm>
            <a:off x="479376" y="908721"/>
            <a:ext cx="6696744" cy="3143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703705" marR="0" lvl="0" indent="-170370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40+j40Ω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-j300Ω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，电源线电压为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打开时；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闭合时，瓦特表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的读数以及各相电源发出的复功率？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79376" y="4028482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7574067" y="908720"/>
            <a:ext cx="4210565" cy="4104456"/>
            <a:chOff x="4928989" y="908720"/>
            <a:chExt cx="4210565" cy="4104456"/>
          </a:xfrm>
        </p:grpSpPr>
        <p:pic>
          <p:nvPicPr>
            <p:cNvPr id="29" name="Picture 3"/>
            <p:cNvPicPr>
              <a:picLocks noGrp="1" noChangeAspect="1" noChangeArrowheads="1"/>
            </p:cNvPicPr>
            <p:nvPr>
              <p:ph sz="half" idx="2"/>
            </p:nvPr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61" t="3527" r="4067"/>
            <a:stretch>
              <a:fillRect/>
            </a:stretch>
          </p:blipFill>
          <p:spPr>
            <a:xfrm>
              <a:off x="5292080" y="908720"/>
              <a:ext cx="3847474" cy="4104456"/>
            </a:xfr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0" name="Text Box 28"/>
            <p:cNvSpPr txBox="1">
              <a:spLocks noChangeArrowheads="1"/>
            </p:cNvSpPr>
            <p:nvPr/>
          </p:nvSpPr>
          <p:spPr bwMode="auto">
            <a:xfrm>
              <a:off x="5018255" y="118659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U</a:t>
              </a:r>
              <a:endParaRPr lang="en-US" altLang="zh-CN" sz="2000" dirty="0"/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5000997" y="187887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V</a:t>
              </a:r>
              <a:endParaRPr lang="en-US" altLang="zh-CN" sz="2000" dirty="0"/>
            </a:p>
          </p:txBody>
        </p:sp>
        <p:sp>
          <p:nvSpPr>
            <p:cNvPr id="32" name="Text Box 30"/>
            <p:cNvSpPr txBox="1">
              <a:spLocks noChangeArrowheads="1"/>
            </p:cNvSpPr>
            <p:nvPr/>
          </p:nvSpPr>
          <p:spPr bwMode="auto">
            <a:xfrm>
              <a:off x="4928989" y="2506080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dirty="0"/>
            </a:p>
          </p:txBody>
        </p:sp>
      </p:grpSp>
      <p:sp>
        <p:nvSpPr>
          <p:cNvPr id="24" name="矩形 23"/>
          <p:cNvSpPr/>
          <p:nvPr/>
        </p:nvSpPr>
        <p:spPr>
          <a:xfrm>
            <a:off x="1126657" y="4089910"/>
            <a:ext cx="277672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(1)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打开时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8" name="Rectangle 21"/>
          <p:cNvSpPr>
            <a:spLocks noChangeArrowheads="1"/>
          </p:cNvSpPr>
          <p:nvPr/>
        </p:nvSpPr>
        <p:spPr bwMode="auto">
          <a:xfrm>
            <a:off x="9025508" y="2798038"/>
            <a:ext cx="1751012" cy="22066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17" name="Object 9"/>
          <p:cNvGraphicFramePr>
            <a:graphicFrameLocks noChangeAspect="1"/>
          </p:cNvGraphicFramePr>
          <p:nvPr/>
        </p:nvGraphicFramePr>
        <p:xfrm>
          <a:off x="1631504" y="4716570"/>
          <a:ext cx="7939088" cy="1663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8315" name="Equation" r:id="rId2" imgW="86868000" imgH="18288000" progId="Equation.DSMT4">
                  <p:embed/>
                </p:oleObj>
              </mc:Choice>
              <mc:Fallback>
                <p:oleObj name="Equation" r:id="rId2" imgW="86868000" imgH="18288000" progId="Equation.DSMT4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31504" y="4716570"/>
                        <a:ext cx="7939088" cy="1663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4" name="Text Box 4"/>
          <p:cNvSpPr txBox="1">
            <a:spLocks noChangeArrowheads="1"/>
          </p:cNvSpPr>
          <p:nvPr/>
        </p:nvSpPr>
        <p:spPr bwMode="auto">
          <a:xfrm>
            <a:off x="479376" y="908721"/>
            <a:ext cx="6696744" cy="3143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marL="1703705" marR="0" lvl="0" indent="-1703705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习题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3.10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对称三相电路中，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40+j40Ω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Z</a:t>
            </a:r>
            <a:r>
              <a: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C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= -j300Ω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，电源线电压为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380V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时，求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(1)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打开时；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(2)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闭合时，瓦特表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W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宋体" panose="02010600030101010101" pitchFamily="2" charset="-122"/>
                <a:cs typeface="Times New Roman" panose="02020603050405020304" pitchFamily="18" charset="0"/>
              </a:rPr>
              <a:t>的读数以及各相电源发出的复功率？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367420" y="174544"/>
            <a:ext cx="5256212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9580" indent="-44958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黑体" panose="02010609060101010101" pitchFamily="49" charset="-122"/>
              </a:defRPr>
            </a:lvl9pPr>
          </a:lstStyle>
          <a:p>
            <a:pPr marL="449580" marR="0" lvl="0" indent="-449580" algn="ctr" defTabSz="914400" rtl="0" eaLnBrk="1" fontAlgn="base" latinLnBrk="0" hangingPunct="1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Tx/>
              <a:buSzPct val="120000"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9.3  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rPr>
              <a:t>三相电路的功率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黑体" panose="02010609060101010101" pitchFamily="49" charset="-122"/>
              <a:ea typeface="黑体" panose="02010609060101010101" pitchFamily="49" charset="-122"/>
              <a:cs typeface="+mn-cs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79376" y="4028482"/>
            <a:ext cx="906017" cy="5598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解：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0" name="组合 69"/>
          <p:cNvGrpSpPr/>
          <p:nvPr/>
        </p:nvGrpSpPr>
        <p:grpSpPr>
          <a:xfrm>
            <a:off x="7574067" y="908720"/>
            <a:ext cx="4210565" cy="4104456"/>
            <a:chOff x="4928989" y="908720"/>
            <a:chExt cx="4210565" cy="4104456"/>
          </a:xfrm>
        </p:grpSpPr>
        <p:pic>
          <p:nvPicPr>
            <p:cNvPr id="71" name="Picture 3"/>
            <p:cNvPicPr>
              <a:picLocks noGrp="1" noChangeAspect="1" noChangeArrowheads="1"/>
            </p:cNvPicPr>
            <p:nvPr>
              <p:ph sz="half" idx="2"/>
            </p:nvPr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961" t="3527" r="4067"/>
            <a:stretch>
              <a:fillRect/>
            </a:stretch>
          </p:blipFill>
          <p:spPr>
            <a:xfrm>
              <a:off x="5292080" y="908720"/>
              <a:ext cx="3847474" cy="4104456"/>
            </a:xfr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72" name="Text Box 28"/>
            <p:cNvSpPr txBox="1">
              <a:spLocks noChangeArrowheads="1"/>
            </p:cNvSpPr>
            <p:nvPr/>
          </p:nvSpPr>
          <p:spPr bwMode="auto">
            <a:xfrm>
              <a:off x="5018255" y="118659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U</a:t>
              </a:r>
              <a:endParaRPr lang="en-US" altLang="zh-CN" sz="2000" dirty="0"/>
            </a:p>
          </p:txBody>
        </p:sp>
        <p:sp>
          <p:nvSpPr>
            <p:cNvPr id="73" name="Text Box 29"/>
            <p:cNvSpPr txBox="1">
              <a:spLocks noChangeArrowheads="1"/>
            </p:cNvSpPr>
            <p:nvPr/>
          </p:nvSpPr>
          <p:spPr bwMode="auto">
            <a:xfrm>
              <a:off x="5000997" y="1878877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V</a:t>
              </a:r>
              <a:endParaRPr lang="en-US" altLang="zh-CN" sz="2000" dirty="0"/>
            </a:p>
          </p:txBody>
        </p:sp>
        <p:sp>
          <p:nvSpPr>
            <p:cNvPr id="74" name="Text Box 30"/>
            <p:cNvSpPr txBox="1">
              <a:spLocks noChangeArrowheads="1"/>
            </p:cNvSpPr>
            <p:nvPr/>
          </p:nvSpPr>
          <p:spPr bwMode="auto">
            <a:xfrm>
              <a:off x="4928989" y="2506080"/>
              <a:ext cx="43815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tx1"/>
                  </a:solidFill>
                  <a:miter lim="800000"/>
                  <a:headEnd/>
                  <a:tailEnd type="none" w="lg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r>
                <a:rPr lang="en-US" altLang="zh-CN" sz="2000" dirty="0"/>
                <a:t>W</a:t>
              </a:r>
              <a:endParaRPr lang="en-US" altLang="zh-CN" sz="2000" dirty="0"/>
            </a:p>
          </p:txBody>
        </p:sp>
      </p:grpSp>
      <p:sp>
        <p:nvSpPr>
          <p:cNvPr id="75" name="矩形 74"/>
          <p:cNvSpPr/>
          <p:nvPr/>
        </p:nvSpPr>
        <p:spPr>
          <a:xfrm>
            <a:off x="1179910" y="4005064"/>
            <a:ext cx="277672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(2)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开关</a:t>
            </a:r>
            <a:r>
              <a:rPr kumimoji="1" lang="en-US" altLang="zh-CN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K</a:t>
            </a:r>
            <a:r>
              <a:rPr kumimoji="1" lang="zh-CN" altLang="en-US" sz="2800" b="1" dirty="0"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闭合时</a:t>
            </a:r>
            <a:endParaRPr lang="zh-CN" altLang="en-US" sz="2800" b="1" dirty="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6" name="Group 12"/>
          <p:cNvGrpSpPr/>
          <p:nvPr/>
        </p:nvGrpSpPr>
        <p:grpSpPr bwMode="auto">
          <a:xfrm>
            <a:off x="1559496" y="5494818"/>
            <a:ext cx="6932613" cy="571500"/>
            <a:chOff x="637" y="2663"/>
            <a:chExt cx="4367" cy="360"/>
          </a:xfrm>
        </p:grpSpPr>
        <p:sp>
          <p:nvSpPr>
            <p:cNvPr id="77" name="Text Box 13"/>
            <p:cNvSpPr txBox="1">
              <a:spLocks noChangeArrowheads="1"/>
            </p:cNvSpPr>
            <p:nvPr/>
          </p:nvSpPr>
          <p:spPr bwMode="auto">
            <a:xfrm>
              <a:off x="637" y="2663"/>
              <a:ext cx="40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则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78" name="Object 14"/>
            <p:cNvGraphicFramePr>
              <a:graphicFrameLocks noChangeAspect="1"/>
            </p:cNvGraphicFramePr>
            <p:nvPr/>
          </p:nvGraphicFramePr>
          <p:xfrm>
            <a:off x="1039" y="2691"/>
            <a:ext cx="1755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9681" name="Equation" r:id="rId2" imgW="30480000" imgH="5791200" progId="Equation.DSMT4">
                    <p:embed/>
                  </p:oleObj>
                </mc:Choice>
                <mc:Fallback>
                  <p:oleObj name="Equation" r:id="rId2" imgW="30480000" imgH="5791200" progId="Equation.DSMT4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39" y="2691"/>
                          <a:ext cx="1755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9" name="Object 15"/>
            <p:cNvGraphicFramePr>
              <a:graphicFrameLocks noChangeAspect="1"/>
            </p:cNvGraphicFramePr>
            <p:nvPr/>
          </p:nvGraphicFramePr>
          <p:xfrm>
            <a:off x="3442" y="2685"/>
            <a:ext cx="1562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9682" name="Equation" r:id="rId4" imgW="27127200" imgH="5791200" progId="Equation.DSMT4">
                    <p:embed/>
                  </p:oleObj>
                </mc:Choice>
                <mc:Fallback>
                  <p:oleObj name="Equation" r:id="rId4" imgW="27127200" imgH="5791200" progId="Equation.DSMT4">
                    <p:embed/>
                    <p:pic>
                      <p:nvPicPr>
                        <p:cNvPr id="0" name="Object 1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42" y="2685"/>
                          <a:ext cx="1562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0" name="Text Box 16"/>
            <p:cNvSpPr txBox="1">
              <a:spLocks noChangeArrowheads="1"/>
            </p:cNvSpPr>
            <p:nvPr/>
          </p:nvSpPr>
          <p:spPr bwMode="auto">
            <a:xfrm>
              <a:off x="2984" y="2674"/>
              <a:ext cx="40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故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1" name="Group 17"/>
          <p:cNvGrpSpPr/>
          <p:nvPr/>
        </p:nvGrpSpPr>
        <p:grpSpPr bwMode="auto">
          <a:xfrm>
            <a:off x="1559496" y="4954229"/>
            <a:ext cx="7073902" cy="581025"/>
            <a:chOff x="83" y="1923"/>
            <a:chExt cx="4456" cy="366"/>
          </a:xfrm>
        </p:grpSpPr>
        <p:sp>
          <p:nvSpPr>
            <p:cNvPr id="82" name="Text Box 18"/>
            <p:cNvSpPr txBox="1">
              <a:spLocks noChangeArrowheads="1"/>
            </p:cNvSpPr>
            <p:nvPr/>
          </p:nvSpPr>
          <p:spPr bwMode="auto">
            <a:xfrm>
              <a:off x="83" y="1923"/>
              <a:ext cx="137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/>
              <a:r>
                <a:rPr kumimoji="1"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设电源电压</a:t>
              </a:r>
              <a:endParaRPr kumimoji="1"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83" name="Object 19"/>
            <p:cNvGraphicFramePr>
              <a:graphicFrameLocks noChangeAspect="1"/>
            </p:cNvGraphicFramePr>
            <p:nvPr/>
          </p:nvGraphicFramePr>
          <p:xfrm>
            <a:off x="2978" y="1957"/>
            <a:ext cx="1561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9683" name="Equation" r:id="rId6" imgW="27127200" imgH="5791200" progId="Equation.DSMT4">
                    <p:embed/>
                  </p:oleObj>
                </mc:Choice>
                <mc:Fallback>
                  <p:oleObj name="Equation" r:id="rId6" imgW="27127200" imgH="5791200" progId="Equation.DSMT4">
                    <p:embed/>
                    <p:pic>
                      <p:nvPicPr>
                        <p:cNvPr id="0" name="Object 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78" y="1957"/>
                          <a:ext cx="1561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4" name="Object 20"/>
            <p:cNvGraphicFramePr>
              <a:graphicFrameLocks noChangeAspect="1"/>
            </p:cNvGraphicFramePr>
            <p:nvPr/>
          </p:nvGraphicFramePr>
          <p:xfrm>
            <a:off x="1326" y="1938"/>
            <a:ext cx="1473" cy="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9684" name="Equation" r:id="rId8" imgW="25603200" imgH="5791200" progId="Equation.DSMT4">
                    <p:embed/>
                  </p:oleObj>
                </mc:Choice>
                <mc:Fallback>
                  <p:oleObj name="Equation" r:id="rId8" imgW="25603200" imgH="5791200" progId="Equation.DSMT4">
                    <p:embed/>
                    <p:pic>
                      <p:nvPicPr>
                        <p:cNvPr id="0" name="Object 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26" y="1938"/>
                          <a:ext cx="1473" cy="3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5" name="Rectangle 30"/>
          <p:cNvSpPr>
            <a:spLocks noChangeArrowheads="1"/>
          </p:cNvSpPr>
          <p:nvPr/>
        </p:nvSpPr>
        <p:spPr bwMode="auto">
          <a:xfrm>
            <a:off x="1528225" y="6086320"/>
            <a:ext cx="186531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1pPr>
            <a:lvl2pPr marL="742950" indent="-28575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2pPr>
            <a:lvl3pPr marL="11430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3pPr>
            <a:lvl4pPr marL="16002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4pPr>
            <a:lvl5pPr marL="2057400" indent="-228600" eaLnBrk="0" hangingPunct="0"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 b="1">
                <a:solidFill>
                  <a:schemeClr val="tx1"/>
                </a:solidFill>
                <a:latin typeface="Times New Roman" panose="02020603050405020304" pitchFamily="18" charset="0"/>
                <a:ea typeface="楷体_GB2312" pitchFamily="49" charset="-122"/>
              </a:defRPr>
            </a:lvl9pPr>
          </a:lstStyle>
          <a:p>
            <a:pPr algn="l" eaLnBrk="1" hangingPunct="1">
              <a:spcBef>
                <a:spcPct val="0"/>
              </a:spcBef>
            </a:pP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</a:rPr>
              <a:t>负载 </a:t>
            </a:r>
            <a:r>
              <a:rPr lang="zh-CN" altLang="en-US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</a:t>
            </a:r>
            <a:r>
              <a:rPr lang="en-US" altLang="zh-CN" dirty="0"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Y</a:t>
            </a:r>
            <a:endParaRPr lang="zh-CN" altLang="en-US" dirty="0"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86" name="Group 46"/>
          <p:cNvGrpSpPr/>
          <p:nvPr/>
        </p:nvGrpSpPr>
        <p:grpSpPr bwMode="auto">
          <a:xfrm>
            <a:off x="4047132" y="6021288"/>
            <a:ext cx="4929188" cy="823912"/>
            <a:chOff x="230" y="3403"/>
            <a:chExt cx="3105" cy="519"/>
          </a:xfrm>
        </p:grpSpPr>
        <p:sp>
          <p:nvSpPr>
            <p:cNvPr id="87" name="Rectangle 36"/>
            <p:cNvSpPr>
              <a:spLocks noChangeArrowheads="1"/>
            </p:cNvSpPr>
            <p:nvPr/>
          </p:nvSpPr>
          <p:spPr bwMode="auto">
            <a:xfrm>
              <a:off x="230" y="3469"/>
              <a:ext cx="203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algn="l" eaLnBrk="1" hangingPunct="1">
                <a:spcBef>
                  <a:spcPct val="0"/>
                </a:spcBef>
              </a:pPr>
              <a:r>
                <a:rPr lang="zh-CN" altLang="en-US" dirty="0">
                  <a:ea typeface="宋体" panose="02010600030101010101" pitchFamily="2" charset="-122"/>
                  <a:cs typeface="Times New Roman" panose="02020603050405020304" pitchFamily="18" charset="0"/>
                </a:rPr>
                <a:t>每相等效负载阻抗</a:t>
              </a:r>
              <a:endParaRPr lang="zh-CN" altLang="en-US" dirty="0"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88" name="Object 37"/>
            <p:cNvGraphicFramePr>
              <a:graphicFrameLocks noChangeAspect="1"/>
            </p:cNvGraphicFramePr>
            <p:nvPr/>
          </p:nvGraphicFramePr>
          <p:xfrm>
            <a:off x="2221" y="3403"/>
            <a:ext cx="1114" cy="5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9685" name="Equation" r:id="rId10" imgW="20726400" imgH="9753600" progId="Equation.DSMT4">
                    <p:embed/>
                  </p:oleObj>
                </mc:Choice>
                <mc:Fallback>
                  <p:oleObj name="Equation" r:id="rId10" imgW="20726400" imgH="9753600" progId="Equation.DSMT4">
                    <p:embed/>
                    <p:pic>
                      <p:nvPicPr>
                        <p:cNvPr id="0" name="Object 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21" y="3403"/>
                          <a:ext cx="1114" cy="51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89" name="Object 13"/>
          <p:cNvGraphicFramePr>
            <a:graphicFrameLocks noChangeAspect="1"/>
          </p:cNvGraphicFramePr>
          <p:nvPr/>
        </p:nvGraphicFramePr>
        <p:xfrm>
          <a:off x="1713384" y="4461943"/>
          <a:ext cx="2438400" cy="5064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9686" name="Equation" r:id="rId12" imgW="28041600" imgH="5791200" progId="Equation.DSMT4">
                  <p:embed/>
                </p:oleObj>
              </mc:Choice>
              <mc:Fallback>
                <p:oleObj name="Equation" r:id="rId12" imgW="28041600" imgH="5791200" progId="Equation.DSMT4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13384" y="4461943"/>
                        <a:ext cx="2438400" cy="5064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0" name="Group 25"/>
          <p:cNvGrpSpPr/>
          <p:nvPr/>
        </p:nvGrpSpPr>
        <p:grpSpPr bwMode="auto">
          <a:xfrm>
            <a:off x="9028583" y="2851132"/>
            <a:ext cx="2060575" cy="865187"/>
            <a:chOff x="3785" y="1521"/>
            <a:chExt cx="1298" cy="545"/>
          </a:xfrm>
        </p:grpSpPr>
        <p:sp>
          <p:nvSpPr>
            <p:cNvPr id="91" name="Rectangle 21"/>
            <p:cNvSpPr>
              <a:spLocks noChangeArrowheads="1"/>
            </p:cNvSpPr>
            <p:nvPr/>
          </p:nvSpPr>
          <p:spPr bwMode="auto">
            <a:xfrm>
              <a:off x="3785" y="1636"/>
              <a:ext cx="1298" cy="3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2" name="Line 22"/>
            <p:cNvSpPr>
              <a:spLocks noChangeShapeType="1"/>
            </p:cNvSpPr>
            <p:nvPr/>
          </p:nvSpPr>
          <p:spPr bwMode="auto">
            <a:xfrm>
              <a:off x="3904" y="1536"/>
              <a:ext cx="0" cy="53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" name="Line 23"/>
            <p:cNvSpPr>
              <a:spLocks noChangeShapeType="1"/>
            </p:cNvSpPr>
            <p:nvPr/>
          </p:nvSpPr>
          <p:spPr bwMode="auto">
            <a:xfrm>
              <a:off x="4675" y="1521"/>
              <a:ext cx="0" cy="53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" name="Line 24"/>
            <p:cNvSpPr>
              <a:spLocks noChangeShapeType="1"/>
            </p:cNvSpPr>
            <p:nvPr/>
          </p:nvSpPr>
          <p:spPr bwMode="auto">
            <a:xfrm>
              <a:off x="4285" y="1524"/>
              <a:ext cx="0" cy="53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95" name="Group 34"/>
          <p:cNvGrpSpPr/>
          <p:nvPr/>
        </p:nvGrpSpPr>
        <p:grpSpPr bwMode="auto">
          <a:xfrm>
            <a:off x="9089286" y="3460601"/>
            <a:ext cx="1625600" cy="1493838"/>
            <a:chOff x="3831" y="1902"/>
            <a:chExt cx="1024" cy="941"/>
          </a:xfrm>
        </p:grpSpPr>
        <p:sp>
          <p:nvSpPr>
            <p:cNvPr id="96" name="Rectangle 28"/>
            <p:cNvSpPr>
              <a:spLocks noChangeArrowheads="1"/>
            </p:cNvSpPr>
            <p:nvPr/>
          </p:nvSpPr>
          <p:spPr bwMode="auto">
            <a:xfrm>
              <a:off x="4197" y="1911"/>
              <a:ext cx="173" cy="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97" name="Group 29"/>
            <p:cNvGrpSpPr/>
            <p:nvPr/>
          </p:nvGrpSpPr>
          <p:grpSpPr bwMode="auto">
            <a:xfrm>
              <a:off x="4179" y="1902"/>
              <a:ext cx="210" cy="68"/>
              <a:chOff x="4782" y="3090"/>
              <a:chExt cx="210" cy="68"/>
            </a:xfrm>
          </p:grpSpPr>
          <p:sp>
            <p:nvSpPr>
              <p:cNvPr id="101" name="Line 26"/>
              <p:cNvSpPr>
                <a:spLocks noChangeShapeType="1"/>
              </p:cNvSpPr>
              <p:nvPr/>
            </p:nvSpPr>
            <p:spPr bwMode="auto">
              <a:xfrm>
                <a:off x="4782" y="3090"/>
                <a:ext cx="21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2" name="Line 27"/>
              <p:cNvSpPr>
                <a:spLocks noChangeShapeType="1"/>
              </p:cNvSpPr>
              <p:nvPr/>
            </p:nvSpPr>
            <p:spPr bwMode="auto">
              <a:xfrm>
                <a:off x="4782" y="3158"/>
                <a:ext cx="21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8" name="Rectangle 31"/>
            <p:cNvSpPr>
              <a:spLocks noChangeArrowheads="1"/>
            </p:cNvSpPr>
            <p:nvPr/>
          </p:nvSpPr>
          <p:spPr bwMode="auto">
            <a:xfrm>
              <a:off x="3840" y="2322"/>
              <a:ext cx="1015" cy="5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99" name="Rectangle 32"/>
            <p:cNvSpPr>
              <a:spLocks noChangeArrowheads="1"/>
            </p:cNvSpPr>
            <p:nvPr/>
          </p:nvSpPr>
          <p:spPr bwMode="auto">
            <a:xfrm>
              <a:off x="3831" y="2222"/>
              <a:ext cx="128" cy="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0" name="Rectangle 33"/>
            <p:cNvSpPr>
              <a:spLocks noChangeArrowheads="1"/>
            </p:cNvSpPr>
            <p:nvPr/>
          </p:nvSpPr>
          <p:spPr bwMode="auto">
            <a:xfrm>
              <a:off x="4611" y="2226"/>
              <a:ext cx="128" cy="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aphicFrame>
        <p:nvGraphicFramePr>
          <p:cNvPr id="103" name="Object 11"/>
          <p:cNvGraphicFramePr>
            <a:graphicFrameLocks noChangeAspect="1"/>
          </p:cNvGraphicFramePr>
          <p:nvPr/>
        </p:nvGraphicFramePr>
        <p:xfrm>
          <a:off x="8592770" y="3546858"/>
          <a:ext cx="546100" cy="8239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9687" name="Equation" r:id="rId14" imgW="266700" imgH="405765" progId="Equation.DSMT4">
                  <p:embed/>
                </p:oleObj>
              </mc:Choice>
              <mc:Fallback>
                <p:oleObj name="Equation" r:id="rId14" imgW="266700" imgH="405765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592770" y="3546858"/>
                        <a:ext cx="546100" cy="8239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" name="Line 38"/>
          <p:cNvSpPr>
            <a:spLocks noChangeShapeType="1"/>
          </p:cNvSpPr>
          <p:nvPr/>
        </p:nvSpPr>
        <p:spPr bwMode="auto">
          <a:xfrm flipV="1">
            <a:off x="9840921" y="2090536"/>
            <a:ext cx="1800225" cy="187325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grpSp>
        <p:nvGrpSpPr>
          <p:cNvPr id="105" name="Group 45"/>
          <p:cNvGrpSpPr/>
          <p:nvPr/>
        </p:nvGrpSpPr>
        <p:grpSpPr bwMode="auto">
          <a:xfrm>
            <a:off x="9073510" y="1067392"/>
            <a:ext cx="2032000" cy="3919538"/>
            <a:chOff x="3822" y="384"/>
            <a:chExt cx="1280" cy="2469"/>
          </a:xfrm>
        </p:grpSpPr>
        <p:sp>
          <p:nvSpPr>
            <p:cNvPr id="106" name="Rectangle 39"/>
            <p:cNvSpPr>
              <a:spLocks noChangeArrowheads="1"/>
            </p:cNvSpPr>
            <p:nvPr/>
          </p:nvSpPr>
          <p:spPr bwMode="auto">
            <a:xfrm>
              <a:off x="3822" y="1445"/>
              <a:ext cx="1005" cy="14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7" name="Rectangle 40"/>
            <p:cNvSpPr>
              <a:spLocks noChangeArrowheads="1"/>
            </p:cNvSpPr>
            <p:nvPr/>
          </p:nvSpPr>
          <p:spPr bwMode="auto">
            <a:xfrm>
              <a:off x="3844" y="1055"/>
              <a:ext cx="1005" cy="3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8" name="Rectangle 41"/>
            <p:cNvSpPr>
              <a:spLocks noChangeArrowheads="1"/>
            </p:cNvSpPr>
            <p:nvPr/>
          </p:nvSpPr>
          <p:spPr bwMode="auto">
            <a:xfrm>
              <a:off x="4194" y="601"/>
              <a:ext cx="621" cy="4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1pPr>
              <a:lvl2pPr marL="742950" indent="-28575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2pPr>
              <a:lvl3pPr marL="11430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3pPr>
              <a:lvl4pPr marL="16002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4pPr>
              <a:lvl5pPr marL="2057400" indent="-228600" eaLnBrk="0" hangingPunct="0"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defRPr sz="2800" b="1">
                  <a:solidFill>
                    <a:schemeClr val="tx1"/>
                  </a:solidFill>
                  <a:latin typeface="Times New Roman" panose="02020603050405020304" pitchFamily="18" charset="0"/>
                  <a:ea typeface="楷体_GB2312" pitchFamily="49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09" name="Line 42"/>
            <p:cNvSpPr>
              <a:spLocks noChangeShapeType="1"/>
            </p:cNvSpPr>
            <p:nvPr/>
          </p:nvSpPr>
          <p:spPr bwMode="auto">
            <a:xfrm flipH="1">
              <a:off x="5083" y="384"/>
              <a:ext cx="19" cy="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0" name="Line 43"/>
            <p:cNvSpPr>
              <a:spLocks noChangeShapeType="1"/>
            </p:cNvSpPr>
            <p:nvPr/>
          </p:nvSpPr>
          <p:spPr bwMode="auto">
            <a:xfrm flipH="1">
              <a:off x="5052" y="821"/>
              <a:ext cx="19" cy="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1" name="Line 44"/>
            <p:cNvSpPr>
              <a:spLocks noChangeShapeType="1"/>
            </p:cNvSpPr>
            <p:nvPr/>
          </p:nvSpPr>
          <p:spPr bwMode="auto">
            <a:xfrm flipH="1">
              <a:off x="5079" y="1235"/>
              <a:ext cx="19" cy="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/>
      <p:bldP spid="85" grpId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919291" y="836613"/>
            <a:ext cx="8353425" cy="230505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CN" sz="6600" dirty="0">
                <a:solidFill>
                  <a:srgbClr val="FF0000"/>
                </a:solidFill>
                <a:latin typeface="Arial Black" panose="020B0A04020102020204" pitchFamily="34" charset="0"/>
              </a:rPr>
              <a:t>THE END</a:t>
            </a:r>
            <a:endParaRPr lang="zh-CN" altLang="en-US" sz="6600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1271464" y="3141663"/>
            <a:ext cx="10297144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黑体" panose="02010609060101010101" pitchFamily="49" charset="-122"/>
              <a:cs typeface="+mn-cs"/>
            </a:endParaRPr>
          </a:p>
        </p:txBody>
      </p:sp>
      <p:pic>
        <p:nvPicPr>
          <p:cNvPr id="10" name="Picture 2" descr="C:\Documents and Settings\User\My Documents\My Pictures\小胖子_01.gif"/>
          <p:cNvPicPr>
            <a:picLocks noChangeAspect="1" noChangeArrowheads="1" noCrop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8889" y="4581127"/>
            <a:ext cx="2110333" cy="1905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tags/tag1.xml><?xml version="1.0" encoding="utf-8"?>
<p:tagLst xmlns:p="http://schemas.openxmlformats.org/presentationml/2006/main">
  <p:tag name="commondata" val="eyJoZGlkIjoiZDQ1ZjQ5ZGNmZTBkNDVjZDg2NGQ3ZWE0MGY0YWNjMWYifQ=="/>
</p:tagLst>
</file>

<file path=ppt/theme/theme1.xml><?xml version="1.0" encoding="utf-8"?>
<a:theme xmlns:a="http://schemas.openxmlformats.org/drawingml/2006/main" name="1_自定义设计方案">
  <a:themeElements>
    <a:clrScheme name="1_自定义设计方案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自定义设计方案">
      <a:majorFont>
        <a:latin typeface="Arial"/>
        <a:ea typeface="华文新魏"/>
        <a:cs typeface=""/>
      </a:majorFont>
      <a:minorFont>
        <a:latin typeface="Arial"/>
        <a:ea typeface="黑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DDDDDD"/>
        </a:solidFill>
        <a:ln w="28575" cap="flat" cmpd="sng" algn="ctr">
          <a:solidFill>
            <a:srgbClr val="922706"/>
          </a:solidFill>
          <a:prstDash val="solid"/>
          <a:round/>
          <a:headEnd type="none" w="med" len="med"/>
          <a:tailEnd type="none" w="med" len="med"/>
        </a:ln>
      </a:spPr>
      <a:bodyPr vert="horz" wrap="none" lIns="90000" tIns="46800" rIns="90000" bIns="46800" numCol="1" anchor="ctr" anchorCtr="0" compatLnSpc="1"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黑体" panose="02010609060101010101" pitchFamily="49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DDDDDD"/>
        </a:solidFill>
        <a:ln w="28575" cap="flat" cmpd="sng" algn="ctr">
          <a:solidFill>
            <a:srgbClr val="922706"/>
          </a:solidFill>
          <a:prstDash val="solid"/>
          <a:round/>
          <a:headEnd type="none" w="med" len="med"/>
          <a:tailEnd type="none" w="med" len="med"/>
        </a:ln>
      </a:spPr>
      <a:bodyPr vert="horz" wrap="none" lIns="90000" tIns="46800" rIns="90000" bIns="46800" numCol="1" anchor="ctr" anchorCtr="0" compatLnSpc="1"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黑体" panose="02010609060101010101" pitchFamily="49" charset="-122"/>
          </a:defRPr>
        </a:defPPr>
      </a:lstStyle>
    </a:lnDef>
  </a:objectDefaults>
  <a:extraClrSchemeLst>
    <a:extraClrScheme>
      <a:clrScheme name="1_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2008电路第2章_4</Template>
  <TotalTime>0</TotalTime>
  <Words>27287</Words>
  <Application>WPS 演示</Application>
  <PresentationFormat>宽屏</PresentationFormat>
  <Paragraphs>4206</Paragraphs>
  <Slides>217</Slides>
  <Notes>131</Notes>
  <HiddenSlides>0</HiddenSlides>
  <MMClips>0</MMClips>
  <ScaleCrop>false</ScaleCrop>
  <HeadingPairs>
    <vt:vector size="8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1131</vt:i4>
      </vt:variant>
      <vt:variant>
        <vt:lpstr>幻灯片标题</vt:lpstr>
      </vt:variant>
      <vt:variant>
        <vt:i4>217</vt:i4>
      </vt:variant>
    </vt:vector>
  </HeadingPairs>
  <TitlesOfParts>
    <vt:vector size="1372" baseType="lpstr">
      <vt:lpstr>Arial</vt:lpstr>
      <vt:lpstr>宋体</vt:lpstr>
      <vt:lpstr>Wingdings</vt:lpstr>
      <vt:lpstr>黑体</vt:lpstr>
      <vt:lpstr>华文新魏</vt:lpstr>
      <vt:lpstr>华文中宋</vt:lpstr>
      <vt:lpstr>Arial</vt:lpstr>
      <vt:lpstr>Times New Roman</vt:lpstr>
      <vt:lpstr>楷体_GB2312</vt:lpstr>
      <vt:lpstr>新宋体</vt:lpstr>
      <vt:lpstr>楷体_GB2312</vt:lpstr>
      <vt:lpstr>隶书</vt:lpstr>
      <vt:lpstr>Symbol</vt:lpstr>
      <vt:lpstr>微软雅黑</vt:lpstr>
      <vt:lpstr>Arial Unicode MS</vt:lpstr>
      <vt:lpstr>MS Reference Specialty</vt:lpstr>
      <vt:lpstr>华文彩云</vt:lpstr>
      <vt:lpstr>Courier New</vt:lpstr>
      <vt:lpstr>Arial Black</vt:lpstr>
      <vt:lpstr>Wingdings 2</vt:lpstr>
      <vt:lpstr>Tahoma</vt:lpstr>
      <vt:lpstr>华文行楷</vt:lpstr>
      <vt:lpstr>Comic Sans MS</vt:lpstr>
      <vt:lpstr>1_自定义设计方案</vt:lpstr>
      <vt:lpstr>Visio.Drawing.11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MS_ClipArt_Gallery.2</vt:lpstr>
      <vt:lpstr>Equation.3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MS_ClipArt_Gallery.2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Equation.DSMT4</vt:lpstr>
      <vt:lpstr>Visio.Drawing.11</vt:lpstr>
      <vt:lpstr>Equation.DSMT4</vt:lpstr>
      <vt:lpstr>Visio.Drawing.11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Visio.Drawing.11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Visio.Drawing.11</vt:lpstr>
      <vt:lpstr>Visio.Drawing.11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Visio.Drawing.11</vt:lpstr>
      <vt:lpstr>Visio.Drawing.11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Visio.Drawing.11</vt:lpstr>
      <vt:lpstr>Visio.Drawing.11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Visio.Drawing.11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MS_ClipArt_Gallery.2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MS_ClipArt_Gallery.2</vt:lpstr>
      <vt:lpstr>Visio.Drawing.6</vt:lpstr>
      <vt:lpstr>Visio.Drawing.11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MS_ClipArt_Gallery.2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Paint.Picture</vt:lpstr>
      <vt:lpstr>Visio.Drawing.11</vt:lpstr>
      <vt:lpstr>Visio.Drawing.11</vt:lpstr>
      <vt:lpstr>Visio.Drawing.11</vt:lpstr>
      <vt:lpstr>Visio.Drawing.11</vt:lpstr>
      <vt:lpstr>Equation.DSMT4</vt:lpstr>
      <vt:lpstr>Equation.DSMT4</vt:lpstr>
      <vt:lpstr>Visio.Drawing.11</vt:lpstr>
      <vt:lpstr>Equation.DSMT4</vt:lpstr>
      <vt:lpstr>Equation.DSMT4</vt:lpstr>
      <vt:lpstr>MS_ClipArt_Gallery.2</vt:lpstr>
      <vt:lpstr>MS_ClipArt_Gallery.2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Equation.DSMT4</vt:lpstr>
      <vt:lpstr>Visio.Drawing.11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Equation.DSMT4</vt:lpstr>
      <vt:lpstr>Paint.Picture</vt:lpstr>
      <vt:lpstr>Paint.Picture</vt:lpstr>
      <vt:lpstr>Paint.Picture</vt:lpstr>
      <vt:lpstr>Equation.DSMT4</vt:lpstr>
      <vt:lpstr>Paint.Picture</vt:lpstr>
      <vt:lpstr>Equation.DSMT4</vt:lpstr>
      <vt:lpstr>Paint.Picture</vt:lpstr>
      <vt:lpstr>Equation.DSMT4</vt:lpstr>
      <vt:lpstr>Equation.DSMT4</vt:lpstr>
      <vt:lpstr>Paint.Picture</vt:lpstr>
      <vt:lpstr>Equation.DSMT4</vt:lpstr>
      <vt:lpstr>Equation.DSMT4</vt:lpstr>
      <vt:lpstr>Paint.Picture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Visio.Drawing.11</vt:lpstr>
      <vt:lpstr>Visio.Drawing.11</vt:lpstr>
      <vt:lpstr>Visio.Drawing.11</vt:lpstr>
      <vt:lpstr>Equation.DSMT4</vt:lpstr>
      <vt:lpstr>Equation.DSMT4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PPT 习 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THE END</vt:lpstr>
      <vt:lpstr>THE END</vt:lpstr>
      <vt:lpstr>PPT 习 题 答 案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THE END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王昕</dc:creator>
  <cp:lastModifiedBy>陈卓妍</cp:lastModifiedBy>
  <cp:revision>2931</cp:revision>
  <cp:lastPrinted>2019-12-05T00:19:00Z</cp:lastPrinted>
  <dcterms:created xsi:type="dcterms:W3CDTF">2000-08-21T12:57:00Z</dcterms:created>
  <dcterms:modified xsi:type="dcterms:W3CDTF">2024-06-13T08:09:13Z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E923E4EAA11B4551B78A34AA6BC7280E_12</vt:lpwstr>
  </property>
  <property fmtid="{D5CDD505-2E9C-101B-9397-08002B2CF9AE}" pid="3" name="KSOProductBuildVer">
    <vt:lpwstr>2052-12.1.0.15712</vt:lpwstr>
  </property>
</Properties>
</file>